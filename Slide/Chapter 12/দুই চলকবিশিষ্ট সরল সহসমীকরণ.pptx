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8" r:id="rId5"/>
    <p:sldId id="278" r:id="rId6"/>
    <p:sldId id="283" r:id="rId7"/>
    <p:sldId id="282" r:id="rId8"/>
    <p:sldId id="287" r:id="rId9"/>
    <p:sldId id="281" r:id="rId10"/>
    <p:sldId id="284" r:id="rId11"/>
    <p:sldId id="285" r:id="rId12"/>
    <p:sldId id="286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3C76A6"/>
    <a:srgbClr val="FFFFFF"/>
    <a:srgbClr val="0D1D51"/>
    <a:srgbClr val="FCFEFC"/>
    <a:srgbClr val="2C567A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7949" autoAdjust="0"/>
  </p:normalViewPr>
  <p:slideViewPr>
    <p:cSldViewPr snapToGrid="0" showGuides="1">
      <p:cViewPr varScale="1">
        <p:scale>
          <a:sx n="78" d="100"/>
          <a:sy n="78" d="100"/>
        </p:scale>
        <p:origin x="80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6/15/2023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6/15/2023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9a0c79df7d_0_2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9a0c79df7d_0_2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35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704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54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75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72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13592f7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913592f75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2426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3903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037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1F27F-98F9-A147-8986-34441C7B752D}" type="datetime1">
              <a:rPr lang="en-US" noProof="0" smtClean="0"/>
              <a:t>6/15/2023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5.wdp"/><Relationship Id="rId5" Type="http://schemas.openxmlformats.org/officeDocument/2006/relationships/image" Target="../media/image14.pn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7.wdp"/><Relationship Id="rId5" Type="http://schemas.openxmlformats.org/officeDocument/2006/relationships/image" Target="../media/image16.png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10.wdp"/><Relationship Id="rId5" Type="http://schemas.openxmlformats.org/officeDocument/2006/relationships/image" Target="../media/image19.png"/><Relationship Id="rId4" Type="http://schemas.microsoft.com/office/2007/relationships/hdphoto" Target="../media/hdphoto9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2173288"/>
            <a:ext cx="5612998" cy="2090808"/>
          </a:xfrm>
        </p:spPr>
        <p:txBody>
          <a:bodyPr/>
          <a:lstStyle/>
          <a:p>
            <a:pPr>
              <a:lnSpc>
                <a:spcPts val="576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4800" dirty="0" err="1"/>
              <a:t>দুই</a:t>
            </a:r>
            <a:r>
              <a:rPr lang="en-US" sz="4800" dirty="0"/>
              <a:t> </a:t>
            </a:r>
            <a:r>
              <a:rPr lang="en-US" sz="4800" dirty="0" err="1"/>
              <a:t>চলকবিশিষ্ট</a:t>
            </a:r>
            <a:r>
              <a:rPr lang="en-US" sz="4800" dirty="0"/>
              <a:t> </a:t>
            </a:r>
            <a:r>
              <a:rPr lang="en-US" sz="4800" dirty="0" err="1"/>
              <a:t>সরল</a:t>
            </a:r>
            <a:r>
              <a:rPr lang="en-US" sz="4800" dirty="0"/>
              <a:t> </a:t>
            </a:r>
            <a:r>
              <a:rPr lang="en-US" sz="4800" dirty="0" err="1"/>
              <a:t>সহসমীকরণ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430442"/>
            <a:ext cx="5143500" cy="503167"/>
          </a:xfrm>
        </p:spPr>
        <p:txBody>
          <a:bodyPr/>
          <a:lstStyle/>
          <a:p>
            <a:r>
              <a:rPr lang="en-US" sz="28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অনুশীলনী</a:t>
            </a:r>
            <a:r>
              <a:rPr lang="en-US" sz="2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১২.১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BD7F97D-15E8-4032-B615-0562046B75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>
          <a:xfrm>
            <a:off x="704850" y="504098"/>
            <a:ext cx="5305661" cy="5429187"/>
          </a:xfr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3D39E696-3460-6E44-65CA-2362C7E30230}"/>
              </a:ext>
            </a:extLst>
          </p:cNvPr>
          <p:cNvSpPr/>
          <p:nvPr/>
        </p:nvSpPr>
        <p:spPr>
          <a:xfrm>
            <a:off x="9583839" y="381964"/>
            <a:ext cx="2372809" cy="717631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5"/>
          <p:cNvGrpSpPr/>
          <p:nvPr/>
        </p:nvGrpSpPr>
        <p:grpSpPr>
          <a:xfrm>
            <a:off x="-849233" y="1872901"/>
            <a:ext cx="11262200" cy="3150967"/>
            <a:chOff x="-636925" y="1404675"/>
            <a:chExt cx="8446650" cy="2363225"/>
          </a:xfrm>
        </p:grpSpPr>
        <p:sp>
          <p:nvSpPr>
            <p:cNvPr id="59" name="Google Shape;59;p15"/>
            <p:cNvSpPr/>
            <p:nvPr/>
          </p:nvSpPr>
          <p:spPr>
            <a:xfrm>
              <a:off x="-636925" y="1404675"/>
              <a:ext cx="8446650" cy="2363225"/>
            </a:xfrm>
            <a:custGeom>
              <a:avLst/>
              <a:gdLst/>
              <a:ahLst/>
              <a:cxnLst/>
              <a:rect l="l" t="t" r="r" b="b"/>
              <a:pathLst>
                <a:path w="337866" h="94529" extrusionOk="0">
                  <a:moveTo>
                    <a:pt x="0" y="36334"/>
                  </a:moveTo>
                  <a:cubicBezTo>
                    <a:pt x="9202" y="44277"/>
                    <a:pt x="28628" y="86117"/>
                    <a:pt x="55210" y="83994"/>
                  </a:cubicBezTo>
                  <a:cubicBezTo>
                    <a:pt x="81793" y="81871"/>
                    <a:pt x="126070" y="21864"/>
                    <a:pt x="159495" y="23594"/>
                  </a:cubicBezTo>
                  <a:cubicBezTo>
                    <a:pt x="192920" y="25324"/>
                    <a:pt x="226031" y="98308"/>
                    <a:pt x="255759" y="94376"/>
                  </a:cubicBezTo>
                  <a:cubicBezTo>
                    <a:pt x="285488" y="90444"/>
                    <a:pt x="324182" y="15729"/>
                    <a:pt x="337866" y="0"/>
                  </a:cubicBezTo>
                </a:path>
              </a:pathLst>
            </a:custGeom>
            <a:noFill/>
            <a:ln w="152400" cap="rnd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-636925" y="1404675"/>
              <a:ext cx="8446650" cy="2363225"/>
            </a:xfrm>
            <a:custGeom>
              <a:avLst/>
              <a:gdLst/>
              <a:ahLst/>
              <a:cxnLst/>
              <a:rect l="l" t="t" r="r" b="b"/>
              <a:pathLst>
                <a:path w="337866" h="94529" extrusionOk="0">
                  <a:moveTo>
                    <a:pt x="0" y="36334"/>
                  </a:moveTo>
                  <a:cubicBezTo>
                    <a:pt x="9202" y="44277"/>
                    <a:pt x="28628" y="86117"/>
                    <a:pt x="55210" y="83994"/>
                  </a:cubicBezTo>
                  <a:cubicBezTo>
                    <a:pt x="81793" y="81871"/>
                    <a:pt x="126070" y="21864"/>
                    <a:pt x="159495" y="23594"/>
                  </a:cubicBezTo>
                  <a:cubicBezTo>
                    <a:pt x="192920" y="25324"/>
                    <a:pt x="226031" y="98308"/>
                    <a:pt x="255759" y="94376"/>
                  </a:cubicBezTo>
                  <a:cubicBezTo>
                    <a:pt x="285488" y="90444"/>
                    <a:pt x="324182" y="15729"/>
                    <a:pt x="337866" y="0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0072C7"/>
                </a:solidFill>
              </a:rPr>
              <a:t>আলোচ্যসূচি</a:t>
            </a:r>
            <a:endParaRPr dirty="0">
              <a:solidFill>
                <a:srgbClr val="0072C7"/>
              </a:solidFill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686925" y="6666162"/>
            <a:ext cx="16447" cy="13356"/>
          </a:xfrm>
          <a:custGeom>
            <a:avLst/>
            <a:gdLst/>
            <a:ahLst/>
            <a:cxnLst/>
            <a:rect l="l" t="t" r="r" b="b"/>
            <a:pathLst>
              <a:path w="548" h="445" extrusionOk="0">
                <a:moveTo>
                  <a:pt x="274" y="0"/>
                </a:moveTo>
                <a:cubicBezTo>
                  <a:pt x="0" y="0"/>
                  <a:pt x="0" y="445"/>
                  <a:pt x="274" y="445"/>
                </a:cubicBezTo>
                <a:cubicBezTo>
                  <a:pt x="547" y="445"/>
                  <a:pt x="547" y="0"/>
                  <a:pt x="2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63" name="Google Shape;63;p15"/>
          <p:cNvGrpSpPr/>
          <p:nvPr/>
        </p:nvGrpSpPr>
        <p:grpSpPr>
          <a:xfrm>
            <a:off x="10049883" y="3882705"/>
            <a:ext cx="1532511" cy="929183"/>
            <a:chOff x="5960837" y="2432603"/>
            <a:chExt cx="1149383" cy="696887"/>
          </a:xfrm>
          <a:solidFill>
            <a:srgbClr val="44546A"/>
          </a:solidFill>
        </p:grpSpPr>
        <p:sp>
          <p:nvSpPr>
            <p:cNvPr id="64" name="Google Shape;64;p15"/>
            <p:cNvSpPr/>
            <p:nvPr/>
          </p:nvSpPr>
          <p:spPr>
            <a:xfrm>
              <a:off x="5977562" y="2432603"/>
              <a:ext cx="1091105" cy="695559"/>
            </a:xfrm>
            <a:custGeom>
              <a:avLst/>
              <a:gdLst/>
              <a:ahLst/>
              <a:cxnLst/>
              <a:rect l="l" t="t" r="r" b="b"/>
              <a:pathLst>
                <a:path w="48472" h="30900" extrusionOk="0">
                  <a:moveTo>
                    <a:pt x="27985" y="0"/>
                  </a:moveTo>
                  <a:cubicBezTo>
                    <a:pt x="24718" y="0"/>
                    <a:pt x="21478" y="2184"/>
                    <a:pt x="20413" y="5290"/>
                  </a:cubicBezTo>
                  <a:cubicBezTo>
                    <a:pt x="18763" y="3365"/>
                    <a:pt x="16295" y="1993"/>
                    <a:pt x="13827" y="1993"/>
                  </a:cubicBezTo>
                  <a:cubicBezTo>
                    <a:pt x="13227" y="1993"/>
                    <a:pt x="12627" y="2074"/>
                    <a:pt x="12040" y="2248"/>
                  </a:cubicBezTo>
                  <a:cubicBezTo>
                    <a:pt x="8998" y="3137"/>
                    <a:pt x="7016" y="7067"/>
                    <a:pt x="8759" y="9698"/>
                  </a:cubicBezTo>
                  <a:cubicBezTo>
                    <a:pt x="7901" y="9292"/>
                    <a:pt x="7017" y="9104"/>
                    <a:pt x="6155" y="9104"/>
                  </a:cubicBezTo>
                  <a:cubicBezTo>
                    <a:pt x="3034" y="9104"/>
                    <a:pt x="219" y="11567"/>
                    <a:pt x="112" y="14996"/>
                  </a:cubicBezTo>
                  <a:cubicBezTo>
                    <a:pt x="1" y="18554"/>
                    <a:pt x="2897" y="21254"/>
                    <a:pt x="6171" y="21254"/>
                  </a:cubicBezTo>
                  <a:cubicBezTo>
                    <a:pt x="6922" y="21254"/>
                    <a:pt x="7692" y="21112"/>
                    <a:pt x="8451" y="20806"/>
                  </a:cubicBezTo>
                  <a:lnTo>
                    <a:pt x="8451" y="20806"/>
                  </a:lnTo>
                  <a:cubicBezTo>
                    <a:pt x="8212" y="24975"/>
                    <a:pt x="10741" y="29384"/>
                    <a:pt x="14774" y="30614"/>
                  </a:cubicBezTo>
                  <a:cubicBezTo>
                    <a:pt x="15408" y="30808"/>
                    <a:pt x="16064" y="30899"/>
                    <a:pt x="16721" y="30899"/>
                  </a:cubicBezTo>
                  <a:cubicBezTo>
                    <a:pt x="20241" y="30899"/>
                    <a:pt x="23782" y="28279"/>
                    <a:pt x="24070" y="24736"/>
                  </a:cubicBezTo>
                  <a:cubicBezTo>
                    <a:pt x="25505" y="27163"/>
                    <a:pt x="27897" y="29111"/>
                    <a:pt x="30666" y="29658"/>
                  </a:cubicBezTo>
                  <a:cubicBezTo>
                    <a:pt x="31167" y="29757"/>
                    <a:pt x="31679" y="29805"/>
                    <a:pt x="32193" y="29805"/>
                  </a:cubicBezTo>
                  <a:cubicBezTo>
                    <a:pt x="34514" y="29805"/>
                    <a:pt x="36853" y="28811"/>
                    <a:pt x="38253" y="26992"/>
                  </a:cubicBezTo>
                  <a:cubicBezTo>
                    <a:pt x="40133" y="24599"/>
                    <a:pt x="39859" y="21558"/>
                    <a:pt x="38253" y="19131"/>
                  </a:cubicBezTo>
                  <a:lnTo>
                    <a:pt x="38253" y="19131"/>
                  </a:lnTo>
                  <a:cubicBezTo>
                    <a:pt x="39869" y="19365"/>
                    <a:pt x="41421" y="20049"/>
                    <a:pt x="43008" y="20049"/>
                  </a:cubicBezTo>
                  <a:cubicBezTo>
                    <a:pt x="43736" y="20049"/>
                    <a:pt x="44472" y="19905"/>
                    <a:pt x="45225" y="19507"/>
                  </a:cubicBezTo>
                  <a:cubicBezTo>
                    <a:pt x="46353" y="18858"/>
                    <a:pt x="47241" y="17798"/>
                    <a:pt x="47651" y="16534"/>
                  </a:cubicBezTo>
                  <a:cubicBezTo>
                    <a:pt x="48472" y="14449"/>
                    <a:pt x="48267" y="12125"/>
                    <a:pt x="47139" y="10211"/>
                  </a:cubicBezTo>
                  <a:cubicBezTo>
                    <a:pt x="46100" y="8559"/>
                    <a:pt x="44000" y="7934"/>
                    <a:pt x="41808" y="7934"/>
                  </a:cubicBezTo>
                  <a:cubicBezTo>
                    <a:pt x="39601" y="7934"/>
                    <a:pt x="37301" y="8568"/>
                    <a:pt x="35895" y="9425"/>
                  </a:cubicBezTo>
                  <a:cubicBezTo>
                    <a:pt x="36202" y="9186"/>
                    <a:pt x="36271" y="8707"/>
                    <a:pt x="36168" y="8092"/>
                  </a:cubicBezTo>
                  <a:cubicBezTo>
                    <a:pt x="35826" y="6588"/>
                    <a:pt x="35245" y="5119"/>
                    <a:pt x="34425" y="3786"/>
                  </a:cubicBezTo>
                  <a:cubicBezTo>
                    <a:pt x="33195" y="2077"/>
                    <a:pt x="31588" y="608"/>
                    <a:pt x="29504" y="163"/>
                  </a:cubicBezTo>
                  <a:cubicBezTo>
                    <a:pt x="29002" y="53"/>
                    <a:pt x="28494" y="0"/>
                    <a:pt x="279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5980849" y="2777074"/>
              <a:ext cx="1067042" cy="351088"/>
            </a:xfrm>
            <a:custGeom>
              <a:avLst/>
              <a:gdLst/>
              <a:ahLst/>
              <a:cxnLst/>
              <a:rect l="l" t="t" r="r" b="b"/>
              <a:pathLst>
                <a:path w="47403" h="15597" extrusionOk="0">
                  <a:moveTo>
                    <a:pt x="0" y="0"/>
                  </a:moveTo>
                  <a:lnTo>
                    <a:pt x="0" y="0"/>
                  </a:lnTo>
                  <a:cubicBezTo>
                    <a:pt x="34" y="1231"/>
                    <a:pt x="410" y="2427"/>
                    <a:pt x="1128" y="3452"/>
                  </a:cubicBezTo>
                  <a:cubicBezTo>
                    <a:pt x="2328" y="5020"/>
                    <a:pt x="4177" y="5885"/>
                    <a:pt x="6072" y="5885"/>
                  </a:cubicBezTo>
                  <a:cubicBezTo>
                    <a:pt x="6822" y="5885"/>
                    <a:pt x="7578" y="5750"/>
                    <a:pt x="8305" y="5469"/>
                  </a:cubicBezTo>
                  <a:lnTo>
                    <a:pt x="8305" y="5469"/>
                  </a:lnTo>
                  <a:cubicBezTo>
                    <a:pt x="8066" y="9672"/>
                    <a:pt x="10595" y="14081"/>
                    <a:pt x="14628" y="15311"/>
                  </a:cubicBezTo>
                  <a:cubicBezTo>
                    <a:pt x="15262" y="15505"/>
                    <a:pt x="15918" y="15596"/>
                    <a:pt x="16575" y="15596"/>
                  </a:cubicBezTo>
                  <a:cubicBezTo>
                    <a:pt x="20095" y="15596"/>
                    <a:pt x="23636" y="12976"/>
                    <a:pt x="23924" y="9433"/>
                  </a:cubicBezTo>
                  <a:cubicBezTo>
                    <a:pt x="25359" y="11860"/>
                    <a:pt x="27751" y="13774"/>
                    <a:pt x="30520" y="14355"/>
                  </a:cubicBezTo>
                  <a:cubicBezTo>
                    <a:pt x="31021" y="14454"/>
                    <a:pt x="31533" y="14502"/>
                    <a:pt x="32047" y="14502"/>
                  </a:cubicBezTo>
                  <a:cubicBezTo>
                    <a:pt x="34368" y="14502"/>
                    <a:pt x="36707" y="13508"/>
                    <a:pt x="38107" y="11689"/>
                  </a:cubicBezTo>
                  <a:cubicBezTo>
                    <a:pt x="39987" y="9296"/>
                    <a:pt x="39713" y="6255"/>
                    <a:pt x="38107" y="3828"/>
                  </a:cubicBezTo>
                  <a:lnTo>
                    <a:pt x="38107" y="3828"/>
                  </a:lnTo>
                  <a:cubicBezTo>
                    <a:pt x="39723" y="4062"/>
                    <a:pt x="41275" y="4746"/>
                    <a:pt x="42862" y="4746"/>
                  </a:cubicBezTo>
                  <a:cubicBezTo>
                    <a:pt x="43590" y="4746"/>
                    <a:pt x="44326" y="4602"/>
                    <a:pt x="45079" y="4204"/>
                  </a:cubicBezTo>
                  <a:cubicBezTo>
                    <a:pt x="46138" y="3589"/>
                    <a:pt x="46924" y="2666"/>
                    <a:pt x="47403" y="1538"/>
                  </a:cubicBezTo>
                  <a:lnTo>
                    <a:pt x="47403" y="1538"/>
                  </a:lnTo>
                  <a:cubicBezTo>
                    <a:pt x="46343" y="1778"/>
                    <a:pt x="45284" y="1983"/>
                    <a:pt x="44190" y="2085"/>
                  </a:cubicBezTo>
                  <a:cubicBezTo>
                    <a:pt x="43694" y="2129"/>
                    <a:pt x="43195" y="2152"/>
                    <a:pt x="42695" y="2152"/>
                  </a:cubicBezTo>
                  <a:cubicBezTo>
                    <a:pt x="40094" y="2152"/>
                    <a:pt x="37483" y="1536"/>
                    <a:pt x="35304" y="103"/>
                  </a:cubicBezTo>
                  <a:lnTo>
                    <a:pt x="35304" y="103"/>
                  </a:lnTo>
                  <a:cubicBezTo>
                    <a:pt x="35509" y="2154"/>
                    <a:pt x="35168" y="4238"/>
                    <a:pt x="34313" y="6118"/>
                  </a:cubicBezTo>
                  <a:cubicBezTo>
                    <a:pt x="33698" y="7519"/>
                    <a:pt x="32673" y="8886"/>
                    <a:pt x="31237" y="9296"/>
                  </a:cubicBezTo>
                  <a:cubicBezTo>
                    <a:pt x="30942" y="9379"/>
                    <a:pt x="30641" y="9417"/>
                    <a:pt x="30337" y="9417"/>
                  </a:cubicBezTo>
                  <a:cubicBezTo>
                    <a:pt x="29130" y="9417"/>
                    <a:pt x="27901" y="8810"/>
                    <a:pt x="27000" y="7964"/>
                  </a:cubicBezTo>
                  <a:cubicBezTo>
                    <a:pt x="25872" y="6904"/>
                    <a:pt x="25154" y="5503"/>
                    <a:pt x="24470" y="4136"/>
                  </a:cubicBezTo>
                  <a:cubicBezTo>
                    <a:pt x="24095" y="5879"/>
                    <a:pt x="23719" y="7690"/>
                    <a:pt x="22591" y="9091"/>
                  </a:cubicBezTo>
                  <a:cubicBezTo>
                    <a:pt x="21820" y="10025"/>
                    <a:pt x="20587" y="10672"/>
                    <a:pt x="19403" y="10672"/>
                  </a:cubicBezTo>
                  <a:cubicBezTo>
                    <a:pt x="18855" y="10672"/>
                    <a:pt x="18317" y="10533"/>
                    <a:pt x="17840" y="10219"/>
                  </a:cubicBezTo>
                  <a:cubicBezTo>
                    <a:pt x="16644" y="9433"/>
                    <a:pt x="16234" y="7827"/>
                    <a:pt x="16200" y="6391"/>
                  </a:cubicBezTo>
                  <a:cubicBezTo>
                    <a:pt x="16200" y="4956"/>
                    <a:pt x="16405" y="3486"/>
                    <a:pt x="16063" y="2085"/>
                  </a:cubicBezTo>
                  <a:cubicBezTo>
                    <a:pt x="13873" y="3108"/>
                    <a:pt x="11513" y="3622"/>
                    <a:pt x="9152" y="3622"/>
                  </a:cubicBezTo>
                  <a:cubicBezTo>
                    <a:pt x="7018" y="3622"/>
                    <a:pt x="4883" y="3202"/>
                    <a:pt x="2871" y="2359"/>
                  </a:cubicBezTo>
                  <a:cubicBezTo>
                    <a:pt x="1504" y="1778"/>
                    <a:pt x="820" y="88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960837" y="2447662"/>
              <a:ext cx="1149383" cy="681828"/>
            </a:xfrm>
            <a:custGeom>
              <a:avLst/>
              <a:gdLst/>
              <a:ahLst/>
              <a:cxnLst/>
              <a:rect l="l" t="t" r="r" b="b"/>
              <a:pathLst>
                <a:path w="51061" h="30290" extrusionOk="0">
                  <a:moveTo>
                    <a:pt x="29647" y="888"/>
                  </a:moveTo>
                  <a:cubicBezTo>
                    <a:pt x="32140" y="888"/>
                    <a:pt x="34404" y="2601"/>
                    <a:pt x="35442" y="4860"/>
                  </a:cubicBezTo>
                  <a:cubicBezTo>
                    <a:pt x="36125" y="6364"/>
                    <a:pt x="36330" y="8038"/>
                    <a:pt x="36057" y="9645"/>
                  </a:cubicBezTo>
                  <a:cubicBezTo>
                    <a:pt x="35983" y="9988"/>
                    <a:pt x="36244" y="10261"/>
                    <a:pt x="36537" y="10261"/>
                  </a:cubicBezTo>
                  <a:cubicBezTo>
                    <a:pt x="36652" y="10261"/>
                    <a:pt x="36771" y="10219"/>
                    <a:pt x="36877" y="10123"/>
                  </a:cubicBezTo>
                  <a:cubicBezTo>
                    <a:pt x="38415" y="8585"/>
                    <a:pt x="40295" y="7321"/>
                    <a:pt x="42482" y="6945"/>
                  </a:cubicBezTo>
                  <a:cubicBezTo>
                    <a:pt x="42841" y="6879"/>
                    <a:pt x="43203" y="6847"/>
                    <a:pt x="43563" y="6847"/>
                  </a:cubicBezTo>
                  <a:cubicBezTo>
                    <a:pt x="45089" y="6847"/>
                    <a:pt x="46566" y="7437"/>
                    <a:pt x="47506" y="8654"/>
                  </a:cubicBezTo>
                  <a:cubicBezTo>
                    <a:pt x="48531" y="10055"/>
                    <a:pt x="48907" y="11798"/>
                    <a:pt x="48565" y="13472"/>
                  </a:cubicBezTo>
                  <a:cubicBezTo>
                    <a:pt x="48155" y="15250"/>
                    <a:pt x="46959" y="16719"/>
                    <a:pt x="45319" y="17505"/>
                  </a:cubicBezTo>
                  <a:cubicBezTo>
                    <a:pt x="44278" y="17998"/>
                    <a:pt x="43149" y="18247"/>
                    <a:pt x="42021" y="18247"/>
                  </a:cubicBezTo>
                  <a:cubicBezTo>
                    <a:pt x="41038" y="18247"/>
                    <a:pt x="40056" y="18058"/>
                    <a:pt x="39133" y="17676"/>
                  </a:cubicBezTo>
                  <a:cubicBezTo>
                    <a:pt x="39051" y="17632"/>
                    <a:pt x="38968" y="17612"/>
                    <a:pt x="38888" y="17612"/>
                  </a:cubicBezTo>
                  <a:cubicBezTo>
                    <a:pt x="38536" y="17612"/>
                    <a:pt x="38254" y="17997"/>
                    <a:pt x="38449" y="18360"/>
                  </a:cubicBezTo>
                  <a:cubicBezTo>
                    <a:pt x="39611" y="20855"/>
                    <a:pt x="38723" y="23965"/>
                    <a:pt x="36809" y="25810"/>
                  </a:cubicBezTo>
                  <a:cubicBezTo>
                    <a:pt x="35817" y="26767"/>
                    <a:pt x="34553" y="27348"/>
                    <a:pt x="33186" y="27451"/>
                  </a:cubicBezTo>
                  <a:cubicBezTo>
                    <a:pt x="33122" y="27452"/>
                    <a:pt x="33059" y="27453"/>
                    <a:pt x="32995" y="27453"/>
                  </a:cubicBezTo>
                  <a:cubicBezTo>
                    <a:pt x="31661" y="27453"/>
                    <a:pt x="30363" y="27110"/>
                    <a:pt x="29221" y="26425"/>
                  </a:cubicBezTo>
                  <a:cubicBezTo>
                    <a:pt x="27854" y="25639"/>
                    <a:pt x="26829" y="24375"/>
                    <a:pt x="26385" y="22871"/>
                  </a:cubicBezTo>
                  <a:cubicBezTo>
                    <a:pt x="26309" y="22643"/>
                    <a:pt x="26118" y="22537"/>
                    <a:pt x="25927" y="22537"/>
                  </a:cubicBezTo>
                  <a:cubicBezTo>
                    <a:pt x="25688" y="22537"/>
                    <a:pt x="25447" y="22704"/>
                    <a:pt x="25428" y="23008"/>
                  </a:cubicBezTo>
                  <a:cubicBezTo>
                    <a:pt x="25291" y="25981"/>
                    <a:pt x="22762" y="28510"/>
                    <a:pt x="19891" y="29159"/>
                  </a:cubicBezTo>
                  <a:cubicBezTo>
                    <a:pt x="19434" y="29268"/>
                    <a:pt x="18969" y="29322"/>
                    <a:pt x="18506" y="29322"/>
                  </a:cubicBezTo>
                  <a:cubicBezTo>
                    <a:pt x="17518" y="29322"/>
                    <a:pt x="16538" y="29078"/>
                    <a:pt x="15653" y="28613"/>
                  </a:cubicBezTo>
                  <a:cubicBezTo>
                    <a:pt x="14355" y="27895"/>
                    <a:pt x="13261" y="26835"/>
                    <a:pt x="12577" y="25503"/>
                  </a:cubicBezTo>
                  <a:cubicBezTo>
                    <a:pt x="11723" y="24067"/>
                    <a:pt x="11450" y="22358"/>
                    <a:pt x="11723" y="20718"/>
                  </a:cubicBezTo>
                  <a:cubicBezTo>
                    <a:pt x="11812" y="20392"/>
                    <a:pt x="11566" y="20117"/>
                    <a:pt x="11277" y="20117"/>
                  </a:cubicBezTo>
                  <a:cubicBezTo>
                    <a:pt x="11232" y="20117"/>
                    <a:pt x="11187" y="20123"/>
                    <a:pt x="11142" y="20137"/>
                  </a:cubicBezTo>
                  <a:cubicBezTo>
                    <a:pt x="10114" y="20289"/>
                    <a:pt x="9054" y="20410"/>
                    <a:pt x="7997" y="20410"/>
                  </a:cubicBezTo>
                  <a:cubicBezTo>
                    <a:pt x="7157" y="20410"/>
                    <a:pt x="6320" y="20334"/>
                    <a:pt x="5503" y="20137"/>
                  </a:cubicBezTo>
                  <a:cubicBezTo>
                    <a:pt x="4033" y="19795"/>
                    <a:pt x="2735" y="18941"/>
                    <a:pt x="1812" y="17744"/>
                  </a:cubicBezTo>
                  <a:cubicBezTo>
                    <a:pt x="1026" y="16548"/>
                    <a:pt x="821" y="15045"/>
                    <a:pt x="1231" y="13677"/>
                  </a:cubicBezTo>
                  <a:cubicBezTo>
                    <a:pt x="1641" y="12242"/>
                    <a:pt x="2632" y="11046"/>
                    <a:pt x="3931" y="10362"/>
                  </a:cubicBezTo>
                  <a:cubicBezTo>
                    <a:pt x="4976" y="9805"/>
                    <a:pt x="6115" y="9532"/>
                    <a:pt x="7275" y="9532"/>
                  </a:cubicBezTo>
                  <a:cubicBezTo>
                    <a:pt x="7822" y="9532"/>
                    <a:pt x="8373" y="9592"/>
                    <a:pt x="8921" y="9713"/>
                  </a:cubicBezTo>
                  <a:cubicBezTo>
                    <a:pt x="8960" y="9722"/>
                    <a:pt x="8999" y="9726"/>
                    <a:pt x="9038" y="9726"/>
                  </a:cubicBezTo>
                  <a:cubicBezTo>
                    <a:pt x="9295" y="9726"/>
                    <a:pt x="9506" y="9532"/>
                    <a:pt x="9536" y="9235"/>
                  </a:cubicBezTo>
                  <a:cubicBezTo>
                    <a:pt x="9467" y="8688"/>
                    <a:pt x="9502" y="8141"/>
                    <a:pt x="9604" y="7594"/>
                  </a:cubicBezTo>
                  <a:cubicBezTo>
                    <a:pt x="9741" y="7047"/>
                    <a:pt x="9946" y="6535"/>
                    <a:pt x="10185" y="6056"/>
                  </a:cubicBezTo>
                  <a:cubicBezTo>
                    <a:pt x="10732" y="5065"/>
                    <a:pt x="11484" y="4211"/>
                    <a:pt x="12407" y="3595"/>
                  </a:cubicBezTo>
                  <a:cubicBezTo>
                    <a:pt x="13410" y="2964"/>
                    <a:pt x="14554" y="2645"/>
                    <a:pt x="15698" y="2645"/>
                  </a:cubicBezTo>
                  <a:cubicBezTo>
                    <a:pt x="16658" y="2645"/>
                    <a:pt x="17617" y="2870"/>
                    <a:pt x="18490" y="3322"/>
                  </a:cubicBezTo>
                  <a:cubicBezTo>
                    <a:pt x="19618" y="3835"/>
                    <a:pt x="20575" y="4621"/>
                    <a:pt x="21292" y="5646"/>
                  </a:cubicBezTo>
                  <a:cubicBezTo>
                    <a:pt x="21375" y="5760"/>
                    <a:pt x="21487" y="5808"/>
                    <a:pt x="21596" y="5808"/>
                  </a:cubicBezTo>
                  <a:cubicBezTo>
                    <a:pt x="21597" y="5808"/>
                    <a:pt x="21599" y="5808"/>
                    <a:pt x="21600" y="5808"/>
                  </a:cubicBezTo>
                  <a:lnTo>
                    <a:pt x="21600" y="5808"/>
                  </a:lnTo>
                  <a:cubicBezTo>
                    <a:pt x="21634" y="5845"/>
                    <a:pt x="21668" y="5882"/>
                    <a:pt x="21703" y="5919"/>
                  </a:cubicBezTo>
                  <a:cubicBezTo>
                    <a:pt x="21771" y="5988"/>
                    <a:pt x="21865" y="6022"/>
                    <a:pt x="21955" y="6022"/>
                  </a:cubicBezTo>
                  <a:cubicBezTo>
                    <a:pt x="22044" y="6022"/>
                    <a:pt x="22130" y="5988"/>
                    <a:pt x="22181" y="5919"/>
                  </a:cubicBezTo>
                  <a:cubicBezTo>
                    <a:pt x="23856" y="3800"/>
                    <a:pt x="25906" y="1442"/>
                    <a:pt x="28743" y="964"/>
                  </a:cubicBezTo>
                  <a:cubicBezTo>
                    <a:pt x="29046" y="913"/>
                    <a:pt x="29348" y="888"/>
                    <a:pt x="29647" y="888"/>
                  </a:cubicBezTo>
                  <a:close/>
                  <a:moveTo>
                    <a:pt x="29673" y="0"/>
                  </a:moveTo>
                  <a:cubicBezTo>
                    <a:pt x="29568" y="0"/>
                    <a:pt x="29463" y="2"/>
                    <a:pt x="29358" y="7"/>
                  </a:cubicBezTo>
                  <a:cubicBezTo>
                    <a:pt x="27854" y="178"/>
                    <a:pt x="26419" y="759"/>
                    <a:pt x="25223" y="1716"/>
                  </a:cubicBezTo>
                  <a:cubicBezTo>
                    <a:pt x="23969" y="2750"/>
                    <a:pt x="22860" y="3899"/>
                    <a:pt x="21920" y="5162"/>
                  </a:cubicBezTo>
                  <a:lnTo>
                    <a:pt x="21920" y="5162"/>
                  </a:lnTo>
                  <a:cubicBezTo>
                    <a:pt x="21885" y="5125"/>
                    <a:pt x="21849" y="5088"/>
                    <a:pt x="21814" y="5051"/>
                  </a:cubicBezTo>
                  <a:lnTo>
                    <a:pt x="21814" y="5051"/>
                  </a:lnTo>
                  <a:cubicBezTo>
                    <a:pt x="21210" y="4053"/>
                    <a:pt x="20398" y="3212"/>
                    <a:pt x="19379" y="2638"/>
                  </a:cubicBezTo>
                  <a:cubicBezTo>
                    <a:pt x="18285" y="2023"/>
                    <a:pt x="17055" y="1682"/>
                    <a:pt x="15824" y="1682"/>
                  </a:cubicBezTo>
                  <a:cubicBezTo>
                    <a:pt x="13261" y="1682"/>
                    <a:pt x="10903" y="3014"/>
                    <a:pt x="9638" y="5202"/>
                  </a:cubicBezTo>
                  <a:cubicBezTo>
                    <a:pt x="8987" y="6267"/>
                    <a:pt x="8618" y="7461"/>
                    <a:pt x="8553" y="8671"/>
                  </a:cubicBezTo>
                  <a:lnTo>
                    <a:pt x="8553" y="8671"/>
                  </a:lnTo>
                  <a:cubicBezTo>
                    <a:pt x="8130" y="8605"/>
                    <a:pt x="7705" y="8572"/>
                    <a:pt x="7281" y="8572"/>
                  </a:cubicBezTo>
                  <a:cubicBezTo>
                    <a:pt x="6151" y="8572"/>
                    <a:pt x="5032" y="8807"/>
                    <a:pt x="3999" y="9269"/>
                  </a:cubicBezTo>
                  <a:cubicBezTo>
                    <a:pt x="2461" y="9952"/>
                    <a:pt x="1231" y="11251"/>
                    <a:pt x="616" y="12857"/>
                  </a:cubicBezTo>
                  <a:cubicBezTo>
                    <a:pt x="0" y="14361"/>
                    <a:pt x="35" y="16104"/>
                    <a:pt x="718" y="17574"/>
                  </a:cubicBezTo>
                  <a:cubicBezTo>
                    <a:pt x="1538" y="19112"/>
                    <a:pt x="2940" y="20239"/>
                    <a:pt x="4580" y="20786"/>
                  </a:cubicBezTo>
                  <a:cubicBezTo>
                    <a:pt x="5708" y="21192"/>
                    <a:pt x="6882" y="21333"/>
                    <a:pt x="8069" y="21333"/>
                  </a:cubicBezTo>
                  <a:cubicBezTo>
                    <a:pt x="8945" y="21333"/>
                    <a:pt x="9828" y="21256"/>
                    <a:pt x="10704" y="21151"/>
                  </a:cubicBezTo>
                  <a:lnTo>
                    <a:pt x="10704" y="21151"/>
                  </a:lnTo>
                  <a:cubicBezTo>
                    <a:pt x="10425" y="24283"/>
                    <a:pt x="12058" y="27475"/>
                    <a:pt x="14696" y="29159"/>
                  </a:cubicBezTo>
                  <a:cubicBezTo>
                    <a:pt x="15877" y="29901"/>
                    <a:pt x="17212" y="30289"/>
                    <a:pt x="18578" y="30289"/>
                  </a:cubicBezTo>
                  <a:cubicBezTo>
                    <a:pt x="18912" y="30289"/>
                    <a:pt x="19248" y="30266"/>
                    <a:pt x="19584" y="30219"/>
                  </a:cubicBezTo>
                  <a:cubicBezTo>
                    <a:pt x="21258" y="29980"/>
                    <a:pt x="22796" y="29194"/>
                    <a:pt x="24027" y="28032"/>
                  </a:cubicBezTo>
                  <a:cubicBezTo>
                    <a:pt x="25023" y="27108"/>
                    <a:pt x="25742" y="25926"/>
                    <a:pt x="26112" y="24632"/>
                  </a:cubicBezTo>
                  <a:lnTo>
                    <a:pt x="26112" y="24632"/>
                  </a:lnTo>
                  <a:cubicBezTo>
                    <a:pt x="27438" y="26895"/>
                    <a:pt x="30009" y="28391"/>
                    <a:pt x="32673" y="28476"/>
                  </a:cubicBezTo>
                  <a:cubicBezTo>
                    <a:pt x="32721" y="28477"/>
                    <a:pt x="32768" y="28477"/>
                    <a:pt x="32815" y="28477"/>
                  </a:cubicBezTo>
                  <a:cubicBezTo>
                    <a:pt x="34372" y="28477"/>
                    <a:pt x="35889" y="27934"/>
                    <a:pt x="37116" y="26972"/>
                  </a:cubicBezTo>
                  <a:cubicBezTo>
                    <a:pt x="38347" y="25947"/>
                    <a:pt x="39235" y="24614"/>
                    <a:pt x="39679" y="23076"/>
                  </a:cubicBezTo>
                  <a:cubicBezTo>
                    <a:pt x="40085" y="21697"/>
                    <a:pt x="40084" y="20254"/>
                    <a:pt x="39694" y="18898"/>
                  </a:cubicBezTo>
                  <a:lnTo>
                    <a:pt x="39694" y="18898"/>
                  </a:lnTo>
                  <a:cubicBezTo>
                    <a:pt x="40484" y="19129"/>
                    <a:pt x="41300" y="19242"/>
                    <a:pt x="42115" y="19242"/>
                  </a:cubicBezTo>
                  <a:cubicBezTo>
                    <a:pt x="43118" y="19242"/>
                    <a:pt x="44121" y="19071"/>
                    <a:pt x="45079" y="18736"/>
                  </a:cubicBezTo>
                  <a:cubicBezTo>
                    <a:pt x="49283" y="17334"/>
                    <a:pt x="51060" y="12379"/>
                    <a:pt x="48702" y="8619"/>
                  </a:cubicBezTo>
                  <a:cubicBezTo>
                    <a:pt x="47622" y="6904"/>
                    <a:pt x="45744" y="5867"/>
                    <a:pt x="43728" y="5867"/>
                  </a:cubicBezTo>
                  <a:cubicBezTo>
                    <a:pt x="43575" y="5867"/>
                    <a:pt x="43422" y="5873"/>
                    <a:pt x="43268" y="5885"/>
                  </a:cubicBezTo>
                  <a:cubicBezTo>
                    <a:pt x="41935" y="5988"/>
                    <a:pt x="40636" y="6398"/>
                    <a:pt x="39440" y="7047"/>
                  </a:cubicBezTo>
                  <a:cubicBezTo>
                    <a:pt x="38612" y="7497"/>
                    <a:pt x="37833" y="8012"/>
                    <a:pt x="37115" y="8604"/>
                  </a:cubicBezTo>
                  <a:lnTo>
                    <a:pt x="37115" y="8604"/>
                  </a:lnTo>
                  <a:cubicBezTo>
                    <a:pt x="37217" y="5791"/>
                    <a:pt x="36127" y="2961"/>
                    <a:pt x="33733" y="1306"/>
                  </a:cubicBezTo>
                  <a:cubicBezTo>
                    <a:pt x="32553" y="444"/>
                    <a:pt x="31135" y="0"/>
                    <a:pt x="29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7" name="Google Shape;67;p15"/>
          <p:cNvGrpSpPr/>
          <p:nvPr/>
        </p:nvGrpSpPr>
        <p:grpSpPr>
          <a:xfrm>
            <a:off x="6095984" y="1819279"/>
            <a:ext cx="1884357" cy="1043324"/>
            <a:chOff x="1425725" y="1417109"/>
            <a:chExt cx="1413268" cy="782493"/>
          </a:xfrm>
          <a:solidFill>
            <a:srgbClr val="3C76A6"/>
          </a:solidFill>
        </p:grpSpPr>
        <p:sp>
          <p:nvSpPr>
            <p:cNvPr id="68" name="Google Shape;68;p15"/>
            <p:cNvSpPr/>
            <p:nvPr/>
          </p:nvSpPr>
          <p:spPr>
            <a:xfrm>
              <a:off x="1447267" y="1417109"/>
              <a:ext cx="1351703" cy="782493"/>
            </a:xfrm>
            <a:custGeom>
              <a:avLst/>
              <a:gdLst/>
              <a:ahLst/>
              <a:cxnLst/>
              <a:rect l="l" t="t" r="r" b="b"/>
              <a:pathLst>
                <a:path w="60049" h="34762" extrusionOk="0">
                  <a:moveTo>
                    <a:pt x="33763" y="1"/>
                  </a:moveTo>
                  <a:cubicBezTo>
                    <a:pt x="31706" y="1"/>
                    <a:pt x="29624" y="840"/>
                    <a:pt x="28094" y="2248"/>
                  </a:cubicBezTo>
                  <a:cubicBezTo>
                    <a:pt x="26119" y="4096"/>
                    <a:pt x="25094" y="7250"/>
                    <a:pt x="24853" y="10050"/>
                  </a:cubicBezTo>
                  <a:lnTo>
                    <a:pt x="24853" y="10050"/>
                  </a:lnTo>
                  <a:cubicBezTo>
                    <a:pt x="24859" y="7656"/>
                    <a:pt x="23079" y="5342"/>
                    <a:pt x="20746" y="4743"/>
                  </a:cubicBezTo>
                  <a:cubicBezTo>
                    <a:pt x="20310" y="4647"/>
                    <a:pt x="19873" y="4600"/>
                    <a:pt x="19440" y="4600"/>
                  </a:cubicBezTo>
                  <a:cubicBezTo>
                    <a:pt x="17258" y="4600"/>
                    <a:pt x="15194" y="5783"/>
                    <a:pt x="14081" y="7750"/>
                  </a:cubicBezTo>
                  <a:cubicBezTo>
                    <a:pt x="12646" y="10416"/>
                    <a:pt x="13774" y="14107"/>
                    <a:pt x="15380" y="16705"/>
                  </a:cubicBezTo>
                  <a:cubicBezTo>
                    <a:pt x="13253" y="16073"/>
                    <a:pt x="11029" y="15506"/>
                    <a:pt x="8841" y="15506"/>
                  </a:cubicBezTo>
                  <a:cubicBezTo>
                    <a:pt x="7830" y="15506"/>
                    <a:pt x="6827" y="15627"/>
                    <a:pt x="5845" y="15919"/>
                  </a:cubicBezTo>
                  <a:cubicBezTo>
                    <a:pt x="2701" y="16841"/>
                    <a:pt x="1" y="19815"/>
                    <a:pt x="548" y="23027"/>
                  </a:cubicBezTo>
                  <a:cubicBezTo>
                    <a:pt x="1386" y="27756"/>
                    <a:pt x="6495" y="29389"/>
                    <a:pt x="11464" y="29389"/>
                  </a:cubicBezTo>
                  <a:cubicBezTo>
                    <a:pt x="14396" y="29389"/>
                    <a:pt x="17280" y="28820"/>
                    <a:pt x="19208" y="27983"/>
                  </a:cubicBezTo>
                  <a:cubicBezTo>
                    <a:pt x="19408" y="27883"/>
                    <a:pt x="19645" y="27819"/>
                    <a:pt x="19878" y="27819"/>
                  </a:cubicBezTo>
                  <a:cubicBezTo>
                    <a:pt x="19963" y="27819"/>
                    <a:pt x="20048" y="27828"/>
                    <a:pt x="20131" y="27846"/>
                  </a:cubicBezTo>
                  <a:cubicBezTo>
                    <a:pt x="20370" y="27983"/>
                    <a:pt x="20575" y="28222"/>
                    <a:pt x="20678" y="28461"/>
                  </a:cubicBezTo>
                  <a:cubicBezTo>
                    <a:pt x="23021" y="32712"/>
                    <a:pt x="27339" y="34762"/>
                    <a:pt x="31786" y="34762"/>
                  </a:cubicBezTo>
                  <a:cubicBezTo>
                    <a:pt x="34668" y="34762"/>
                    <a:pt x="37603" y="33901"/>
                    <a:pt x="40090" y="32221"/>
                  </a:cubicBezTo>
                  <a:cubicBezTo>
                    <a:pt x="42004" y="30922"/>
                    <a:pt x="44157" y="29008"/>
                    <a:pt x="44704" y="26753"/>
                  </a:cubicBezTo>
                  <a:cubicBezTo>
                    <a:pt x="46687" y="27799"/>
                    <a:pt x="48892" y="28331"/>
                    <a:pt x="51108" y="28331"/>
                  </a:cubicBezTo>
                  <a:cubicBezTo>
                    <a:pt x="52366" y="28331"/>
                    <a:pt x="53628" y="28159"/>
                    <a:pt x="54854" y="27812"/>
                  </a:cubicBezTo>
                  <a:cubicBezTo>
                    <a:pt x="56905" y="27265"/>
                    <a:pt x="58921" y="26035"/>
                    <a:pt x="59639" y="24053"/>
                  </a:cubicBezTo>
                  <a:cubicBezTo>
                    <a:pt x="59981" y="23130"/>
                    <a:pt x="60049" y="22139"/>
                    <a:pt x="59844" y="21148"/>
                  </a:cubicBezTo>
                  <a:cubicBezTo>
                    <a:pt x="59253" y="17694"/>
                    <a:pt x="55914" y="14948"/>
                    <a:pt x="52432" y="14948"/>
                  </a:cubicBezTo>
                  <a:cubicBezTo>
                    <a:pt x="52089" y="14948"/>
                    <a:pt x="51745" y="14975"/>
                    <a:pt x="51402" y="15030"/>
                  </a:cubicBezTo>
                  <a:cubicBezTo>
                    <a:pt x="51607" y="13390"/>
                    <a:pt x="51778" y="11749"/>
                    <a:pt x="51402" y="10143"/>
                  </a:cubicBezTo>
                  <a:cubicBezTo>
                    <a:pt x="50787" y="7887"/>
                    <a:pt x="49010" y="6110"/>
                    <a:pt x="46754" y="5461"/>
                  </a:cubicBezTo>
                  <a:cubicBezTo>
                    <a:pt x="46295" y="5342"/>
                    <a:pt x="45811" y="5286"/>
                    <a:pt x="45317" y="5286"/>
                  </a:cubicBezTo>
                  <a:cubicBezTo>
                    <a:pt x="43384" y="5286"/>
                    <a:pt x="41308" y="6143"/>
                    <a:pt x="40056" y="7477"/>
                  </a:cubicBezTo>
                  <a:cubicBezTo>
                    <a:pt x="40808" y="4640"/>
                    <a:pt x="38962" y="1496"/>
                    <a:pt x="36228" y="437"/>
                  </a:cubicBezTo>
                  <a:cubicBezTo>
                    <a:pt x="35436" y="140"/>
                    <a:pt x="34602" y="1"/>
                    <a:pt x="33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456496" y="1840815"/>
              <a:ext cx="1340178" cy="358787"/>
            </a:xfrm>
            <a:custGeom>
              <a:avLst/>
              <a:gdLst/>
              <a:ahLst/>
              <a:cxnLst/>
              <a:rect l="l" t="t" r="r" b="b"/>
              <a:pathLst>
                <a:path w="59537" h="15939" extrusionOk="0">
                  <a:moveTo>
                    <a:pt x="41799" y="1"/>
                  </a:moveTo>
                  <a:cubicBezTo>
                    <a:pt x="39748" y="4204"/>
                    <a:pt x="35544" y="7485"/>
                    <a:pt x="30862" y="7725"/>
                  </a:cubicBezTo>
                  <a:cubicBezTo>
                    <a:pt x="30676" y="7735"/>
                    <a:pt x="30489" y="7741"/>
                    <a:pt x="30303" y="7741"/>
                  </a:cubicBezTo>
                  <a:cubicBezTo>
                    <a:pt x="25834" y="7741"/>
                    <a:pt x="21354" y="4636"/>
                    <a:pt x="20370" y="240"/>
                  </a:cubicBezTo>
                  <a:cubicBezTo>
                    <a:pt x="18149" y="2188"/>
                    <a:pt x="15688" y="3931"/>
                    <a:pt x="12885" y="4888"/>
                  </a:cubicBezTo>
                  <a:cubicBezTo>
                    <a:pt x="11473" y="5370"/>
                    <a:pt x="9974" y="5644"/>
                    <a:pt x="8489" y="5644"/>
                  </a:cubicBezTo>
                  <a:cubicBezTo>
                    <a:pt x="7027" y="5644"/>
                    <a:pt x="5578" y="5379"/>
                    <a:pt x="4239" y="4785"/>
                  </a:cubicBezTo>
                  <a:cubicBezTo>
                    <a:pt x="2769" y="4136"/>
                    <a:pt x="1539" y="3111"/>
                    <a:pt x="616" y="1812"/>
                  </a:cubicBezTo>
                  <a:cubicBezTo>
                    <a:pt x="548" y="1675"/>
                    <a:pt x="479" y="1573"/>
                    <a:pt x="445" y="1436"/>
                  </a:cubicBezTo>
                  <a:cubicBezTo>
                    <a:pt x="103" y="2325"/>
                    <a:pt x="1" y="3282"/>
                    <a:pt x="138" y="4204"/>
                  </a:cubicBezTo>
                  <a:cubicBezTo>
                    <a:pt x="976" y="8933"/>
                    <a:pt x="6085" y="10566"/>
                    <a:pt x="11054" y="10566"/>
                  </a:cubicBezTo>
                  <a:cubicBezTo>
                    <a:pt x="13986" y="10566"/>
                    <a:pt x="16870" y="9997"/>
                    <a:pt x="18798" y="9160"/>
                  </a:cubicBezTo>
                  <a:cubicBezTo>
                    <a:pt x="18998" y="9060"/>
                    <a:pt x="19235" y="8996"/>
                    <a:pt x="19468" y="8996"/>
                  </a:cubicBezTo>
                  <a:cubicBezTo>
                    <a:pt x="19553" y="8996"/>
                    <a:pt x="19638" y="9005"/>
                    <a:pt x="19721" y="9023"/>
                  </a:cubicBezTo>
                  <a:cubicBezTo>
                    <a:pt x="19960" y="9160"/>
                    <a:pt x="20165" y="9399"/>
                    <a:pt x="20268" y="9638"/>
                  </a:cubicBezTo>
                  <a:cubicBezTo>
                    <a:pt x="22590" y="13889"/>
                    <a:pt x="26913" y="15939"/>
                    <a:pt x="31366" y="15939"/>
                  </a:cubicBezTo>
                  <a:cubicBezTo>
                    <a:pt x="34253" y="15939"/>
                    <a:pt x="37193" y="15078"/>
                    <a:pt x="39680" y="13398"/>
                  </a:cubicBezTo>
                  <a:cubicBezTo>
                    <a:pt x="41594" y="12099"/>
                    <a:pt x="43747" y="10185"/>
                    <a:pt x="44294" y="7930"/>
                  </a:cubicBezTo>
                  <a:cubicBezTo>
                    <a:pt x="46282" y="9000"/>
                    <a:pt x="48494" y="9540"/>
                    <a:pt x="50715" y="9540"/>
                  </a:cubicBezTo>
                  <a:cubicBezTo>
                    <a:pt x="51968" y="9540"/>
                    <a:pt x="53224" y="9368"/>
                    <a:pt x="54444" y="9023"/>
                  </a:cubicBezTo>
                  <a:cubicBezTo>
                    <a:pt x="56495" y="8442"/>
                    <a:pt x="58511" y="7212"/>
                    <a:pt x="59229" y="5230"/>
                  </a:cubicBezTo>
                  <a:cubicBezTo>
                    <a:pt x="59400" y="4785"/>
                    <a:pt x="59502" y="4341"/>
                    <a:pt x="59536" y="3897"/>
                  </a:cubicBezTo>
                  <a:lnTo>
                    <a:pt x="59536" y="3897"/>
                  </a:lnTo>
                  <a:cubicBezTo>
                    <a:pt x="58000" y="4232"/>
                    <a:pt x="56426" y="4398"/>
                    <a:pt x="54853" y="4398"/>
                  </a:cubicBezTo>
                  <a:cubicBezTo>
                    <a:pt x="50165" y="4398"/>
                    <a:pt x="45484" y="2918"/>
                    <a:pt x="41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425725" y="1420126"/>
              <a:ext cx="1413268" cy="770427"/>
            </a:xfrm>
            <a:custGeom>
              <a:avLst/>
              <a:gdLst/>
              <a:ahLst/>
              <a:cxnLst/>
              <a:rect l="l" t="t" r="r" b="b"/>
              <a:pathLst>
                <a:path w="62784" h="34226" extrusionOk="0">
                  <a:moveTo>
                    <a:pt x="34326" y="979"/>
                  </a:moveTo>
                  <a:cubicBezTo>
                    <a:pt x="34676" y="979"/>
                    <a:pt x="35027" y="1016"/>
                    <a:pt x="35374" y="1089"/>
                  </a:cubicBezTo>
                  <a:cubicBezTo>
                    <a:pt x="36672" y="1430"/>
                    <a:pt x="37800" y="2217"/>
                    <a:pt x="38552" y="3344"/>
                  </a:cubicBezTo>
                  <a:cubicBezTo>
                    <a:pt x="39475" y="4780"/>
                    <a:pt x="40056" y="6420"/>
                    <a:pt x="40192" y="8129"/>
                  </a:cubicBezTo>
                  <a:cubicBezTo>
                    <a:pt x="40192" y="8368"/>
                    <a:pt x="40363" y="8573"/>
                    <a:pt x="40568" y="8642"/>
                  </a:cubicBezTo>
                  <a:cubicBezTo>
                    <a:pt x="40618" y="8656"/>
                    <a:pt x="40668" y="8663"/>
                    <a:pt x="40717" y="8663"/>
                  </a:cubicBezTo>
                  <a:cubicBezTo>
                    <a:pt x="40901" y="8663"/>
                    <a:pt x="41068" y="8565"/>
                    <a:pt x="41149" y="8402"/>
                  </a:cubicBezTo>
                  <a:cubicBezTo>
                    <a:pt x="41979" y="6659"/>
                    <a:pt x="43728" y="5588"/>
                    <a:pt x="45597" y="5588"/>
                  </a:cubicBezTo>
                  <a:cubicBezTo>
                    <a:pt x="46037" y="5588"/>
                    <a:pt x="46483" y="5647"/>
                    <a:pt x="46925" y="5771"/>
                  </a:cubicBezTo>
                  <a:cubicBezTo>
                    <a:pt x="49249" y="6420"/>
                    <a:pt x="50514" y="8539"/>
                    <a:pt x="50753" y="10863"/>
                  </a:cubicBezTo>
                  <a:cubicBezTo>
                    <a:pt x="50890" y="12162"/>
                    <a:pt x="50787" y="13529"/>
                    <a:pt x="50445" y="14793"/>
                  </a:cubicBezTo>
                  <a:cubicBezTo>
                    <a:pt x="50391" y="15119"/>
                    <a:pt x="50638" y="15402"/>
                    <a:pt x="50931" y="15402"/>
                  </a:cubicBezTo>
                  <a:cubicBezTo>
                    <a:pt x="51007" y="15402"/>
                    <a:pt x="51086" y="15383"/>
                    <a:pt x="51163" y="15340"/>
                  </a:cubicBezTo>
                  <a:cubicBezTo>
                    <a:pt x="51986" y="14838"/>
                    <a:pt x="52877" y="14619"/>
                    <a:pt x="53778" y="14619"/>
                  </a:cubicBezTo>
                  <a:cubicBezTo>
                    <a:pt x="56432" y="14619"/>
                    <a:pt x="59175" y="16521"/>
                    <a:pt x="60527" y="18690"/>
                  </a:cubicBezTo>
                  <a:cubicBezTo>
                    <a:pt x="61074" y="19510"/>
                    <a:pt x="61348" y="20501"/>
                    <a:pt x="61245" y="21458"/>
                  </a:cubicBezTo>
                  <a:cubicBezTo>
                    <a:pt x="61040" y="22415"/>
                    <a:pt x="60596" y="23269"/>
                    <a:pt x="59946" y="23953"/>
                  </a:cubicBezTo>
                  <a:cubicBezTo>
                    <a:pt x="59263" y="24671"/>
                    <a:pt x="58477" y="25320"/>
                    <a:pt x="57657" y="25901"/>
                  </a:cubicBezTo>
                  <a:cubicBezTo>
                    <a:pt x="56768" y="26482"/>
                    <a:pt x="55811" y="26960"/>
                    <a:pt x="54820" y="27234"/>
                  </a:cubicBezTo>
                  <a:cubicBezTo>
                    <a:pt x="54332" y="27361"/>
                    <a:pt x="53848" y="27418"/>
                    <a:pt x="53369" y="27418"/>
                  </a:cubicBezTo>
                  <a:cubicBezTo>
                    <a:pt x="51665" y="27418"/>
                    <a:pt x="50025" y="26701"/>
                    <a:pt x="48531" y="25901"/>
                  </a:cubicBezTo>
                  <a:cubicBezTo>
                    <a:pt x="48053" y="25593"/>
                    <a:pt x="47575" y="25320"/>
                    <a:pt x="47062" y="25115"/>
                  </a:cubicBezTo>
                  <a:cubicBezTo>
                    <a:pt x="46915" y="25066"/>
                    <a:pt x="46765" y="25042"/>
                    <a:pt x="46617" y="25042"/>
                  </a:cubicBezTo>
                  <a:cubicBezTo>
                    <a:pt x="46250" y="25042"/>
                    <a:pt x="45895" y="25188"/>
                    <a:pt x="45626" y="25457"/>
                  </a:cubicBezTo>
                  <a:cubicBezTo>
                    <a:pt x="45285" y="25798"/>
                    <a:pt x="44977" y="26174"/>
                    <a:pt x="44738" y="26584"/>
                  </a:cubicBezTo>
                  <a:cubicBezTo>
                    <a:pt x="44464" y="26995"/>
                    <a:pt x="44157" y="27370"/>
                    <a:pt x="43849" y="27746"/>
                  </a:cubicBezTo>
                  <a:cubicBezTo>
                    <a:pt x="41320" y="30788"/>
                    <a:pt x="37698" y="33010"/>
                    <a:pt x="33665" y="33180"/>
                  </a:cubicBezTo>
                  <a:cubicBezTo>
                    <a:pt x="33530" y="33185"/>
                    <a:pt x="33395" y="33187"/>
                    <a:pt x="33261" y="33187"/>
                  </a:cubicBezTo>
                  <a:cubicBezTo>
                    <a:pt x="31384" y="33187"/>
                    <a:pt x="29547" y="32743"/>
                    <a:pt x="27889" y="31882"/>
                  </a:cubicBezTo>
                  <a:cubicBezTo>
                    <a:pt x="26009" y="30856"/>
                    <a:pt x="24608" y="29216"/>
                    <a:pt x="23412" y="27507"/>
                  </a:cubicBezTo>
                  <a:cubicBezTo>
                    <a:pt x="23104" y="27063"/>
                    <a:pt x="22797" y="26619"/>
                    <a:pt x="22523" y="26140"/>
                  </a:cubicBezTo>
                  <a:cubicBezTo>
                    <a:pt x="22421" y="25986"/>
                    <a:pt x="22258" y="25909"/>
                    <a:pt x="22100" y="25909"/>
                  </a:cubicBezTo>
                  <a:cubicBezTo>
                    <a:pt x="21942" y="25909"/>
                    <a:pt x="21788" y="25986"/>
                    <a:pt x="21703" y="26140"/>
                  </a:cubicBezTo>
                  <a:cubicBezTo>
                    <a:pt x="20131" y="28464"/>
                    <a:pt x="17568" y="29865"/>
                    <a:pt x="14936" y="30515"/>
                  </a:cubicBezTo>
                  <a:cubicBezTo>
                    <a:pt x="13678" y="30825"/>
                    <a:pt x="12343" y="31002"/>
                    <a:pt x="11009" y="31002"/>
                  </a:cubicBezTo>
                  <a:cubicBezTo>
                    <a:pt x="9262" y="31002"/>
                    <a:pt x="7517" y="30700"/>
                    <a:pt x="5948" y="30002"/>
                  </a:cubicBezTo>
                  <a:cubicBezTo>
                    <a:pt x="3487" y="28874"/>
                    <a:pt x="1265" y="26584"/>
                    <a:pt x="1094" y="23748"/>
                  </a:cubicBezTo>
                  <a:cubicBezTo>
                    <a:pt x="958" y="21082"/>
                    <a:pt x="2530" y="18485"/>
                    <a:pt x="4820" y="17152"/>
                  </a:cubicBezTo>
                  <a:cubicBezTo>
                    <a:pt x="6120" y="16390"/>
                    <a:pt x="7627" y="15982"/>
                    <a:pt x="9149" y="15982"/>
                  </a:cubicBezTo>
                  <a:cubicBezTo>
                    <a:pt x="9266" y="15982"/>
                    <a:pt x="9384" y="15985"/>
                    <a:pt x="9502" y="15990"/>
                  </a:cubicBezTo>
                  <a:cubicBezTo>
                    <a:pt x="11245" y="16024"/>
                    <a:pt x="12920" y="16434"/>
                    <a:pt x="14492" y="17152"/>
                  </a:cubicBezTo>
                  <a:cubicBezTo>
                    <a:pt x="14571" y="17207"/>
                    <a:pt x="14653" y="17231"/>
                    <a:pt x="14732" y="17231"/>
                  </a:cubicBezTo>
                  <a:cubicBezTo>
                    <a:pt x="14996" y="17231"/>
                    <a:pt x="15220" y="16962"/>
                    <a:pt x="15141" y="16673"/>
                  </a:cubicBezTo>
                  <a:cubicBezTo>
                    <a:pt x="14287" y="12982"/>
                    <a:pt x="13364" y="8505"/>
                    <a:pt x="15893" y="5224"/>
                  </a:cubicBezTo>
                  <a:cubicBezTo>
                    <a:pt x="17097" y="3738"/>
                    <a:pt x="18850" y="2966"/>
                    <a:pt x="20616" y="2966"/>
                  </a:cubicBezTo>
                  <a:cubicBezTo>
                    <a:pt x="22058" y="2966"/>
                    <a:pt x="23509" y="3481"/>
                    <a:pt x="24676" y="4541"/>
                  </a:cubicBezTo>
                  <a:cubicBezTo>
                    <a:pt x="25941" y="5873"/>
                    <a:pt x="26590" y="7685"/>
                    <a:pt x="26453" y="9496"/>
                  </a:cubicBezTo>
                  <a:cubicBezTo>
                    <a:pt x="26453" y="9800"/>
                    <a:pt x="26686" y="9967"/>
                    <a:pt x="26922" y="9967"/>
                  </a:cubicBezTo>
                  <a:cubicBezTo>
                    <a:pt x="27078" y="9967"/>
                    <a:pt x="27236" y="9893"/>
                    <a:pt x="27329" y="9738"/>
                  </a:cubicBezTo>
                  <a:lnTo>
                    <a:pt x="27329" y="9738"/>
                  </a:lnTo>
                  <a:cubicBezTo>
                    <a:pt x="27448" y="9711"/>
                    <a:pt x="27549" y="9624"/>
                    <a:pt x="27581" y="9462"/>
                  </a:cubicBezTo>
                  <a:cubicBezTo>
                    <a:pt x="27752" y="8676"/>
                    <a:pt x="27821" y="7890"/>
                    <a:pt x="28060" y="7138"/>
                  </a:cubicBezTo>
                  <a:cubicBezTo>
                    <a:pt x="28265" y="6386"/>
                    <a:pt x="28538" y="5668"/>
                    <a:pt x="28880" y="4951"/>
                  </a:cubicBezTo>
                  <a:cubicBezTo>
                    <a:pt x="29461" y="3652"/>
                    <a:pt x="30418" y="2558"/>
                    <a:pt x="31614" y="1806"/>
                  </a:cubicBezTo>
                  <a:cubicBezTo>
                    <a:pt x="32416" y="1255"/>
                    <a:pt x="33365" y="979"/>
                    <a:pt x="34326" y="979"/>
                  </a:cubicBezTo>
                  <a:close/>
                  <a:moveTo>
                    <a:pt x="34413" y="1"/>
                  </a:moveTo>
                  <a:cubicBezTo>
                    <a:pt x="32007" y="1"/>
                    <a:pt x="29819" y="1720"/>
                    <a:pt x="28641" y="3857"/>
                  </a:cubicBezTo>
                  <a:cubicBezTo>
                    <a:pt x="28162" y="4677"/>
                    <a:pt x="27786" y="5532"/>
                    <a:pt x="27513" y="6454"/>
                  </a:cubicBezTo>
                  <a:cubicBezTo>
                    <a:pt x="27443" y="6691"/>
                    <a:pt x="27375" y="6927"/>
                    <a:pt x="27310" y="7163"/>
                  </a:cubicBezTo>
                  <a:lnTo>
                    <a:pt x="27310" y="7163"/>
                  </a:lnTo>
                  <a:cubicBezTo>
                    <a:pt x="27289" y="7063"/>
                    <a:pt x="27265" y="6964"/>
                    <a:pt x="27240" y="6865"/>
                  </a:cubicBezTo>
                  <a:cubicBezTo>
                    <a:pt x="26966" y="5976"/>
                    <a:pt x="26522" y="5122"/>
                    <a:pt x="25941" y="4370"/>
                  </a:cubicBezTo>
                  <a:cubicBezTo>
                    <a:pt x="24621" y="2670"/>
                    <a:pt x="22661" y="1803"/>
                    <a:pt x="20692" y="1803"/>
                  </a:cubicBezTo>
                  <a:cubicBezTo>
                    <a:pt x="18939" y="1803"/>
                    <a:pt x="17179" y="2491"/>
                    <a:pt x="15859" y="3891"/>
                  </a:cubicBezTo>
                  <a:cubicBezTo>
                    <a:pt x="14560" y="5327"/>
                    <a:pt x="13740" y="7104"/>
                    <a:pt x="13501" y="9018"/>
                  </a:cubicBezTo>
                  <a:cubicBezTo>
                    <a:pt x="13170" y="11362"/>
                    <a:pt x="13553" y="13707"/>
                    <a:pt x="14046" y="15982"/>
                  </a:cubicBezTo>
                  <a:lnTo>
                    <a:pt x="14046" y="15982"/>
                  </a:lnTo>
                  <a:cubicBezTo>
                    <a:pt x="12797" y="15388"/>
                    <a:pt x="11440" y="15013"/>
                    <a:pt x="10083" y="14930"/>
                  </a:cubicBezTo>
                  <a:cubicBezTo>
                    <a:pt x="9817" y="14909"/>
                    <a:pt x="9552" y="14898"/>
                    <a:pt x="9288" y="14898"/>
                  </a:cubicBezTo>
                  <a:cubicBezTo>
                    <a:pt x="7856" y="14898"/>
                    <a:pt x="6460" y="15208"/>
                    <a:pt x="5161" y="15785"/>
                  </a:cubicBezTo>
                  <a:cubicBezTo>
                    <a:pt x="2427" y="17083"/>
                    <a:pt x="582" y="19681"/>
                    <a:pt x="274" y="22654"/>
                  </a:cubicBezTo>
                  <a:cubicBezTo>
                    <a:pt x="1" y="25696"/>
                    <a:pt x="1846" y="28498"/>
                    <a:pt x="4375" y="30070"/>
                  </a:cubicBezTo>
                  <a:cubicBezTo>
                    <a:pt x="6370" y="31335"/>
                    <a:pt x="8763" y="31839"/>
                    <a:pt x="11148" y="31839"/>
                  </a:cubicBezTo>
                  <a:cubicBezTo>
                    <a:pt x="12114" y="31839"/>
                    <a:pt x="13078" y="31756"/>
                    <a:pt x="14013" y="31608"/>
                  </a:cubicBezTo>
                  <a:cubicBezTo>
                    <a:pt x="17078" y="31103"/>
                    <a:pt x="20085" y="29691"/>
                    <a:pt x="22061" y="27266"/>
                  </a:cubicBezTo>
                  <a:lnTo>
                    <a:pt x="22061" y="27266"/>
                  </a:lnTo>
                  <a:cubicBezTo>
                    <a:pt x="23185" y="28998"/>
                    <a:pt x="24426" y="30662"/>
                    <a:pt x="26078" y="31916"/>
                  </a:cubicBezTo>
                  <a:cubicBezTo>
                    <a:pt x="27821" y="33215"/>
                    <a:pt x="29871" y="34001"/>
                    <a:pt x="32058" y="34172"/>
                  </a:cubicBezTo>
                  <a:cubicBezTo>
                    <a:pt x="32445" y="34208"/>
                    <a:pt x="32830" y="34226"/>
                    <a:pt x="33214" y="34226"/>
                  </a:cubicBezTo>
                  <a:cubicBezTo>
                    <a:pt x="37132" y="34226"/>
                    <a:pt x="40836" y="32363"/>
                    <a:pt x="43576" y="29592"/>
                  </a:cubicBezTo>
                  <a:cubicBezTo>
                    <a:pt x="44328" y="28806"/>
                    <a:pt x="45011" y="27986"/>
                    <a:pt x="45626" y="27131"/>
                  </a:cubicBezTo>
                  <a:cubicBezTo>
                    <a:pt x="45866" y="26789"/>
                    <a:pt x="46105" y="26208"/>
                    <a:pt x="46515" y="26072"/>
                  </a:cubicBezTo>
                  <a:cubicBezTo>
                    <a:pt x="46548" y="26061"/>
                    <a:pt x="46580" y="26056"/>
                    <a:pt x="46613" y="26056"/>
                  </a:cubicBezTo>
                  <a:cubicBezTo>
                    <a:pt x="46785" y="26056"/>
                    <a:pt x="46952" y="26191"/>
                    <a:pt x="47096" y="26277"/>
                  </a:cubicBezTo>
                  <a:lnTo>
                    <a:pt x="47882" y="26755"/>
                  </a:lnTo>
                  <a:cubicBezTo>
                    <a:pt x="49571" y="27697"/>
                    <a:pt x="51394" y="28503"/>
                    <a:pt x="53334" y="28503"/>
                  </a:cubicBezTo>
                  <a:cubicBezTo>
                    <a:pt x="53789" y="28503"/>
                    <a:pt x="54250" y="28459"/>
                    <a:pt x="54717" y="28362"/>
                  </a:cubicBezTo>
                  <a:cubicBezTo>
                    <a:pt x="55811" y="28122"/>
                    <a:pt x="56836" y="27678"/>
                    <a:pt x="57793" y="27029"/>
                  </a:cubicBezTo>
                  <a:cubicBezTo>
                    <a:pt x="58716" y="26448"/>
                    <a:pt x="59571" y="25764"/>
                    <a:pt x="60357" y="24978"/>
                  </a:cubicBezTo>
                  <a:cubicBezTo>
                    <a:pt x="61826" y="23440"/>
                    <a:pt x="62783" y="21321"/>
                    <a:pt x="61963" y="19202"/>
                  </a:cubicBezTo>
                  <a:cubicBezTo>
                    <a:pt x="61211" y="17254"/>
                    <a:pt x="59502" y="15648"/>
                    <a:pt x="57622" y="14691"/>
                  </a:cubicBezTo>
                  <a:cubicBezTo>
                    <a:pt x="56443" y="14054"/>
                    <a:pt x="55084" y="13629"/>
                    <a:pt x="53737" y="13629"/>
                  </a:cubicBezTo>
                  <a:cubicBezTo>
                    <a:pt x="53133" y="13629"/>
                    <a:pt x="52531" y="13714"/>
                    <a:pt x="51949" y="13905"/>
                  </a:cubicBezTo>
                  <a:cubicBezTo>
                    <a:pt x="51811" y="13954"/>
                    <a:pt x="51678" y="14007"/>
                    <a:pt x="51549" y="14062"/>
                  </a:cubicBezTo>
                  <a:lnTo>
                    <a:pt x="51549" y="14062"/>
                  </a:lnTo>
                  <a:cubicBezTo>
                    <a:pt x="51899" y="11806"/>
                    <a:pt x="51869" y="9402"/>
                    <a:pt x="50650" y="7411"/>
                  </a:cubicBezTo>
                  <a:cubicBezTo>
                    <a:pt x="49525" y="5647"/>
                    <a:pt x="47596" y="4629"/>
                    <a:pt x="45580" y="4629"/>
                  </a:cubicBezTo>
                  <a:cubicBezTo>
                    <a:pt x="44901" y="4629"/>
                    <a:pt x="44213" y="4744"/>
                    <a:pt x="43542" y="4985"/>
                  </a:cubicBezTo>
                  <a:cubicBezTo>
                    <a:pt x="42568" y="5341"/>
                    <a:pt x="41693" y="5945"/>
                    <a:pt x="41021" y="6739"/>
                  </a:cubicBezTo>
                  <a:lnTo>
                    <a:pt x="41021" y="6739"/>
                  </a:lnTo>
                  <a:cubicBezTo>
                    <a:pt x="40774" y="5530"/>
                    <a:pt x="40334" y="4367"/>
                    <a:pt x="39714" y="3276"/>
                  </a:cubicBezTo>
                  <a:cubicBezTo>
                    <a:pt x="38894" y="1943"/>
                    <a:pt x="37698" y="884"/>
                    <a:pt x="36228" y="337"/>
                  </a:cubicBezTo>
                  <a:cubicBezTo>
                    <a:pt x="35617" y="106"/>
                    <a:pt x="35008" y="1"/>
                    <a:pt x="344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726919" y="1989049"/>
            <a:ext cx="1554031" cy="950703"/>
            <a:chOff x="3298242" y="4070048"/>
            <a:chExt cx="1165523" cy="713027"/>
          </a:xfrm>
          <a:solidFill>
            <a:srgbClr val="0D1D51"/>
          </a:solidFill>
        </p:grpSpPr>
        <p:sp>
          <p:nvSpPr>
            <p:cNvPr id="72" name="Google Shape;72;p15"/>
            <p:cNvSpPr/>
            <p:nvPr/>
          </p:nvSpPr>
          <p:spPr>
            <a:xfrm>
              <a:off x="3322958" y="4070048"/>
              <a:ext cx="1140807" cy="713027"/>
            </a:xfrm>
            <a:custGeom>
              <a:avLst/>
              <a:gdLst/>
              <a:ahLst/>
              <a:cxnLst/>
              <a:rect l="l" t="t" r="r" b="b"/>
              <a:pathLst>
                <a:path w="50680" h="31676" extrusionOk="0">
                  <a:moveTo>
                    <a:pt x="27879" y="1"/>
                  </a:moveTo>
                  <a:cubicBezTo>
                    <a:pt x="25875" y="1"/>
                    <a:pt x="23884" y="627"/>
                    <a:pt x="22211" y="1822"/>
                  </a:cubicBezTo>
                  <a:cubicBezTo>
                    <a:pt x="20775" y="2916"/>
                    <a:pt x="17187" y="7051"/>
                    <a:pt x="18588" y="9136"/>
                  </a:cubicBezTo>
                  <a:cubicBezTo>
                    <a:pt x="17250" y="7184"/>
                    <a:pt x="14857" y="6091"/>
                    <a:pt x="12501" y="6091"/>
                  </a:cubicBezTo>
                  <a:cubicBezTo>
                    <a:pt x="11185" y="6091"/>
                    <a:pt x="9881" y="6432"/>
                    <a:pt x="8780" y="7154"/>
                  </a:cubicBezTo>
                  <a:cubicBezTo>
                    <a:pt x="5669" y="9170"/>
                    <a:pt x="4610" y="13784"/>
                    <a:pt x="6558" y="16928"/>
                  </a:cubicBezTo>
                  <a:cubicBezTo>
                    <a:pt x="6124" y="16766"/>
                    <a:pt x="5683" y="16691"/>
                    <a:pt x="5246" y="16691"/>
                  </a:cubicBezTo>
                  <a:cubicBezTo>
                    <a:pt x="2549" y="16691"/>
                    <a:pt x="0" y="19544"/>
                    <a:pt x="235" y="22397"/>
                  </a:cubicBezTo>
                  <a:cubicBezTo>
                    <a:pt x="543" y="25712"/>
                    <a:pt x="3653" y="28241"/>
                    <a:pt x="6934" y="28754"/>
                  </a:cubicBezTo>
                  <a:cubicBezTo>
                    <a:pt x="7500" y="28843"/>
                    <a:pt x="8069" y="28884"/>
                    <a:pt x="8638" y="28884"/>
                  </a:cubicBezTo>
                  <a:cubicBezTo>
                    <a:pt x="11336" y="28884"/>
                    <a:pt x="14042" y="27951"/>
                    <a:pt x="16469" y="26737"/>
                  </a:cubicBezTo>
                  <a:cubicBezTo>
                    <a:pt x="18690" y="30016"/>
                    <a:pt x="22238" y="31676"/>
                    <a:pt x="25792" y="31676"/>
                  </a:cubicBezTo>
                  <a:cubicBezTo>
                    <a:pt x="29128" y="31676"/>
                    <a:pt x="32469" y="30212"/>
                    <a:pt x="34720" y="27250"/>
                  </a:cubicBezTo>
                  <a:cubicBezTo>
                    <a:pt x="36761" y="28543"/>
                    <a:pt x="39194" y="29384"/>
                    <a:pt x="41588" y="29384"/>
                  </a:cubicBezTo>
                  <a:cubicBezTo>
                    <a:pt x="42802" y="29384"/>
                    <a:pt x="44005" y="29168"/>
                    <a:pt x="45143" y="28685"/>
                  </a:cubicBezTo>
                  <a:cubicBezTo>
                    <a:pt x="48493" y="27284"/>
                    <a:pt x="50680" y="23012"/>
                    <a:pt x="49039" y="19765"/>
                  </a:cubicBezTo>
                  <a:cubicBezTo>
                    <a:pt x="48014" y="17646"/>
                    <a:pt x="45690" y="16416"/>
                    <a:pt x="43366" y="16142"/>
                  </a:cubicBezTo>
                  <a:cubicBezTo>
                    <a:pt x="43001" y="16099"/>
                    <a:pt x="42642" y="16079"/>
                    <a:pt x="42288" y="16079"/>
                  </a:cubicBezTo>
                  <a:cubicBezTo>
                    <a:pt x="40157" y="16079"/>
                    <a:pt x="38202" y="16787"/>
                    <a:pt x="36121" y="17168"/>
                  </a:cubicBezTo>
                  <a:cubicBezTo>
                    <a:pt x="35847" y="15903"/>
                    <a:pt x="36838" y="14639"/>
                    <a:pt x="37180" y="13340"/>
                  </a:cubicBezTo>
                  <a:cubicBezTo>
                    <a:pt x="37830" y="11084"/>
                    <a:pt x="37761" y="8692"/>
                    <a:pt x="36975" y="6505"/>
                  </a:cubicBezTo>
                  <a:cubicBezTo>
                    <a:pt x="35882" y="3531"/>
                    <a:pt x="33455" y="1276"/>
                    <a:pt x="30447" y="353"/>
                  </a:cubicBezTo>
                  <a:cubicBezTo>
                    <a:pt x="29605" y="117"/>
                    <a:pt x="28741" y="1"/>
                    <a:pt x="278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326717" y="4524187"/>
              <a:ext cx="1127819" cy="258888"/>
            </a:xfrm>
            <a:custGeom>
              <a:avLst/>
              <a:gdLst/>
              <a:ahLst/>
              <a:cxnLst/>
              <a:rect l="l" t="t" r="r" b="b"/>
              <a:pathLst>
                <a:path w="50103" h="11501" extrusionOk="0">
                  <a:moveTo>
                    <a:pt x="17567" y="0"/>
                  </a:moveTo>
                  <a:cubicBezTo>
                    <a:pt x="15414" y="2861"/>
                    <a:pt x="12064" y="4500"/>
                    <a:pt x="8573" y="4500"/>
                  </a:cubicBezTo>
                  <a:cubicBezTo>
                    <a:pt x="8019" y="4500"/>
                    <a:pt x="7461" y="4459"/>
                    <a:pt x="6904" y="4375"/>
                  </a:cubicBezTo>
                  <a:cubicBezTo>
                    <a:pt x="3657" y="3862"/>
                    <a:pt x="2427" y="1948"/>
                    <a:pt x="308" y="205"/>
                  </a:cubicBezTo>
                  <a:cubicBezTo>
                    <a:pt x="103" y="855"/>
                    <a:pt x="0" y="1538"/>
                    <a:pt x="68" y="2222"/>
                  </a:cubicBezTo>
                  <a:cubicBezTo>
                    <a:pt x="342" y="5503"/>
                    <a:pt x="3486" y="8066"/>
                    <a:pt x="6733" y="8579"/>
                  </a:cubicBezTo>
                  <a:cubicBezTo>
                    <a:pt x="7305" y="8668"/>
                    <a:pt x="7877" y="8709"/>
                    <a:pt x="8449" y="8709"/>
                  </a:cubicBezTo>
                  <a:cubicBezTo>
                    <a:pt x="11159" y="8709"/>
                    <a:pt x="13847" y="7776"/>
                    <a:pt x="16302" y="6562"/>
                  </a:cubicBezTo>
                  <a:cubicBezTo>
                    <a:pt x="18506" y="9841"/>
                    <a:pt x="22045" y="11501"/>
                    <a:pt x="25594" y="11501"/>
                  </a:cubicBezTo>
                  <a:cubicBezTo>
                    <a:pt x="28927" y="11501"/>
                    <a:pt x="32268" y="10037"/>
                    <a:pt x="34518" y="7075"/>
                  </a:cubicBezTo>
                  <a:cubicBezTo>
                    <a:pt x="36560" y="8368"/>
                    <a:pt x="39008" y="9209"/>
                    <a:pt x="41402" y="9209"/>
                  </a:cubicBezTo>
                  <a:cubicBezTo>
                    <a:pt x="42616" y="9209"/>
                    <a:pt x="43816" y="8993"/>
                    <a:pt x="44942" y="8510"/>
                  </a:cubicBezTo>
                  <a:cubicBezTo>
                    <a:pt x="48018" y="7246"/>
                    <a:pt x="50103" y="3623"/>
                    <a:pt x="49248" y="513"/>
                  </a:cubicBezTo>
                  <a:lnTo>
                    <a:pt x="49248" y="513"/>
                  </a:lnTo>
                  <a:cubicBezTo>
                    <a:pt x="47165" y="2255"/>
                    <a:pt x="44616" y="3112"/>
                    <a:pt x="42075" y="3112"/>
                  </a:cubicBezTo>
                  <a:cubicBezTo>
                    <a:pt x="39281" y="3112"/>
                    <a:pt x="36495" y="2075"/>
                    <a:pt x="34347" y="34"/>
                  </a:cubicBezTo>
                  <a:cubicBezTo>
                    <a:pt x="32194" y="3213"/>
                    <a:pt x="29460" y="6767"/>
                    <a:pt x="25632" y="6767"/>
                  </a:cubicBezTo>
                  <a:cubicBezTo>
                    <a:pt x="21907" y="6767"/>
                    <a:pt x="19173" y="3350"/>
                    <a:pt x="17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298242" y="4088799"/>
              <a:ext cx="1157847" cy="685722"/>
            </a:xfrm>
            <a:custGeom>
              <a:avLst/>
              <a:gdLst/>
              <a:ahLst/>
              <a:cxnLst/>
              <a:rect l="l" t="t" r="r" b="b"/>
              <a:pathLst>
                <a:path w="51437" h="30463" extrusionOk="0">
                  <a:moveTo>
                    <a:pt x="28483" y="886"/>
                  </a:moveTo>
                  <a:cubicBezTo>
                    <a:pt x="28535" y="886"/>
                    <a:pt x="28588" y="886"/>
                    <a:pt x="28640" y="887"/>
                  </a:cubicBezTo>
                  <a:cubicBezTo>
                    <a:pt x="30588" y="955"/>
                    <a:pt x="32468" y="1673"/>
                    <a:pt x="33972" y="2869"/>
                  </a:cubicBezTo>
                  <a:cubicBezTo>
                    <a:pt x="35578" y="4168"/>
                    <a:pt x="36672" y="5945"/>
                    <a:pt x="37116" y="7961"/>
                  </a:cubicBezTo>
                  <a:cubicBezTo>
                    <a:pt x="37595" y="10354"/>
                    <a:pt x="37321" y="12849"/>
                    <a:pt x="36399" y="15139"/>
                  </a:cubicBezTo>
                  <a:cubicBezTo>
                    <a:pt x="36276" y="15445"/>
                    <a:pt x="36565" y="15696"/>
                    <a:pt x="36847" y="15696"/>
                  </a:cubicBezTo>
                  <a:cubicBezTo>
                    <a:pt x="36880" y="15696"/>
                    <a:pt x="36913" y="15692"/>
                    <a:pt x="36945" y="15685"/>
                  </a:cubicBezTo>
                  <a:cubicBezTo>
                    <a:pt x="38814" y="15232"/>
                    <a:pt x="40765" y="14736"/>
                    <a:pt x="42702" y="14736"/>
                  </a:cubicBezTo>
                  <a:cubicBezTo>
                    <a:pt x="43246" y="14736"/>
                    <a:pt x="43788" y="14775"/>
                    <a:pt x="44327" y="14865"/>
                  </a:cubicBezTo>
                  <a:cubicBezTo>
                    <a:pt x="46310" y="15139"/>
                    <a:pt x="48053" y="16266"/>
                    <a:pt x="49112" y="17941"/>
                  </a:cubicBezTo>
                  <a:cubicBezTo>
                    <a:pt x="51436" y="22008"/>
                    <a:pt x="46446" y="25631"/>
                    <a:pt x="42926" y="26348"/>
                  </a:cubicBezTo>
                  <a:cubicBezTo>
                    <a:pt x="42465" y="26442"/>
                    <a:pt x="41988" y="26490"/>
                    <a:pt x="41508" y="26490"/>
                  </a:cubicBezTo>
                  <a:cubicBezTo>
                    <a:pt x="39713" y="26490"/>
                    <a:pt x="37895" y="25816"/>
                    <a:pt x="36843" y="24332"/>
                  </a:cubicBezTo>
                  <a:cubicBezTo>
                    <a:pt x="36757" y="24212"/>
                    <a:pt x="36621" y="24153"/>
                    <a:pt x="36484" y="24153"/>
                  </a:cubicBezTo>
                  <a:cubicBezTo>
                    <a:pt x="36347" y="24153"/>
                    <a:pt x="36211" y="24212"/>
                    <a:pt x="36125" y="24332"/>
                  </a:cubicBezTo>
                  <a:cubicBezTo>
                    <a:pt x="34724" y="26793"/>
                    <a:pt x="32400" y="28570"/>
                    <a:pt x="29666" y="29253"/>
                  </a:cubicBezTo>
                  <a:cubicBezTo>
                    <a:pt x="28851" y="29457"/>
                    <a:pt x="28024" y="29558"/>
                    <a:pt x="27202" y="29558"/>
                  </a:cubicBezTo>
                  <a:cubicBezTo>
                    <a:pt x="25266" y="29558"/>
                    <a:pt x="23358" y="29000"/>
                    <a:pt x="21703" y="27921"/>
                  </a:cubicBezTo>
                  <a:cubicBezTo>
                    <a:pt x="20336" y="27066"/>
                    <a:pt x="19242" y="25938"/>
                    <a:pt x="18456" y="24537"/>
                  </a:cubicBezTo>
                  <a:cubicBezTo>
                    <a:pt x="18361" y="24404"/>
                    <a:pt x="18212" y="24334"/>
                    <a:pt x="18064" y="24334"/>
                  </a:cubicBezTo>
                  <a:cubicBezTo>
                    <a:pt x="17946" y="24334"/>
                    <a:pt x="17829" y="24378"/>
                    <a:pt x="17738" y="24469"/>
                  </a:cubicBezTo>
                  <a:cubicBezTo>
                    <a:pt x="16303" y="26314"/>
                    <a:pt x="14423" y="27715"/>
                    <a:pt x="12236" y="28536"/>
                  </a:cubicBezTo>
                  <a:cubicBezTo>
                    <a:pt x="11204" y="28912"/>
                    <a:pt x="10125" y="29101"/>
                    <a:pt x="9048" y="29101"/>
                  </a:cubicBezTo>
                  <a:cubicBezTo>
                    <a:pt x="7878" y="29101"/>
                    <a:pt x="6709" y="28878"/>
                    <a:pt x="5605" y="28433"/>
                  </a:cubicBezTo>
                  <a:cubicBezTo>
                    <a:pt x="3555" y="27613"/>
                    <a:pt x="1983" y="25904"/>
                    <a:pt x="1402" y="23751"/>
                  </a:cubicBezTo>
                  <a:cubicBezTo>
                    <a:pt x="752" y="21735"/>
                    <a:pt x="1265" y="19547"/>
                    <a:pt x="2666" y="17975"/>
                  </a:cubicBezTo>
                  <a:cubicBezTo>
                    <a:pt x="3748" y="16869"/>
                    <a:pt x="5271" y="16203"/>
                    <a:pt x="6804" y="16203"/>
                  </a:cubicBezTo>
                  <a:cubicBezTo>
                    <a:pt x="7450" y="16203"/>
                    <a:pt x="8098" y="16321"/>
                    <a:pt x="8716" y="16574"/>
                  </a:cubicBezTo>
                  <a:cubicBezTo>
                    <a:pt x="8772" y="16602"/>
                    <a:pt x="8826" y="16615"/>
                    <a:pt x="8877" y="16615"/>
                  </a:cubicBezTo>
                  <a:cubicBezTo>
                    <a:pt x="9191" y="16615"/>
                    <a:pt x="9361" y="16121"/>
                    <a:pt x="9126" y="15856"/>
                  </a:cubicBezTo>
                  <a:cubicBezTo>
                    <a:pt x="7109" y="13669"/>
                    <a:pt x="7007" y="10080"/>
                    <a:pt x="8579" y="7586"/>
                  </a:cubicBezTo>
                  <a:cubicBezTo>
                    <a:pt x="9365" y="6355"/>
                    <a:pt x="10561" y="5501"/>
                    <a:pt x="11962" y="5125"/>
                  </a:cubicBezTo>
                  <a:cubicBezTo>
                    <a:pt x="12502" y="5003"/>
                    <a:pt x="13058" y="4940"/>
                    <a:pt x="13613" y="4940"/>
                  </a:cubicBezTo>
                  <a:cubicBezTo>
                    <a:pt x="14463" y="4940"/>
                    <a:pt x="15312" y="5088"/>
                    <a:pt x="16098" y="5398"/>
                  </a:cubicBezTo>
                  <a:cubicBezTo>
                    <a:pt x="17601" y="5945"/>
                    <a:pt x="18798" y="7039"/>
                    <a:pt x="19515" y="8474"/>
                  </a:cubicBezTo>
                  <a:cubicBezTo>
                    <a:pt x="19585" y="8625"/>
                    <a:pt x="19726" y="8689"/>
                    <a:pt x="19874" y="8689"/>
                  </a:cubicBezTo>
                  <a:cubicBezTo>
                    <a:pt x="20160" y="8689"/>
                    <a:pt x="20471" y="8448"/>
                    <a:pt x="20336" y="8132"/>
                  </a:cubicBezTo>
                  <a:cubicBezTo>
                    <a:pt x="20206" y="7811"/>
                    <a:pt x="20052" y="7506"/>
                    <a:pt x="19877" y="7220"/>
                  </a:cubicBezTo>
                  <a:lnTo>
                    <a:pt x="19877" y="7220"/>
                  </a:lnTo>
                  <a:cubicBezTo>
                    <a:pt x="19912" y="7182"/>
                    <a:pt x="19941" y="7134"/>
                    <a:pt x="19960" y="7073"/>
                  </a:cubicBezTo>
                  <a:cubicBezTo>
                    <a:pt x="21173" y="3364"/>
                    <a:pt x="24616" y="886"/>
                    <a:pt x="28483" y="886"/>
                  </a:cubicBezTo>
                  <a:close/>
                  <a:moveTo>
                    <a:pt x="28574" y="0"/>
                  </a:moveTo>
                  <a:cubicBezTo>
                    <a:pt x="26755" y="0"/>
                    <a:pt x="24966" y="520"/>
                    <a:pt x="23411" y="1536"/>
                  </a:cubicBezTo>
                  <a:cubicBezTo>
                    <a:pt x="21568" y="2700"/>
                    <a:pt x="20154" y="4476"/>
                    <a:pt x="19399" y="6546"/>
                  </a:cubicBezTo>
                  <a:lnTo>
                    <a:pt x="19399" y="6546"/>
                  </a:lnTo>
                  <a:cubicBezTo>
                    <a:pt x="18022" y="4855"/>
                    <a:pt x="15815" y="3943"/>
                    <a:pt x="13616" y="3943"/>
                  </a:cubicBezTo>
                  <a:cubicBezTo>
                    <a:pt x="13153" y="3943"/>
                    <a:pt x="12690" y="3983"/>
                    <a:pt x="12236" y="4065"/>
                  </a:cubicBezTo>
                  <a:cubicBezTo>
                    <a:pt x="10595" y="4373"/>
                    <a:pt x="9160" y="5296"/>
                    <a:pt x="8169" y="6629"/>
                  </a:cubicBezTo>
                  <a:cubicBezTo>
                    <a:pt x="6303" y="9276"/>
                    <a:pt x="6186" y="12718"/>
                    <a:pt x="7793" y="15439"/>
                  </a:cubicBezTo>
                  <a:lnTo>
                    <a:pt x="7793" y="15439"/>
                  </a:lnTo>
                  <a:cubicBezTo>
                    <a:pt x="7399" y="15363"/>
                    <a:pt x="7001" y="15325"/>
                    <a:pt x="6605" y="15325"/>
                  </a:cubicBezTo>
                  <a:cubicBezTo>
                    <a:pt x="5217" y="15325"/>
                    <a:pt x="3848" y="15790"/>
                    <a:pt x="2735" y="16711"/>
                  </a:cubicBezTo>
                  <a:cubicBezTo>
                    <a:pt x="889" y="18180"/>
                    <a:pt x="0" y="20538"/>
                    <a:pt x="376" y="22897"/>
                  </a:cubicBezTo>
                  <a:cubicBezTo>
                    <a:pt x="718" y="25289"/>
                    <a:pt x="2119" y="27442"/>
                    <a:pt x="4204" y="28672"/>
                  </a:cubicBezTo>
                  <a:cubicBezTo>
                    <a:pt x="5744" y="29549"/>
                    <a:pt x="7464" y="29998"/>
                    <a:pt x="9194" y="29998"/>
                  </a:cubicBezTo>
                  <a:cubicBezTo>
                    <a:pt x="9960" y="29998"/>
                    <a:pt x="10729" y="29910"/>
                    <a:pt x="11484" y="29732"/>
                  </a:cubicBezTo>
                  <a:cubicBezTo>
                    <a:pt x="14061" y="29040"/>
                    <a:pt x="16350" y="27597"/>
                    <a:pt x="18030" y="25536"/>
                  </a:cubicBezTo>
                  <a:lnTo>
                    <a:pt x="18030" y="25536"/>
                  </a:lnTo>
                  <a:cubicBezTo>
                    <a:pt x="19646" y="27876"/>
                    <a:pt x="22052" y="29544"/>
                    <a:pt x="24813" y="30210"/>
                  </a:cubicBezTo>
                  <a:cubicBezTo>
                    <a:pt x="25593" y="30379"/>
                    <a:pt x="26383" y="30462"/>
                    <a:pt x="27168" y="30462"/>
                  </a:cubicBezTo>
                  <a:cubicBezTo>
                    <a:pt x="29408" y="30462"/>
                    <a:pt x="31612" y="29783"/>
                    <a:pt x="33459" y="28467"/>
                  </a:cubicBezTo>
                  <a:cubicBezTo>
                    <a:pt x="34700" y="27590"/>
                    <a:pt x="35753" y="26498"/>
                    <a:pt x="36548" y="25238"/>
                  </a:cubicBezTo>
                  <a:lnTo>
                    <a:pt x="36548" y="25238"/>
                  </a:lnTo>
                  <a:cubicBezTo>
                    <a:pt x="37793" y="26560"/>
                    <a:pt x="39555" y="27332"/>
                    <a:pt x="41408" y="27332"/>
                  </a:cubicBezTo>
                  <a:cubicBezTo>
                    <a:pt x="41605" y="27332"/>
                    <a:pt x="41804" y="27323"/>
                    <a:pt x="42003" y="27305"/>
                  </a:cubicBezTo>
                  <a:cubicBezTo>
                    <a:pt x="44430" y="27032"/>
                    <a:pt x="46720" y="25972"/>
                    <a:pt x="48531" y="24298"/>
                  </a:cubicBezTo>
                  <a:cubicBezTo>
                    <a:pt x="49386" y="23546"/>
                    <a:pt x="50035" y="22555"/>
                    <a:pt x="50411" y="21495"/>
                  </a:cubicBezTo>
                  <a:cubicBezTo>
                    <a:pt x="50753" y="20470"/>
                    <a:pt x="50718" y="19342"/>
                    <a:pt x="50343" y="18351"/>
                  </a:cubicBezTo>
                  <a:cubicBezTo>
                    <a:pt x="49522" y="16335"/>
                    <a:pt x="47813" y="14797"/>
                    <a:pt x="45729" y="14182"/>
                  </a:cubicBezTo>
                  <a:cubicBezTo>
                    <a:pt x="44790" y="13898"/>
                    <a:pt x="43823" y="13785"/>
                    <a:pt x="42847" y="13785"/>
                  </a:cubicBezTo>
                  <a:cubicBezTo>
                    <a:pt x="41070" y="13785"/>
                    <a:pt x="39264" y="14159"/>
                    <a:pt x="37542" y="14559"/>
                  </a:cubicBezTo>
                  <a:lnTo>
                    <a:pt x="37542" y="14559"/>
                  </a:lnTo>
                  <a:cubicBezTo>
                    <a:pt x="38912" y="10465"/>
                    <a:pt x="38438" y="5579"/>
                    <a:pt x="35100" y="2562"/>
                  </a:cubicBezTo>
                  <a:cubicBezTo>
                    <a:pt x="33493" y="1160"/>
                    <a:pt x="31477" y="272"/>
                    <a:pt x="29358" y="33"/>
                  </a:cubicBezTo>
                  <a:cubicBezTo>
                    <a:pt x="29097" y="11"/>
                    <a:pt x="28835" y="0"/>
                    <a:pt x="285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9896019" y="454072"/>
            <a:ext cx="1840237" cy="1362936"/>
            <a:chOff x="5917753" y="1127631"/>
            <a:chExt cx="1380178" cy="1022202"/>
          </a:xfrm>
        </p:grpSpPr>
        <p:sp>
          <p:nvSpPr>
            <p:cNvPr id="76" name="Google Shape;76;p15"/>
            <p:cNvSpPr/>
            <p:nvPr/>
          </p:nvSpPr>
          <p:spPr>
            <a:xfrm>
              <a:off x="5970066" y="1245381"/>
              <a:ext cx="1099366" cy="504674"/>
            </a:xfrm>
            <a:custGeom>
              <a:avLst/>
              <a:gdLst/>
              <a:ahLst/>
              <a:cxnLst/>
              <a:rect l="l" t="t" r="r" b="b"/>
              <a:pathLst>
                <a:path w="48839" h="22420" extrusionOk="0">
                  <a:moveTo>
                    <a:pt x="48839" y="0"/>
                  </a:moveTo>
                  <a:lnTo>
                    <a:pt x="45524" y="1333"/>
                  </a:lnTo>
                  <a:cubicBezTo>
                    <a:pt x="38039" y="4340"/>
                    <a:pt x="30384" y="6938"/>
                    <a:pt x="22591" y="9057"/>
                  </a:cubicBezTo>
                  <a:cubicBezTo>
                    <a:pt x="15141" y="11005"/>
                    <a:pt x="7622" y="12474"/>
                    <a:pt x="1" y="13466"/>
                  </a:cubicBezTo>
                  <a:cubicBezTo>
                    <a:pt x="787" y="14047"/>
                    <a:pt x="1539" y="14628"/>
                    <a:pt x="2359" y="15140"/>
                  </a:cubicBezTo>
                  <a:cubicBezTo>
                    <a:pt x="7143" y="18216"/>
                    <a:pt x="12441" y="20335"/>
                    <a:pt x="17670" y="22420"/>
                  </a:cubicBezTo>
                  <a:cubicBezTo>
                    <a:pt x="20301" y="20096"/>
                    <a:pt x="23001" y="17840"/>
                    <a:pt x="25770" y="15687"/>
                  </a:cubicBezTo>
                  <a:cubicBezTo>
                    <a:pt x="30794" y="11723"/>
                    <a:pt x="36023" y="7997"/>
                    <a:pt x="41423" y="4511"/>
                  </a:cubicBezTo>
                  <a:cubicBezTo>
                    <a:pt x="43849" y="2939"/>
                    <a:pt x="46310" y="1435"/>
                    <a:pt x="48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387042" y="1201509"/>
              <a:ext cx="809325" cy="857046"/>
            </a:xfrm>
            <a:custGeom>
              <a:avLst/>
              <a:gdLst/>
              <a:ahLst/>
              <a:cxnLst/>
              <a:rect l="l" t="t" r="r" b="b"/>
              <a:pathLst>
                <a:path w="35954" h="38074" extrusionOk="0">
                  <a:moveTo>
                    <a:pt x="35954" y="1"/>
                  </a:moveTo>
                  <a:lnTo>
                    <a:pt x="35954" y="1"/>
                  </a:lnTo>
                  <a:cubicBezTo>
                    <a:pt x="34211" y="958"/>
                    <a:pt x="32468" y="1915"/>
                    <a:pt x="30759" y="2940"/>
                  </a:cubicBezTo>
                  <a:cubicBezTo>
                    <a:pt x="25223" y="6153"/>
                    <a:pt x="19857" y="9639"/>
                    <a:pt x="14662" y="13432"/>
                  </a:cubicBezTo>
                  <a:cubicBezTo>
                    <a:pt x="9604" y="17123"/>
                    <a:pt x="4682" y="21019"/>
                    <a:pt x="0" y="25189"/>
                  </a:cubicBezTo>
                  <a:cubicBezTo>
                    <a:pt x="718" y="29461"/>
                    <a:pt x="1265" y="33801"/>
                    <a:pt x="1880" y="38074"/>
                  </a:cubicBezTo>
                  <a:cubicBezTo>
                    <a:pt x="2119" y="36843"/>
                    <a:pt x="2358" y="35613"/>
                    <a:pt x="2598" y="34348"/>
                  </a:cubicBezTo>
                  <a:cubicBezTo>
                    <a:pt x="2837" y="33255"/>
                    <a:pt x="3042" y="32195"/>
                    <a:pt x="3247" y="31136"/>
                  </a:cubicBezTo>
                  <a:cubicBezTo>
                    <a:pt x="3418" y="30179"/>
                    <a:pt x="3726" y="29222"/>
                    <a:pt x="4101" y="28333"/>
                  </a:cubicBezTo>
                  <a:cubicBezTo>
                    <a:pt x="4888" y="26727"/>
                    <a:pt x="6494" y="25599"/>
                    <a:pt x="7793" y="24505"/>
                  </a:cubicBezTo>
                  <a:lnTo>
                    <a:pt x="12372" y="20541"/>
                  </a:lnTo>
                  <a:cubicBezTo>
                    <a:pt x="15414" y="17944"/>
                    <a:pt x="18421" y="15346"/>
                    <a:pt x="21429" y="12715"/>
                  </a:cubicBezTo>
                  <a:cubicBezTo>
                    <a:pt x="26282" y="8477"/>
                    <a:pt x="31101" y="4239"/>
                    <a:pt x="359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443204" y="1835435"/>
              <a:ext cx="242343" cy="276963"/>
            </a:xfrm>
            <a:custGeom>
              <a:avLst/>
              <a:gdLst/>
              <a:ahLst/>
              <a:cxnLst/>
              <a:rect l="l" t="t" r="r" b="b"/>
              <a:pathLst>
                <a:path w="10766" h="12304" extrusionOk="0">
                  <a:moveTo>
                    <a:pt x="3110" y="0"/>
                  </a:moveTo>
                  <a:cubicBezTo>
                    <a:pt x="2734" y="547"/>
                    <a:pt x="2495" y="1128"/>
                    <a:pt x="2290" y="1743"/>
                  </a:cubicBezTo>
                  <a:cubicBezTo>
                    <a:pt x="2051" y="2632"/>
                    <a:pt x="1880" y="3486"/>
                    <a:pt x="1675" y="4443"/>
                  </a:cubicBezTo>
                  <a:cubicBezTo>
                    <a:pt x="1504" y="5400"/>
                    <a:pt x="1299" y="6357"/>
                    <a:pt x="1094" y="7314"/>
                  </a:cubicBezTo>
                  <a:cubicBezTo>
                    <a:pt x="752" y="8989"/>
                    <a:pt x="376" y="10629"/>
                    <a:pt x="0" y="12304"/>
                  </a:cubicBezTo>
                  <a:lnTo>
                    <a:pt x="1709" y="10766"/>
                  </a:lnTo>
                  <a:lnTo>
                    <a:pt x="2222" y="10219"/>
                  </a:lnTo>
                  <a:cubicBezTo>
                    <a:pt x="3213" y="9262"/>
                    <a:pt x="4204" y="8271"/>
                    <a:pt x="5229" y="7280"/>
                  </a:cubicBezTo>
                  <a:cubicBezTo>
                    <a:pt x="6289" y="6289"/>
                    <a:pt x="7314" y="5332"/>
                    <a:pt x="8373" y="4375"/>
                  </a:cubicBezTo>
                  <a:cubicBezTo>
                    <a:pt x="8886" y="3931"/>
                    <a:pt x="9399" y="3452"/>
                    <a:pt x="9911" y="3008"/>
                  </a:cubicBezTo>
                  <a:cubicBezTo>
                    <a:pt x="10185" y="2769"/>
                    <a:pt x="10458" y="2529"/>
                    <a:pt x="10766" y="2256"/>
                  </a:cubicBezTo>
                  <a:cubicBezTo>
                    <a:pt x="8168" y="1607"/>
                    <a:pt x="5605" y="923"/>
                    <a:pt x="3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524735" y="1199213"/>
              <a:ext cx="704721" cy="725475"/>
            </a:xfrm>
            <a:custGeom>
              <a:avLst/>
              <a:gdLst/>
              <a:ahLst/>
              <a:cxnLst/>
              <a:rect l="l" t="t" r="r" b="b"/>
              <a:pathLst>
                <a:path w="31307" h="32229" extrusionOk="0">
                  <a:moveTo>
                    <a:pt x="31307" y="0"/>
                  </a:moveTo>
                  <a:lnTo>
                    <a:pt x="31307" y="0"/>
                  </a:lnTo>
                  <a:cubicBezTo>
                    <a:pt x="28846" y="2119"/>
                    <a:pt x="26385" y="4238"/>
                    <a:pt x="23959" y="6391"/>
                  </a:cubicBezTo>
                  <a:cubicBezTo>
                    <a:pt x="17978" y="11586"/>
                    <a:pt x="12031" y="16849"/>
                    <a:pt x="6084" y="22078"/>
                  </a:cubicBezTo>
                  <a:lnTo>
                    <a:pt x="1607" y="26043"/>
                  </a:lnTo>
                  <a:cubicBezTo>
                    <a:pt x="1060" y="26521"/>
                    <a:pt x="514" y="27034"/>
                    <a:pt x="1" y="27581"/>
                  </a:cubicBezTo>
                  <a:cubicBezTo>
                    <a:pt x="1368" y="27923"/>
                    <a:pt x="2735" y="28299"/>
                    <a:pt x="4102" y="28640"/>
                  </a:cubicBezTo>
                  <a:cubicBezTo>
                    <a:pt x="9604" y="30076"/>
                    <a:pt x="15175" y="31272"/>
                    <a:pt x="20780" y="32229"/>
                  </a:cubicBezTo>
                  <a:cubicBezTo>
                    <a:pt x="20951" y="29563"/>
                    <a:pt x="21259" y="26931"/>
                    <a:pt x="21703" y="24300"/>
                  </a:cubicBezTo>
                  <a:cubicBezTo>
                    <a:pt x="22523" y="19413"/>
                    <a:pt x="23924" y="14628"/>
                    <a:pt x="25838" y="10082"/>
                  </a:cubicBezTo>
                  <a:cubicBezTo>
                    <a:pt x="27342" y="6528"/>
                    <a:pt x="29153" y="3179"/>
                    <a:pt x="31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917753" y="1127631"/>
              <a:ext cx="1380178" cy="1022202"/>
            </a:xfrm>
            <a:custGeom>
              <a:avLst/>
              <a:gdLst/>
              <a:ahLst/>
              <a:cxnLst/>
              <a:rect l="l" t="t" r="r" b="b"/>
              <a:pathLst>
                <a:path w="61314" h="45411" extrusionOk="0">
                  <a:moveTo>
                    <a:pt x="51163" y="5231"/>
                  </a:moveTo>
                  <a:lnTo>
                    <a:pt x="51163" y="5231"/>
                  </a:lnTo>
                  <a:cubicBezTo>
                    <a:pt x="48634" y="6666"/>
                    <a:pt x="46173" y="8170"/>
                    <a:pt x="43747" y="9742"/>
                  </a:cubicBezTo>
                  <a:cubicBezTo>
                    <a:pt x="38347" y="13228"/>
                    <a:pt x="33118" y="16954"/>
                    <a:pt x="28094" y="20918"/>
                  </a:cubicBezTo>
                  <a:cubicBezTo>
                    <a:pt x="25325" y="23071"/>
                    <a:pt x="22625" y="25327"/>
                    <a:pt x="19994" y="27651"/>
                  </a:cubicBezTo>
                  <a:cubicBezTo>
                    <a:pt x="14765" y="25566"/>
                    <a:pt x="9467" y="23447"/>
                    <a:pt x="4683" y="20371"/>
                  </a:cubicBezTo>
                  <a:cubicBezTo>
                    <a:pt x="3863" y="19859"/>
                    <a:pt x="3111" y="19278"/>
                    <a:pt x="2325" y="18697"/>
                  </a:cubicBezTo>
                  <a:cubicBezTo>
                    <a:pt x="9946" y="17705"/>
                    <a:pt x="17465" y="16236"/>
                    <a:pt x="24915" y="14288"/>
                  </a:cubicBezTo>
                  <a:cubicBezTo>
                    <a:pt x="32708" y="12169"/>
                    <a:pt x="40363" y="9571"/>
                    <a:pt x="47848" y="6564"/>
                  </a:cubicBezTo>
                  <a:lnTo>
                    <a:pt x="51163" y="5231"/>
                  </a:lnTo>
                  <a:close/>
                  <a:moveTo>
                    <a:pt x="19652" y="28744"/>
                  </a:moveTo>
                  <a:lnTo>
                    <a:pt x="19960" y="28847"/>
                  </a:lnTo>
                  <a:cubicBezTo>
                    <a:pt x="19994" y="28881"/>
                    <a:pt x="20028" y="28881"/>
                    <a:pt x="20096" y="28881"/>
                  </a:cubicBezTo>
                  <a:cubicBezTo>
                    <a:pt x="20131" y="29291"/>
                    <a:pt x="20199" y="29701"/>
                    <a:pt x="20233" y="30111"/>
                  </a:cubicBezTo>
                  <a:cubicBezTo>
                    <a:pt x="20199" y="30009"/>
                    <a:pt x="20165" y="29906"/>
                    <a:pt x="20131" y="29804"/>
                  </a:cubicBezTo>
                  <a:lnTo>
                    <a:pt x="20131" y="29770"/>
                  </a:lnTo>
                  <a:cubicBezTo>
                    <a:pt x="19994" y="29428"/>
                    <a:pt x="19823" y="29052"/>
                    <a:pt x="19652" y="28744"/>
                  </a:cubicBezTo>
                  <a:close/>
                  <a:moveTo>
                    <a:pt x="58272" y="3180"/>
                  </a:moveTo>
                  <a:lnTo>
                    <a:pt x="58272" y="3180"/>
                  </a:lnTo>
                  <a:cubicBezTo>
                    <a:pt x="56118" y="6359"/>
                    <a:pt x="54307" y="9708"/>
                    <a:pt x="52803" y="13262"/>
                  </a:cubicBezTo>
                  <a:cubicBezTo>
                    <a:pt x="50889" y="17808"/>
                    <a:pt x="49488" y="22593"/>
                    <a:pt x="48668" y="27480"/>
                  </a:cubicBezTo>
                  <a:cubicBezTo>
                    <a:pt x="48224" y="30111"/>
                    <a:pt x="47916" y="32743"/>
                    <a:pt x="47745" y="35409"/>
                  </a:cubicBezTo>
                  <a:cubicBezTo>
                    <a:pt x="42140" y="34452"/>
                    <a:pt x="36569" y="33256"/>
                    <a:pt x="31067" y="31820"/>
                  </a:cubicBezTo>
                  <a:cubicBezTo>
                    <a:pt x="29700" y="31479"/>
                    <a:pt x="28333" y="31103"/>
                    <a:pt x="26966" y="30761"/>
                  </a:cubicBezTo>
                  <a:cubicBezTo>
                    <a:pt x="27479" y="30214"/>
                    <a:pt x="28025" y="29701"/>
                    <a:pt x="28572" y="29223"/>
                  </a:cubicBezTo>
                  <a:lnTo>
                    <a:pt x="33049" y="25258"/>
                  </a:lnTo>
                  <a:cubicBezTo>
                    <a:pt x="38996" y="20029"/>
                    <a:pt x="44943" y="14766"/>
                    <a:pt x="50924" y="9571"/>
                  </a:cubicBezTo>
                  <a:cubicBezTo>
                    <a:pt x="53350" y="7418"/>
                    <a:pt x="55811" y="5299"/>
                    <a:pt x="58272" y="3180"/>
                  </a:cubicBezTo>
                  <a:close/>
                  <a:moveTo>
                    <a:pt x="56802" y="3283"/>
                  </a:moveTo>
                  <a:lnTo>
                    <a:pt x="56802" y="3283"/>
                  </a:lnTo>
                  <a:cubicBezTo>
                    <a:pt x="51949" y="7521"/>
                    <a:pt x="47130" y="11759"/>
                    <a:pt x="42277" y="15997"/>
                  </a:cubicBezTo>
                  <a:cubicBezTo>
                    <a:pt x="39269" y="18628"/>
                    <a:pt x="36262" y="21226"/>
                    <a:pt x="33220" y="23823"/>
                  </a:cubicBezTo>
                  <a:lnTo>
                    <a:pt x="28641" y="27787"/>
                  </a:lnTo>
                  <a:cubicBezTo>
                    <a:pt x="27342" y="28881"/>
                    <a:pt x="25736" y="30009"/>
                    <a:pt x="24949" y="31615"/>
                  </a:cubicBezTo>
                  <a:cubicBezTo>
                    <a:pt x="24574" y="32504"/>
                    <a:pt x="24266" y="33461"/>
                    <a:pt x="24095" y="34418"/>
                  </a:cubicBezTo>
                  <a:cubicBezTo>
                    <a:pt x="23890" y="35477"/>
                    <a:pt x="23685" y="36537"/>
                    <a:pt x="23446" y="37630"/>
                  </a:cubicBezTo>
                  <a:cubicBezTo>
                    <a:pt x="23206" y="38895"/>
                    <a:pt x="22967" y="40125"/>
                    <a:pt x="22728" y="41356"/>
                  </a:cubicBezTo>
                  <a:lnTo>
                    <a:pt x="22728" y="41321"/>
                  </a:lnTo>
                  <a:cubicBezTo>
                    <a:pt x="22113" y="37049"/>
                    <a:pt x="21566" y="32709"/>
                    <a:pt x="20848" y="28437"/>
                  </a:cubicBezTo>
                  <a:cubicBezTo>
                    <a:pt x="25530" y="24301"/>
                    <a:pt x="30452" y="20405"/>
                    <a:pt x="35510" y="16714"/>
                  </a:cubicBezTo>
                  <a:cubicBezTo>
                    <a:pt x="40705" y="12921"/>
                    <a:pt x="46071" y="9435"/>
                    <a:pt x="51607" y="6222"/>
                  </a:cubicBezTo>
                  <a:cubicBezTo>
                    <a:pt x="53316" y="5197"/>
                    <a:pt x="55059" y="4240"/>
                    <a:pt x="56802" y="3283"/>
                  </a:cubicBezTo>
                  <a:close/>
                  <a:moveTo>
                    <a:pt x="26453" y="31410"/>
                  </a:moveTo>
                  <a:cubicBezTo>
                    <a:pt x="28948" y="32333"/>
                    <a:pt x="31511" y="33016"/>
                    <a:pt x="34109" y="33666"/>
                  </a:cubicBezTo>
                  <a:cubicBezTo>
                    <a:pt x="33801" y="33973"/>
                    <a:pt x="33528" y="34213"/>
                    <a:pt x="33254" y="34452"/>
                  </a:cubicBezTo>
                  <a:lnTo>
                    <a:pt x="33254" y="34418"/>
                  </a:lnTo>
                  <a:cubicBezTo>
                    <a:pt x="32742" y="34862"/>
                    <a:pt x="32229" y="35340"/>
                    <a:pt x="31716" y="35785"/>
                  </a:cubicBezTo>
                  <a:cubicBezTo>
                    <a:pt x="30657" y="36742"/>
                    <a:pt x="29632" y="37699"/>
                    <a:pt x="28572" y="38690"/>
                  </a:cubicBezTo>
                  <a:cubicBezTo>
                    <a:pt x="27547" y="39681"/>
                    <a:pt x="26556" y="40672"/>
                    <a:pt x="25565" y="41629"/>
                  </a:cubicBezTo>
                  <a:lnTo>
                    <a:pt x="25052" y="42176"/>
                  </a:lnTo>
                  <a:lnTo>
                    <a:pt x="23343" y="43714"/>
                  </a:lnTo>
                  <a:cubicBezTo>
                    <a:pt x="23719" y="42039"/>
                    <a:pt x="24095" y="40399"/>
                    <a:pt x="24437" y="38724"/>
                  </a:cubicBezTo>
                  <a:cubicBezTo>
                    <a:pt x="24642" y="37767"/>
                    <a:pt x="24847" y="36810"/>
                    <a:pt x="25018" y="35853"/>
                  </a:cubicBezTo>
                  <a:cubicBezTo>
                    <a:pt x="25223" y="34896"/>
                    <a:pt x="25394" y="34042"/>
                    <a:pt x="25633" y="33153"/>
                  </a:cubicBezTo>
                  <a:cubicBezTo>
                    <a:pt x="25838" y="32538"/>
                    <a:pt x="26077" y="31957"/>
                    <a:pt x="26453" y="31410"/>
                  </a:cubicBezTo>
                  <a:close/>
                  <a:moveTo>
                    <a:pt x="60703" y="1"/>
                  </a:moveTo>
                  <a:cubicBezTo>
                    <a:pt x="60593" y="1"/>
                    <a:pt x="60485" y="45"/>
                    <a:pt x="60391" y="139"/>
                  </a:cubicBezTo>
                  <a:lnTo>
                    <a:pt x="60151" y="344"/>
                  </a:lnTo>
                  <a:cubicBezTo>
                    <a:pt x="59707" y="583"/>
                    <a:pt x="59297" y="788"/>
                    <a:pt x="58853" y="1027"/>
                  </a:cubicBezTo>
                  <a:cubicBezTo>
                    <a:pt x="55537" y="2292"/>
                    <a:pt x="52291" y="3727"/>
                    <a:pt x="49010" y="5060"/>
                  </a:cubicBezTo>
                  <a:cubicBezTo>
                    <a:pt x="45216" y="6564"/>
                    <a:pt x="41423" y="7999"/>
                    <a:pt x="37595" y="9332"/>
                  </a:cubicBezTo>
                  <a:cubicBezTo>
                    <a:pt x="30042" y="11930"/>
                    <a:pt x="22352" y="14049"/>
                    <a:pt x="14526" y="15655"/>
                  </a:cubicBezTo>
                  <a:cubicBezTo>
                    <a:pt x="9980" y="16543"/>
                    <a:pt x="5435" y="17295"/>
                    <a:pt x="855" y="17740"/>
                  </a:cubicBezTo>
                  <a:cubicBezTo>
                    <a:pt x="377" y="17774"/>
                    <a:pt x="1" y="18389"/>
                    <a:pt x="411" y="18731"/>
                  </a:cubicBezTo>
                  <a:cubicBezTo>
                    <a:pt x="2427" y="20405"/>
                    <a:pt x="4614" y="21875"/>
                    <a:pt x="6973" y="23105"/>
                  </a:cubicBezTo>
                  <a:cubicBezTo>
                    <a:pt x="9536" y="24472"/>
                    <a:pt x="12133" y="25703"/>
                    <a:pt x="14833" y="26831"/>
                  </a:cubicBezTo>
                  <a:cubicBezTo>
                    <a:pt x="16132" y="27343"/>
                    <a:pt x="17396" y="27856"/>
                    <a:pt x="18695" y="28368"/>
                  </a:cubicBezTo>
                  <a:cubicBezTo>
                    <a:pt x="19037" y="28881"/>
                    <a:pt x="19310" y="29462"/>
                    <a:pt x="19481" y="30077"/>
                  </a:cubicBezTo>
                  <a:cubicBezTo>
                    <a:pt x="19755" y="31171"/>
                    <a:pt x="19891" y="32299"/>
                    <a:pt x="20131" y="33392"/>
                  </a:cubicBezTo>
                  <a:cubicBezTo>
                    <a:pt x="20609" y="35887"/>
                    <a:pt x="21053" y="38348"/>
                    <a:pt x="21498" y="40843"/>
                  </a:cubicBezTo>
                  <a:cubicBezTo>
                    <a:pt x="21771" y="42244"/>
                    <a:pt x="22044" y="43645"/>
                    <a:pt x="22250" y="45081"/>
                  </a:cubicBezTo>
                  <a:cubicBezTo>
                    <a:pt x="22291" y="45308"/>
                    <a:pt x="22482" y="45411"/>
                    <a:pt x="22680" y="45411"/>
                  </a:cubicBezTo>
                  <a:cubicBezTo>
                    <a:pt x="22809" y="45411"/>
                    <a:pt x="22941" y="45367"/>
                    <a:pt x="23036" y="45286"/>
                  </a:cubicBezTo>
                  <a:cubicBezTo>
                    <a:pt x="25291" y="43269"/>
                    <a:pt x="27547" y="41253"/>
                    <a:pt x="29803" y="39202"/>
                  </a:cubicBezTo>
                  <a:cubicBezTo>
                    <a:pt x="30896" y="38211"/>
                    <a:pt x="32024" y="37186"/>
                    <a:pt x="33118" y="36195"/>
                  </a:cubicBezTo>
                  <a:cubicBezTo>
                    <a:pt x="33972" y="35375"/>
                    <a:pt x="34895" y="34349"/>
                    <a:pt x="36091" y="34178"/>
                  </a:cubicBezTo>
                  <a:cubicBezTo>
                    <a:pt x="38449" y="34759"/>
                    <a:pt x="40842" y="35272"/>
                    <a:pt x="43234" y="35751"/>
                  </a:cubicBezTo>
                  <a:cubicBezTo>
                    <a:pt x="44874" y="36058"/>
                    <a:pt x="46481" y="36366"/>
                    <a:pt x="48155" y="36605"/>
                  </a:cubicBezTo>
                  <a:cubicBezTo>
                    <a:pt x="48205" y="36620"/>
                    <a:pt x="48254" y="36627"/>
                    <a:pt x="48304" y="36627"/>
                  </a:cubicBezTo>
                  <a:cubicBezTo>
                    <a:pt x="48598" y="36627"/>
                    <a:pt x="48873" y="36380"/>
                    <a:pt x="48873" y="36058"/>
                  </a:cubicBezTo>
                  <a:cubicBezTo>
                    <a:pt x="49146" y="31103"/>
                    <a:pt x="49933" y="26181"/>
                    <a:pt x="51231" y="21396"/>
                  </a:cubicBezTo>
                  <a:cubicBezTo>
                    <a:pt x="52496" y="16714"/>
                    <a:pt x="54341" y="12203"/>
                    <a:pt x="56699" y="7931"/>
                  </a:cubicBezTo>
                  <a:cubicBezTo>
                    <a:pt x="58067" y="5504"/>
                    <a:pt x="59570" y="3146"/>
                    <a:pt x="61177" y="856"/>
                  </a:cubicBezTo>
                  <a:lnTo>
                    <a:pt x="61211" y="788"/>
                  </a:lnTo>
                  <a:cubicBezTo>
                    <a:pt x="61245" y="754"/>
                    <a:pt x="61245" y="720"/>
                    <a:pt x="61279" y="686"/>
                  </a:cubicBezTo>
                  <a:cubicBezTo>
                    <a:pt x="61313" y="480"/>
                    <a:pt x="61245" y="275"/>
                    <a:pt x="61074" y="173"/>
                  </a:cubicBezTo>
                  <a:cubicBezTo>
                    <a:pt x="60963" y="62"/>
                    <a:pt x="60832" y="1"/>
                    <a:pt x="60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1606839" y="3019380"/>
            <a:ext cx="2583200" cy="2570275"/>
            <a:chOff x="1205129" y="2264535"/>
            <a:chExt cx="1937400" cy="1927706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1205129" y="3851741"/>
              <a:ext cx="1937400" cy="3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ব্যাসিক</a:t>
              </a:r>
              <a:endParaRPr sz="2667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84" name="Google Shape;84;p15"/>
            <p:cNvGrpSpPr/>
            <p:nvPr/>
          </p:nvGrpSpPr>
          <p:grpSpPr>
            <a:xfrm>
              <a:off x="1893817" y="2264535"/>
              <a:ext cx="561249" cy="1369505"/>
              <a:chOff x="1893817" y="2264535"/>
              <a:chExt cx="561249" cy="1369505"/>
            </a:xfrm>
          </p:grpSpPr>
          <p:grpSp>
            <p:nvGrpSpPr>
              <p:cNvPr id="85" name="Google Shape;85;p15"/>
              <p:cNvGrpSpPr/>
              <p:nvPr/>
            </p:nvGrpSpPr>
            <p:grpSpPr>
              <a:xfrm>
                <a:off x="1893817" y="2264535"/>
                <a:ext cx="561249" cy="561249"/>
                <a:chOff x="459325" y="3292175"/>
                <a:chExt cx="630900" cy="630900"/>
              </a:xfrm>
            </p:grpSpPr>
            <p:sp>
              <p:nvSpPr>
                <p:cNvPr id="86" name="Google Shape;86;p15"/>
                <p:cNvSpPr/>
                <p:nvPr/>
              </p:nvSpPr>
              <p:spPr>
                <a:xfrm>
                  <a:off x="459325" y="3292175"/>
                  <a:ext cx="630900" cy="630900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87" name="Google Shape;87;p15"/>
                <p:cNvSpPr/>
                <p:nvPr/>
              </p:nvSpPr>
              <p:spPr>
                <a:xfrm>
                  <a:off x="537475" y="3370324"/>
                  <a:ext cx="474600" cy="474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cxnSp>
            <p:nvCxnSpPr>
              <p:cNvPr id="88" name="Google Shape;88;p15"/>
              <p:cNvCxnSpPr/>
              <p:nvPr/>
            </p:nvCxnSpPr>
            <p:spPr>
              <a:xfrm>
                <a:off x="2174450" y="2825840"/>
                <a:ext cx="0" cy="8082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89" name="Google Shape;89;p15"/>
          <p:cNvGrpSpPr/>
          <p:nvPr/>
        </p:nvGrpSpPr>
        <p:grpSpPr>
          <a:xfrm>
            <a:off x="8001962" y="3019380"/>
            <a:ext cx="2583200" cy="2570275"/>
            <a:chOff x="6001471" y="2264535"/>
            <a:chExt cx="1937400" cy="1927706"/>
          </a:xfrm>
        </p:grpSpPr>
        <p:sp>
          <p:nvSpPr>
            <p:cNvPr id="90" name="Google Shape;90;p15"/>
            <p:cNvSpPr txBox="1"/>
            <p:nvPr/>
          </p:nvSpPr>
          <p:spPr>
            <a:xfrm>
              <a:off x="6001471" y="3851741"/>
              <a:ext cx="1937400" cy="3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667" dirty="0">
                  <a:solidFill>
                    <a:schemeClr val="dk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বোর্ড প্রশ্ন</a:t>
              </a:r>
              <a:endParaRPr sz="2667" dirty="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92" name="Google Shape;92;p15"/>
            <p:cNvGrpSpPr/>
            <p:nvPr/>
          </p:nvGrpSpPr>
          <p:grpSpPr>
            <a:xfrm>
              <a:off x="6689546" y="2264535"/>
              <a:ext cx="561249" cy="1369505"/>
              <a:chOff x="6689546" y="2264535"/>
              <a:chExt cx="561249" cy="1369505"/>
            </a:xfrm>
          </p:grpSpPr>
          <p:grpSp>
            <p:nvGrpSpPr>
              <p:cNvPr id="93" name="Google Shape;93;p15"/>
              <p:cNvGrpSpPr/>
              <p:nvPr/>
            </p:nvGrpSpPr>
            <p:grpSpPr>
              <a:xfrm>
                <a:off x="6689546" y="2264535"/>
                <a:ext cx="561249" cy="561249"/>
                <a:chOff x="459325" y="3292175"/>
                <a:chExt cx="630900" cy="630900"/>
              </a:xfrm>
            </p:grpSpPr>
            <p:sp>
              <p:nvSpPr>
                <p:cNvPr id="94" name="Google Shape;94;p15"/>
                <p:cNvSpPr/>
                <p:nvPr/>
              </p:nvSpPr>
              <p:spPr>
                <a:xfrm>
                  <a:off x="459325" y="3292175"/>
                  <a:ext cx="630900" cy="630900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537475" y="3370324"/>
                  <a:ext cx="474600" cy="4746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cxnSp>
            <p:nvCxnSpPr>
              <p:cNvPr id="96" name="Google Shape;96;p15"/>
              <p:cNvCxnSpPr/>
              <p:nvPr/>
            </p:nvCxnSpPr>
            <p:spPr>
              <a:xfrm>
                <a:off x="6970175" y="2825840"/>
                <a:ext cx="0" cy="8082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97" name="Google Shape;97;p15"/>
          <p:cNvGrpSpPr/>
          <p:nvPr/>
        </p:nvGrpSpPr>
        <p:grpSpPr>
          <a:xfrm>
            <a:off x="4804374" y="3516655"/>
            <a:ext cx="2583200" cy="2073000"/>
            <a:chOff x="3603281" y="2637491"/>
            <a:chExt cx="1937400" cy="1554750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3603281" y="3851741"/>
              <a:ext cx="1937400" cy="3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2667" dirty="0" err="1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অনুশীলনী</a:t>
              </a:r>
              <a:endParaRPr sz="2667" dirty="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00" name="Google Shape;100;p15"/>
            <p:cNvGrpSpPr/>
            <p:nvPr/>
          </p:nvGrpSpPr>
          <p:grpSpPr>
            <a:xfrm>
              <a:off x="4291376" y="2637491"/>
              <a:ext cx="561249" cy="996549"/>
              <a:chOff x="4291376" y="2637491"/>
              <a:chExt cx="561249" cy="996549"/>
            </a:xfrm>
          </p:grpSpPr>
          <p:grpSp>
            <p:nvGrpSpPr>
              <p:cNvPr id="101" name="Google Shape;101;p15"/>
              <p:cNvGrpSpPr/>
              <p:nvPr/>
            </p:nvGrpSpPr>
            <p:grpSpPr>
              <a:xfrm>
                <a:off x="4291376" y="2637491"/>
                <a:ext cx="561249" cy="561249"/>
                <a:chOff x="459325" y="3292175"/>
                <a:chExt cx="630900" cy="630900"/>
              </a:xfrm>
            </p:grpSpPr>
            <p:sp>
              <p:nvSpPr>
                <p:cNvPr id="102" name="Google Shape;102;p15"/>
                <p:cNvSpPr/>
                <p:nvPr/>
              </p:nvSpPr>
              <p:spPr>
                <a:xfrm>
                  <a:off x="459325" y="3292175"/>
                  <a:ext cx="630900" cy="630900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 b="1"/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537475" y="3370324"/>
                  <a:ext cx="474600" cy="4746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 b="1"/>
                </a:p>
              </p:txBody>
            </p:sp>
          </p:grpSp>
          <p:cxnSp>
            <p:nvCxnSpPr>
              <p:cNvPr id="104" name="Google Shape;104;p15"/>
              <p:cNvCxnSpPr>
                <a:stCxn id="102" idx="4"/>
              </p:cNvCxnSpPr>
              <p:nvPr/>
            </p:nvCxnSpPr>
            <p:spPr>
              <a:xfrm>
                <a:off x="4572000" y="3198740"/>
                <a:ext cx="0" cy="4353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>
        <p15:prstTrans prst="curtains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40"/>
          <p:cNvSpPr/>
          <p:nvPr/>
        </p:nvSpPr>
        <p:spPr>
          <a:xfrm rot="15887837" flipH="1">
            <a:off x="735596" y="999970"/>
            <a:ext cx="2337837" cy="1470387"/>
          </a:xfrm>
          <a:custGeom>
            <a:avLst/>
            <a:gdLst/>
            <a:ahLst/>
            <a:cxnLst/>
            <a:rect l="l" t="t" r="r" b="b"/>
            <a:pathLst>
              <a:path w="93299" h="59197" extrusionOk="0">
                <a:moveTo>
                  <a:pt x="37799" y="0"/>
                </a:moveTo>
                <a:cubicBezTo>
                  <a:pt x="36512" y="0"/>
                  <a:pt x="35245" y="354"/>
                  <a:pt x="33979" y="995"/>
                </a:cubicBezTo>
                <a:lnTo>
                  <a:pt x="18802" y="8706"/>
                </a:lnTo>
                <a:lnTo>
                  <a:pt x="11527" y="12412"/>
                </a:lnTo>
                <a:cubicBezTo>
                  <a:pt x="8938" y="13720"/>
                  <a:pt x="6513" y="15491"/>
                  <a:pt x="4061" y="17071"/>
                </a:cubicBezTo>
                <a:cubicBezTo>
                  <a:pt x="1227" y="18870"/>
                  <a:pt x="1" y="22303"/>
                  <a:pt x="1336" y="25436"/>
                </a:cubicBezTo>
                <a:cubicBezTo>
                  <a:pt x="2285" y="27733"/>
                  <a:pt x="4828" y="29671"/>
                  <a:pt x="7425" y="29671"/>
                </a:cubicBezTo>
                <a:cubicBezTo>
                  <a:pt x="8033" y="29671"/>
                  <a:pt x="8644" y="29565"/>
                  <a:pt x="9238" y="29333"/>
                </a:cubicBezTo>
                <a:cubicBezTo>
                  <a:pt x="12371" y="28107"/>
                  <a:pt x="15559" y="27098"/>
                  <a:pt x="18557" y="25654"/>
                </a:cubicBezTo>
                <a:cubicBezTo>
                  <a:pt x="21091" y="24428"/>
                  <a:pt x="23598" y="23120"/>
                  <a:pt x="26132" y="21840"/>
                </a:cubicBezTo>
                <a:lnTo>
                  <a:pt x="34088" y="17834"/>
                </a:lnTo>
                <a:cubicBezTo>
                  <a:pt x="38175" y="26799"/>
                  <a:pt x="43025" y="35436"/>
                  <a:pt x="49183" y="43120"/>
                </a:cubicBezTo>
                <a:cubicBezTo>
                  <a:pt x="56349" y="51981"/>
                  <a:pt x="67341" y="59196"/>
                  <a:pt x="79054" y="59196"/>
                </a:cubicBezTo>
                <a:cubicBezTo>
                  <a:pt x="79767" y="59196"/>
                  <a:pt x="80482" y="59170"/>
                  <a:pt x="81200" y="59115"/>
                </a:cubicBezTo>
                <a:cubicBezTo>
                  <a:pt x="85451" y="58788"/>
                  <a:pt x="89592" y="57534"/>
                  <a:pt x="93298" y="55436"/>
                </a:cubicBezTo>
                <a:cubicBezTo>
                  <a:pt x="89919" y="51622"/>
                  <a:pt x="87140" y="47344"/>
                  <a:pt x="84279" y="43120"/>
                </a:cubicBezTo>
                <a:cubicBezTo>
                  <a:pt x="84143" y="43175"/>
                  <a:pt x="84006" y="43229"/>
                  <a:pt x="83925" y="43256"/>
                </a:cubicBezTo>
                <a:cubicBezTo>
                  <a:pt x="83353" y="43447"/>
                  <a:pt x="82780" y="43611"/>
                  <a:pt x="82208" y="43720"/>
                </a:cubicBezTo>
                <a:cubicBezTo>
                  <a:pt x="81963" y="43774"/>
                  <a:pt x="81745" y="43829"/>
                  <a:pt x="81500" y="43883"/>
                </a:cubicBezTo>
                <a:cubicBezTo>
                  <a:pt x="81309" y="43883"/>
                  <a:pt x="81145" y="43910"/>
                  <a:pt x="80955" y="43910"/>
                </a:cubicBezTo>
                <a:cubicBezTo>
                  <a:pt x="80709" y="43938"/>
                  <a:pt x="80464" y="43938"/>
                  <a:pt x="80192" y="43938"/>
                </a:cubicBezTo>
                <a:cubicBezTo>
                  <a:pt x="79876" y="43949"/>
                  <a:pt x="79555" y="43956"/>
                  <a:pt x="79234" y="43956"/>
                </a:cubicBezTo>
                <a:cubicBezTo>
                  <a:pt x="78779" y="43956"/>
                  <a:pt x="78323" y="43942"/>
                  <a:pt x="77876" y="43910"/>
                </a:cubicBezTo>
                <a:lnTo>
                  <a:pt x="77603" y="43883"/>
                </a:lnTo>
                <a:lnTo>
                  <a:pt x="77358" y="43856"/>
                </a:lnTo>
                <a:lnTo>
                  <a:pt x="77331" y="43856"/>
                </a:lnTo>
                <a:cubicBezTo>
                  <a:pt x="76731" y="43747"/>
                  <a:pt x="76159" y="43611"/>
                  <a:pt x="75560" y="43474"/>
                </a:cubicBezTo>
                <a:cubicBezTo>
                  <a:pt x="74497" y="43202"/>
                  <a:pt x="73516" y="42766"/>
                  <a:pt x="72481" y="42439"/>
                </a:cubicBezTo>
                <a:lnTo>
                  <a:pt x="72481" y="42439"/>
                </a:lnTo>
                <a:cubicBezTo>
                  <a:pt x="72548" y="42464"/>
                  <a:pt x="72558" y="42477"/>
                  <a:pt x="72530" y="42477"/>
                </a:cubicBezTo>
                <a:cubicBezTo>
                  <a:pt x="72468" y="42477"/>
                  <a:pt x="72216" y="42416"/>
                  <a:pt x="71990" y="42303"/>
                </a:cubicBezTo>
                <a:lnTo>
                  <a:pt x="71854" y="42248"/>
                </a:lnTo>
                <a:lnTo>
                  <a:pt x="71609" y="42167"/>
                </a:lnTo>
                <a:lnTo>
                  <a:pt x="71609" y="42167"/>
                </a:lnTo>
                <a:lnTo>
                  <a:pt x="71827" y="42221"/>
                </a:lnTo>
                <a:cubicBezTo>
                  <a:pt x="71581" y="42085"/>
                  <a:pt x="71309" y="41976"/>
                  <a:pt x="71036" y="41840"/>
                </a:cubicBezTo>
                <a:cubicBezTo>
                  <a:pt x="70491" y="41567"/>
                  <a:pt x="69974" y="41267"/>
                  <a:pt x="69429" y="40940"/>
                </a:cubicBezTo>
                <a:cubicBezTo>
                  <a:pt x="68829" y="40613"/>
                  <a:pt x="68230" y="40232"/>
                  <a:pt x="67658" y="39850"/>
                </a:cubicBezTo>
                <a:cubicBezTo>
                  <a:pt x="67440" y="39687"/>
                  <a:pt x="67222" y="39551"/>
                  <a:pt x="67004" y="39387"/>
                </a:cubicBezTo>
                <a:lnTo>
                  <a:pt x="66840" y="39278"/>
                </a:lnTo>
                <a:cubicBezTo>
                  <a:pt x="66595" y="38870"/>
                  <a:pt x="65778" y="38406"/>
                  <a:pt x="65451" y="38107"/>
                </a:cubicBezTo>
                <a:cubicBezTo>
                  <a:pt x="64987" y="37698"/>
                  <a:pt x="64524" y="37289"/>
                  <a:pt x="64088" y="36853"/>
                </a:cubicBezTo>
                <a:cubicBezTo>
                  <a:pt x="62998" y="35818"/>
                  <a:pt x="61990" y="34728"/>
                  <a:pt x="61009" y="33583"/>
                </a:cubicBezTo>
                <a:cubicBezTo>
                  <a:pt x="60600" y="33120"/>
                  <a:pt x="60219" y="32630"/>
                  <a:pt x="59810" y="32139"/>
                </a:cubicBezTo>
                <a:lnTo>
                  <a:pt x="59619" y="31921"/>
                </a:lnTo>
                <a:cubicBezTo>
                  <a:pt x="59538" y="31785"/>
                  <a:pt x="59456" y="31676"/>
                  <a:pt x="59374" y="31567"/>
                </a:cubicBezTo>
                <a:cubicBezTo>
                  <a:pt x="58530" y="30423"/>
                  <a:pt x="57712" y="29251"/>
                  <a:pt x="56949" y="28052"/>
                </a:cubicBezTo>
                <a:cubicBezTo>
                  <a:pt x="55369" y="25682"/>
                  <a:pt x="53925" y="23202"/>
                  <a:pt x="52535" y="20695"/>
                </a:cubicBezTo>
                <a:cubicBezTo>
                  <a:pt x="51064" y="18079"/>
                  <a:pt x="49674" y="15436"/>
                  <a:pt x="48366" y="12739"/>
                </a:cubicBezTo>
                <a:cubicBezTo>
                  <a:pt x="47712" y="11404"/>
                  <a:pt x="47085" y="10041"/>
                  <a:pt x="46459" y="8652"/>
                </a:cubicBezTo>
                <a:cubicBezTo>
                  <a:pt x="46132" y="7943"/>
                  <a:pt x="45805" y="7207"/>
                  <a:pt x="45478" y="6472"/>
                </a:cubicBezTo>
                <a:lnTo>
                  <a:pt x="45178" y="5763"/>
                </a:lnTo>
                <a:cubicBezTo>
                  <a:pt x="45151" y="5709"/>
                  <a:pt x="45124" y="5600"/>
                  <a:pt x="45069" y="5518"/>
                </a:cubicBezTo>
                <a:cubicBezTo>
                  <a:pt x="44143" y="3257"/>
                  <a:pt x="43025" y="1594"/>
                  <a:pt x="40709" y="613"/>
                </a:cubicBezTo>
                <a:cubicBezTo>
                  <a:pt x="39722" y="195"/>
                  <a:pt x="38755" y="0"/>
                  <a:pt x="3779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78" name="Google Shape;1878;p40"/>
          <p:cNvSpPr/>
          <p:nvPr/>
        </p:nvSpPr>
        <p:spPr>
          <a:xfrm flipH="1">
            <a:off x="2333318" y="2506727"/>
            <a:ext cx="1367" cy="6867"/>
          </a:xfrm>
          <a:custGeom>
            <a:avLst/>
            <a:gdLst/>
            <a:ahLst/>
            <a:cxnLst/>
            <a:rect l="l" t="t" r="r" b="b"/>
            <a:pathLst>
              <a:path w="55" h="274" extrusionOk="0">
                <a:moveTo>
                  <a:pt x="55" y="1"/>
                </a:moveTo>
                <a:cubicBezTo>
                  <a:pt x="55" y="55"/>
                  <a:pt x="28" y="110"/>
                  <a:pt x="28" y="164"/>
                </a:cubicBezTo>
                <a:cubicBezTo>
                  <a:pt x="13" y="192"/>
                  <a:pt x="14" y="206"/>
                  <a:pt x="14" y="220"/>
                </a:cubicBezTo>
                <a:lnTo>
                  <a:pt x="14" y="220"/>
                </a:lnTo>
                <a:cubicBezTo>
                  <a:pt x="36" y="137"/>
                  <a:pt x="55" y="69"/>
                  <a:pt x="55" y="1"/>
                </a:cubicBezTo>
                <a:close/>
                <a:moveTo>
                  <a:pt x="14" y="220"/>
                </a:moveTo>
                <a:cubicBezTo>
                  <a:pt x="9" y="237"/>
                  <a:pt x="5" y="255"/>
                  <a:pt x="0" y="273"/>
                </a:cubicBezTo>
                <a:cubicBezTo>
                  <a:pt x="13" y="247"/>
                  <a:pt x="14" y="233"/>
                  <a:pt x="14" y="22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79" name="Google Shape;1879;p40"/>
          <p:cNvSpPr/>
          <p:nvPr/>
        </p:nvSpPr>
        <p:spPr>
          <a:xfrm flipH="1">
            <a:off x="3863384" y="3219582"/>
            <a:ext cx="17684" cy="15687"/>
          </a:xfrm>
          <a:custGeom>
            <a:avLst/>
            <a:gdLst/>
            <a:ahLst/>
            <a:cxnLst/>
            <a:rect l="l" t="t" r="r" b="b"/>
            <a:pathLst>
              <a:path w="712" h="626" extrusionOk="0">
                <a:moveTo>
                  <a:pt x="1" y="0"/>
                </a:moveTo>
                <a:cubicBezTo>
                  <a:pt x="297" y="435"/>
                  <a:pt x="578" y="626"/>
                  <a:pt x="670" y="626"/>
                </a:cubicBezTo>
                <a:cubicBezTo>
                  <a:pt x="705" y="626"/>
                  <a:pt x="712" y="598"/>
                  <a:pt x="682" y="545"/>
                </a:cubicBezTo>
                <a:lnTo>
                  <a:pt x="627" y="518"/>
                </a:lnTo>
                <a:cubicBezTo>
                  <a:pt x="409" y="355"/>
                  <a:pt x="219" y="191"/>
                  <a:pt x="28" y="28"/>
                </a:cubicBezTo>
                <a:lnTo>
                  <a:pt x="1" y="0"/>
                </a:ln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0" name="Google Shape;1880;p40"/>
          <p:cNvSpPr/>
          <p:nvPr/>
        </p:nvSpPr>
        <p:spPr>
          <a:xfrm flipH="1">
            <a:off x="3721318" y="3369259"/>
            <a:ext cx="15871" cy="16263"/>
          </a:xfrm>
          <a:custGeom>
            <a:avLst/>
            <a:gdLst/>
            <a:ahLst/>
            <a:cxnLst/>
            <a:rect l="l" t="t" r="r" b="b"/>
            <a:pathLst>
              <a:path w="639" h="649" extrusionOk="0">
                <a:moveTo>
                  <a:pt x="42" y="1"/>
                </a:moveTo>
                <a:cubicBezTo>
                  <a:pt x="1" y="1"/>
                  <a:pt x="129" y="172"/>
                  <a:pt x="638" y="649"/>
                </a:cubicBezTo>
                <a:lnTo>
                  <a:pt x="611" y="594"/>
                </a:lnTo>
                <a:cubicBezTo>
                  <a:pt x="502" y="485"/>
                  <a:pt x="393" y="349"/>
                  <a:pt x="311" y="213"/>
                </a:cubicBezTo>
                <a:cubicBezTo>
                  <a:pt x="186" y="88"/>
                  <a:pt x="71" y="1"/>
                  <a:pt x="42" y="1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1" name="Google Shape;1881;p40"/>
          <p:cNvSpPr/>
          <p:nvPr/>
        </p:nvSpPr>
        <p:spPr>
          <a:xfrm flipH="1">
            <a:off x="3778840" y="4870273"/>
            <a:ext cx="2317243" cy="1483421"/>
          </a:xfrm>
          <a:custGeom>
            <a:avLst/>
            <a:gdLst/>
            <a:ahLst/>
            <a:cxnLst/>
            <a:rect l="l" t="t" r="r" b="b"/>
            <a:pathLst>
              <a:path w="93299" h="59197" extrusionOk="0">
                <a:moveTo>
                  <a:pt x="37799" y="0"/>
                </a:moveTo>
                <a:cubicBezTo>
                  <a:pt x="36512" y="0"/>
                  <a:pt x="35245" y="354"/>
                  <a:pt x="33979" y="995"/>
                </a:cubicBezTo>
                <a:lnTo>
                  <a:pt x="18802" y="8706"/>
                </a:lnTo>
                <a:lnTo>
                  <a:pt x="11527" y="12412"/>
                </a:lnTo>
                <a:cubicBezTo>
                  <a:pt x="8938" y="13720"/>
                  <a:pt x="6513" y="15491"/>
                  <a:pt x="4061" y="17071"/>
                </a:cubicBezTo>
                <a:cubicBezTo>
                  <a:pt x="1227" y="18870"/>
                  <a:pt x="1" y="22303"/>
                  <a:pt x="1336" y="25436"/>
                </a:cubicBezTo>
                <a:cubicBezTo>
                  <a:pt x="2285" y="27733"/>
                  <a:pt x="4828" y="29671"/>
                  <a:pt x="7425" y="29671"/>
                </a:cubicBezTo>
                <a:cubicBezTo>
                  <a:pt x="8033" y="29671"/>
                  <a:pt x="8644" y="29565"/>
                  <a:pt x="9238" y="29333"/>
                </a:cubicBezTo>
                <a:cubicBezTo>
                  <a:pt x="12371" y="28107"/>
                  <a:pt x="15559" y="27098"/>
                  <a:pt x="18557" y="25654"/>
                </a:cubicBezTo>
                <a:cubicBezTo>
                  <a:pt x="21091" y="24428"/>
                  <a:pt x="23598" y="23120"/>
                  <a:pt x="26132" y="21840"/>
                </a:cubicBezTo>
                <a:lnTo>
                  <a:pt x="34088" y="17834"/>
                </a:lnTo>
                <a:cubicBezTo>
                  <a:pt x="38175" y="26799"/>
                  <a:pt x="43025" y="35436"/>
                  <a:pt x="49183" y="43120"/>
                </a:cubicBezTo>
                <a:cubicBezTo>
                  <a:pt x="56349" y="51981"/>
                  <a:pt x="67341" y="59196"/>
                  <a:pt x="79054" y="59196"/>
                </a:cubicBezTo>
                <a:cubicBezTo>
                  <a:pt x="79767" y="59196"/>
                  <a:pt x="80482" y="59170"/>
                  <a:pt x="81200" y="59115"/>
                </a:cubicBezTo>
                <a:cubicBezTo>
                  <a:pt x="85451" y="58788"/>
                  <a:pt x="89592" y="57534"/>
                  <a:pt x="93298" y="55436"/>
                </a:cubicBezTo>
                <a:cubicBezTo>
                  <a:pt x="89919" y="51622"/>
                  <a:pt x="87140" y="47344"/>
                  <a:pt x="84279" y="43120"/>
                </a:cubicBezTo>
                <a:cubicBezTo>
                  <a:pt x="84143" y="43175"/>
                  <a:pt x="84006" y="43229"/>
                  <a:pt x="83925" y="43256"/>
                </a:cubicBezTo>
                <a:cubicBezTo>
                  <a:pt x="83353" y="43447"/>
                  <a:pt x="82780" y="43611"/>
                  <a:pt x="82208" y="43720"/>
                </a:cubicBezTo>
                <a:cubicBezTo>
                  <a:pt x="81963" y="43774"/>
                  <a:pt x="81745" y="43829"/>
                  <a:pt x="81500" y="43883"/>
                </a:cubicBezTo>
                <a:cubicBezTo>
                  <a:pt x="81309" y="43883"/>
                  <a:pt x="81145" y="43910"/>
                  <a:pt x="80955" y="43910"/>
                </a:cubicBezTo>
                <a:cubicBezTo>
                  <a:pt x="80709" y="43938"/>
                  <a:pt x="80464" y="43938"/>
                  <a:pt x="80192" y="43938"/>
                </a:cubicBezTo>
                <a:cubicBezTo>
                  <a:pt x="79876" y="43949"/>
                  <a:pt x="79555" y="43956"/>
                  <a:pt x="79234" y="43956"/>
                </a:cubicBezTo>
                <a:cubicBezTo>
                  <a:pt x="78779" y="43956"/>
                  <a:pt x="78323" y="43942"/>
                  <a:pt x="77876" y="43910"/>
                </a:cubicBezTo>
                <a:lnTo>
                  <a:pt x="77603" y="43883"/>
                </a:lnTo>
                <a:lnTo>
                  <a:pt x="77358" y="43856"/>
                </a:lnTo>
                <a:lnTo>
                  <a:pt x="77331" y="43856"/>
                </a:lnTo>
                <a:cubicBezTo>
                  <a:pt x="76731" y="43747"/>
                  <a:pt x="76159" y="43611"/>
                  <a:pt x="75560" y="43474"/>
                </a:cubicBezTo>
                <a:cubicBezTo>
                  <a:pt x="74497" y="43202"/>
                  <a:pt x="73516" y="42766"/>
                  <a:pt x="72481" y="42439"/>
                </a:cubicBezTo>
                <a:lnTo>
                  <a:pt x="72481" y="42439"/>
                </a:lnTo>
                <a:cubicBezTo>
                  <a:pt x="72548" y="42464"/>
                  <a:pt x="72558" y="42477"/>
                  <a:pt x="72530" y="42477"/>
                </a:cubicBezTo>
                <a:cubicBezTo>
                  <a:pt x="72468" y="42477"/>
                  <a:pt x="72216" y="42416"/>
                  <a:pt x="71990" y="42303"/>
                </a:cubicBezTo>
                <a:lnTo>
                  <a:pt x="71854" y="42248"/>
                </a:lnTo>
                <a:lnTo>
                  <a:pt x="71609" y="42167"/>
                </a:lnTo>
                <a:lnTo>
                  <a:pt x="71609" y="42167"/>
                </a:lnTo>
                <a:lnTo>
                  <a:pt x="71827" y="42221"/>
                </a:lnTo>
                <a:cubicBezTo>
                  <a:pt x="71581" y="42085"/>
                  <a:pt x="71309" y="41976"/>
                  <a:pt x="71036" y="41840"/>
                </a:cubicBezTo>
                <a:cubicBezTo>
                  <a:pt x="70491" y="41567"/>
                  <a:pt x="69974" y="41267"/>
                  <a:pt x="69429" y="40940"/>
                </a:cubicBezTo>
                <a:cubicBezTo>
                  <a:pt x="68829" y="40613"/>
                  <a:pt x="68230" y="40232"/>
                  <a:pt x="67658" y="39850"/>
                </a:cubicBezTo>
                <a:cubicBezTo>
                  <a:pt x="67440" y="39687"/>
                  <a:pt x="67222" y="39551"/>
                  <a:pt x="67004" y="39387"/>
                </a:cubicBezTo>
                <a:lnTo>
                  <a:pt x="66840" y="39278"/>
                </a:lnTo>
                <a:cubicBezTo>
                  <a:pt x="66595" y="38870"/>
                  <a:pt x="65778" y="38406"/>
                  <a:pt x="65451" y="38107"/>
                </a:cubicBezTo>
                <a:cubicBezTo>
                  <a:pt x="64987" y="37698"/>
                  <a:pt x="64524" y="37289"/>
                  <a:pt x="64088" y="36853"/>
                </a:cubicBezTo>
                <a:cubicBezTo>
                  <a:pt x="62998" y="35818"/>
                  <a:pt x="61990" y="34728"/>
                  <a:pt x="61009" y="33583"/>
                </a:cubicBezTo>
                <a:cubicBezTo>
                  <a:pt x="60600" y="33120"/>
                  <a:pt x="60219" y="32630"/>
                  <a:pt x="59810" y="32139"/>
                </a:cubicBezTo>
                <a:lnTo>
                  <a:pt x="59619" y="31921"/>
                </a:lnTo>
                <a:cubicBezTo>
                  <a:pt x="59538" y="31785"/>
                  <a:pt x="59456" y="31676"/>
                  <a:pt x="59374" y="31567"/>
                </a:cubicBezTo>
                <a:cubicBezTo>
                  <a:pt x="58530" y="30423"/>
                  <a:pt x="57712" y="29251"/>
                  <a:pt x="56949" y="28052"/>
                </a:cubicBezTo>
                <a:cubicBezTo>
                  <a:pt x="55369" y="25682"/>
                  <a:pt x="53925" y="23202"/>
                  <a:pt x="52535" y="20695"/>
                </a:cubicBezTo>
                <a:cubicBezTo>
                  <a:pt x="51064" y="18079"/>
                  <a:pt x="49674" y="15436"/>
                  <a:pt x="48366" y="12739"/>
                </a:cubicBezTo>
                <a:cubicBezTo>
                  <a:pt x="47712" y="11404"/>
                  <a:pt x="47085" y="10041"/>
                  <a:pt x="46459" y="8652"/>
                </a:cubicBezTo>
                <a:cubicBezTo>
                  <a:pt x="46132" y="7943"/>
                  <a:pt x="45805" y="7207"/>
                  <a:pt x="45478" y="6472"/>
                </a:cubicBezTo>
                <a:lnTo>
                  <a:pt x="45178" y="5763"/>
                </a:lnTo>
                <a:cubicBezTo>
                  <a:pt x="45151" y="5709"/>
                  <a:pt x="45124" y="5600"/>
                  <a:pt x="45069" y="5518"/>
                </a:cubicBezTo>
                <a:cubicBezTo>
                  <a:pt x="44143" y="3257"/>
                  <a:pt x="43025" y="1594"/>
                  <a:pt x="40709" y="613"/>
                </a:cubicBezTo>
                <a:cubicBezTo>
                  <a:pt x="39722" y="195"/>
                  <a:pt x="38755" y="0"/>
                  <a:pt x="377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2" name="Google Shape;1882;p40"/>
          <p:cNvSpPr/>
          <p:nvPr/>
        </p:nvSpPr>
        <p:spPr>
          <a:xfrm flipH="1">
            <a:off x="3449282" y="4243797"/>
            <a:ext cx="1197180" cy="1985629"/>
          </a:xfrm>
          <a:custGeom>
            <a:avLst/>
            <a:gdLst/>
            <a:ahLst/>
            <a:cxnLst/>
            <a:rect l="l" t="t" r="r" b="b"/>
            <a:pathLst>
              <a:path w="48202" h="79238" extrusionOk="0">
                <a:moveTo>
                  <a:pt x="13488" y="0"/>
                </a:moveTo>
                <a:cubicBezTo>
                  <a:pt x="11962" y="981"/>
                  <a:pt x="10382" y="1880"/>
                  <a:pt x="8774" y="2725"/>
                </a:cubicBezTo>
                <a:cubicBezTo>
                  <a:pt x="5913" y="4278"/>
                  <a:pt x="2997" y="5722"/>
                  <a:pt x="0" y="7058"/>
                </a:cubicBezTo>
                <a:lnTo>
                  <a:pt x="1362" y="9564"/>
                </a:lnTo>
                <a:cubicBezTo>
                  <a:pt x="7166" y="20218"/>
                  <a:pt x="13488" y="30627"/>
                  <a:pt x="20872" y="40273"/>
                </a:cubicBezTo>
                <a:cubicBezTo>
                  <a:pt x="22861" y="42889"/>
                  <a:pt x="24959" y="45423"/>
                  <a:pt x="27003" y="48011"/>
                </a:cubicBezTo>
                <a:cubicBezTo>
                  <a:pt x="27139" y="48202"/>
                  <a:pt x="27303" y="48393"/>
                  <a:pt x="27439" y="48583"/>
                </a:cubicBezTo>
                <a:cubicBezTo>
                  <a:pt x="27793" y="49047"/>
                  <a:pt x="28147" y="49510"/>
                  <a:pt x="28474" y="50000"/>
                </a:cubicBezTo>
                <a:cubicBezTo>
                  <a:pt x="29292" y="51118"/>
                  <a:pt x="30027" y="52262"/>
                  <a:pt x="30709" y="53461"/>
                </a:cubicBezTo>
                <a:cubicBezTo>
                  <a:pt x="31036" y="54006"/>
                  <a:pt x="31308" y="54578"/>
                  <a:pt x="31608" y="55150"/>
                </a:cubicBezTo>
                <a:cubicBezTo>
                  <a:pt x="31662" y="55259"/>
                  <a:pt x="31717" y="55368"/>
                  <a:pt x="31771" y="55504"/>
                </a:cubicBezTo>
                <a:cubicBezTo>
                  <a:pt x="31771" y="55532"/>
                  <a:pt x="31799" y="55586"/>
                  <a:pt x="31826" y="55613"/>
                </a:cubicBezTo>
                <a:cubicBezTo>
                  <a:pt x="31853" y="55722"/>
                  <a:pt x="31908" y="55831"/>
                  <a:pt x="31962" y="55940"/>
                </a:cubicBezTo>
                <a:lnTo>
                  <a:pt x="31853" y="55777"/>
                </a:lnTo>
                <a:lnTo>
                  <a:pt x="31853" y="55777"/>
                </a:lnTo>
                <a:cubicBezTo>
                  <a:pt x="32044" y="56295"/>
                  <a:pt x="32234" y="56840"/>
                  <a:pt x="32371" y="57385"/>
                </a:cubicBezTo>
                <a:cubicBezTo>
                  <a:pt x="32425" y="57630"/>
                  <a:pt x="32480" y="57875"/>
                  <a:pt x="32534" y="58147"/>
                </a:cubicBezTo>
                <a:cubicBezTo>
                  <a:pt x="32534" y="58665"/>
                  <a:pt x="32643" y="59237"/>
                  <a:pt x="32643" y="59755"/>
                </a:cubicBezTo>
                <a:cubicBezTo>
                  <a:pt x="32643" y="59946"/>
                  <a:pt x="32643" y="60109"/>
                  <a:pt x="32616" y="60300"/>
                </a:cubicBezTo>
                <a:lnTo>
                  <a:pt x="32663" y="60183"/>
                </a:lnTo>
                <a:lnTo>
                  <a:pt x="32663" y="60183"/>
                </a:lnTo>
                <a:cubicBezTo>
                  <a:pt x="32645" y="60240"/>
                  <a:pt x="32630" y="60297"/>
                  <a:pt x="32616" y="60355"/>
                </a:cubicBezTo>
                <a:lnTo>
                  <a:pt x="32616" y="60709"/>
                </a:lnTo>
                <a:cubicBezTo>
                  <a:pt x="32616" y="61001"/>
                  <a:pt x="32523" y="61200"/>
                  <a:pt x="32476" y="61200"/>
                </a:cubicBezTo>
                <a:cubicBezTo>
                  <a:pt x="32465" y="61200"/>
                  <a:pt x="32457" y="61191"/>
                  <a:pt x="32452" y="61172"/>
                </a:cubicBezTo>
                <a:cubicBezTo>
                  <a:pt x="32425" y="61308"/>
                  <a:pt x="32398" y="61417"/>
                  <a:pt x="32371" y="61526"/>
                </a:cubicBezTo>
                <a:cubicBezTo>
                  <a:pt x="32318" y="61711"/>
                  <a:pt x="32265" y="61871"/>
                  <a:pt x="32212" y="62054"/>
                </a:cubicBezTo>
                <a:lnTo>
                  <a:pt x="32212" y="62054"/>
                </a:lnTo>
                <a:cubicBezTo>
                  <a:pt x="32200" y="62067"/>
                  <a:pt x="32189" y="62081"/>
                  <a:pt x="32180" y="62098"/>
                </a:cubicBezTo>
                <a:cubicBezTo>
                  <a:pt x="32153" y="62180"/>
                  <a:pt x="32125" y="62262"/>
                  <a:pt x="32098" y="62371"/>
                </a:cubicBezTo>
                <a:cubicBezTo>
                  <a:pt x="31983" y="62716"/>
                  <a:pt x="31888" y="62847"/>
                  <a:pt x="31828" y="62847"/>
                </a:cubicBezTo>
                <a:cubicBezTo>
                  <a:pt x="31817" y="62847"/>
                  <a:pt x="31807" y="62843"/>
                  <a:pt x="31799" y="62834"/>
                </a:cubicBezTo>
                <a:cubicBezTo>
                  <a:pt x="31744" y="62998"/>
                  <a:pt x="31662" y="63188"/>
                  <a:pt x="31581" y="63352"/>
                </a:cubicBezTo>
                <a:cubicBezTo>
                  <a:pt x="31390" y="63706"/>
                  <a:pt x="31172" y="64006"/>
                  <a:pt x="30954" y="64306"/>
                </a:cubicBezTo>
                <a:cubicBezTo>
                  <a:pt x="30790" y="64469"/>
                  <a:pt x="30654" y="64714"/>
                  <a:pt x="30491" y="64850"/>
                </a:cubicBezTo>
                <a:cubicBezTo>
                  <a:pt x="30055" y="65368"/>
                  <a:pt x="29564" y="65831"/>
                  <a:pt x="29046" y="66267"/>
                </a:cubicBezTo>
                <a:lnTo>
                  <a:pt x="28883" y="66431"/>
                </a:lnTo>
                <a:cubicBezTo>
                  <a:pt x="28529" y="66649"/>
                  <a:pt x="28229" y="66867"/>
                  <a:pt x="27902" y="67085"/>
                </a:cubicBezTo>
                <a:cubicBezTo>
                  <a:pt x="30709" y="71254"/>
                  <a:pt x="33488" y="75504"/>
                  <a:pt x="36839" y="79237"/>
                </a:cubicBezTo>
                <a:cubicBezTo>
                  <a:pt x="42997" y="75041"/>
                  <a:pt x="47357" y="68474"/>
                  <a:pt x="47820" y="60491"/>
                </a:cubicBezTo>
                <a:cubicBezTo>
                  <a:pt x="48202" y="54224"/>
                  <a:pt x="45532" y="48011"/>
                  <a:pt x="42071" y="42943"/>
                </a:cubicBezTo>
                <a:cubicBezTo>
                  <a:pt x="40273" y="40355"/>
                  <a:pt x="38256" y="37875"/>
                  <a:pt x="36294" y="35423"/>
                </a:cubicBezTo>
                <a:cubicBezTo>
                  <a:pt x="35423" y="34360"/>
                  <a:pt x="34551" y="33297"/>
                  <a:pt x="33706" y="32207"/>
                </a:cubicBezTo>
                <a:cubicBezTo>
                  <a:pt x="33679" y="32153"/>
                  <a:pt x="33624" y="32098"/>
                  <a:pt x="33570" y="32044"/>
                </a:cubicBezTo>
                <a:cubicBezTo>
                  <a:pt x="33488" y="31935"/>
                  <a:pt x="33379" y="31799"/>
                  <a:pt x="33297" y="31663"/>
                </a:cubicBezTo>
                <a:cubicBezTo>
                  <a:pt x="32779" y="30981"/>
                  <a:pt x="32262" y="30273"/>
                  <a:pt x="31744" y="29564"/>
                </a:cubicBezTo>
                <a:cubicBezTo>
                  <a:pt x="24878" y="20218"/>
                  <a:pt x="18992" y="10218"/>
                  <a:pt x="13488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3" name="Google Shape;1883;p40"/>
          <p:cNvSpPr/>
          <p:nvPr/>
        </p:nvSpPr>
        <p:spPr>
          <a:xfrm flipH="1">
            <a:off x="3470243" y="2710883"/>
            <a:ext cx="1526788" cy="1661316"/>
          </a:xfrm>
          <a:custGeom>
            <a:avLst/>
            <a:gdLst/>
            <a:ahLst/>
            <a:cxnLst/>
            <a:rect l="l" t="t" r="r" b="b"/>
            <a:pathLst>
              <a:path w="61473" h="66296" extrusionOk="0">
                <a:moveTo>
                  <a:pt x="29956" y="0"/>
                </a:moveTo>
                <a:cubicBezTo>
                  <a:pt x="24624" y="0"/>
                  <a:pt x="19359" y="1263"/>
                  <a:pt x="14715" y="4251"/>
                </a:cubicBezTo>
                <a:cubicBezTo>
                  <a:pt x="4524" y="10791"/>
                  <a:pt x="1" y="23379"/>
                  <a:pt x="1363" y="35123"/>
                </a:cubicBezTo>
                <a:cubicBezTo>
                  <a:pt x="2671" y="46322"/>
                  <a:pt x="7739" y="56458"/>
                  <a:pt x="13080" y="66295"/>
                </a:cubicBezTo>
                <a:cubicBezTo>
                  <a:pt x="15886" y="65042"/>
                  <a:pt x="18638" y="63679"/>
                  <a:pt x="21363" y="62235"/>
                </a:cubicBezTo>
                <a:cubicBezTo>
                  <a:pt x="23107" y="61281"/>
                  <a:pt x="24878" y="60328"/>
                  <a:pt x="26567" y="59238"/>
                </a:cubicBezTo>
                <a:cubicBezTo>
                  <a:pt x="25232" y="56758"/>
                  <a:pt x="23924" y="54251"/>
                  <a:pt x="22644" y="51745"/>
                </a:cubicBezTo>
                <a:cubicBezTo>
                  <a:pt x="21990" y="50464"/>
                  <a:pt x="21363" y="49156"/>
                  <a:pt x="20764" y="47848"/>
                </a:cubicBezTo>
                <a:cubicBezTo>
                  <a:pt x="20409" y="47167"/>
                  <a:pt x="20137" y="46459"/>
                  <a:pt x="19810" y="45750"/>
                </a:cubicBezTo>
                <a:cubicBezTo>
                  <a:pt x="19719" y="45561"/>
                  <a:pt x="19680" y="45489"/>
                  <a:pt x="19675" y="45489"/>
                </a:cubicBezTo>
                <a:cubicBezTo>
                  <a:pt x="19662" y="45489"/>
                  <a:pt x="19890" y="46013"/>
                  <a:pt x="19972" y="46186"/>
                </a:cubicBezTo>
                <a:lnTo>
                  <a:pt x="19972" y="46186"/>
                </a:lnTo>
                <a:cubicBezTo>
                  <a:pt x="19713" y="45685"/>
                  <a:pt x="19504" y="45159"/>
                  <a:pt x="19347" y="44633"/>
                </a:cubicBezTo>
                <a:cubicBezTo>
                  <a:pt x="18257" y="41881"/>
                  <a:pt x="17412" y="39020"/>
                  <a:pt x="16813" y="36132"/>
                </a:cubicBezTo>
                <a:cubicBezTo>
                  <a:pt x="16731" y="35777"/>
                  <a:pt x="16622" y="35396"/>
                  <a:pt x="16513" y="35014"/>
                </a:cubicBezTo>
                <a:cubicBezTo>
                  <a:pt x="16540" y="34878"/>
                  <a:pt x="16540" y="34769"/>
                  <a:pt x="16513" y="34660"/>
                </a:cubicBezTo>
                <a:cubicBezTo>
                  <a:pt x="16486" y="34360"/>
                  <a:pt x="16458" y="34033"/>
                  <a:pt x="16431" y="33706"/>
                </a:cubicBezTo>
                <a:cubicBezTo>
                  <a:pt x="16349" y="32426"/>
                  <a:pt x="16322" y="31145"/>
                  <a:pt x="16377" y="29865"/>
                </a:cubicBezTo>
                <a:cubicBezTo>
                  <a:pt x="16404" y="29265"/>
                  <a:pt x="16458" y="28666"/>
                  <a:pt x="16513" y="28066"/>
                </a:cubicBezTo>
                <a:cubicBezTo>
                  <a:pt x="16513" y="28012"/>
                  <a:pt x="16513" y="27930"/>
                  <a:pt x="16540" y="27848"/>
                </a:cubicBezTo>
                <a:cubicBezTo>
                  <a:pt x="16758" y="26595"/>
                  <a:pt x="17085" y="25341"/>
                  <a:pt x="17467" y="24142"/>
                </a:cubicBezTo>
                <a:cubicBezTo>
                  <a:pt x="17630" y="23625"/>
                  <a:pt x="17875" y="23107"/>
                  <a:pt x="18039" y="22589"/>
                </a:cubicBezTo>
                <a:lnTo>
                  <a:pt x="18039" y="22589"/>
                </a:lnTo>
                <a:cubicBezTo>
                  <a:pt x="17839" y="23283"/>
                  <a:pt x="17766" y="23529"/>
                  <a:pt x="17768" y="23529"/>
                </a:cubicBezTo>
                <a:cubicBezTo>
                  <a:pt x="17773" y="23529"/>
                  <a:pt x="18044" y="22670"/>
                  <a:pt x="18257" y="22262"/>
                </a:cubicBezTo>
                <a:cubicBezTo>
                  <a:pt x="18557" y="21717"/>
                  <a:pt x="18856" y="21172"/>
                  <a:pt x="19183" y="20655"/>
                </a:cubicBezTo>
                <a:cubicBezTo>
                  <a:pt x="19292" y="20464"/>
                  <a:pt x="19401" y="20300"/>
                  <a:pt x="19537" y="20164"/>
                </a:cubicBezTo>
                <a:cubicBezTo>
                  <a:pt x="20355" y="19429"/>
                  <a:pt x="21009" y="18475"/>
                  <a:pt x="21826" y="17766"/>
                </a:cubicBezTo>
                <a:lnTo>
                  <a:pt x="21854" y="17739"/>
                </a:lnTo>
                <a:lnTo>
                  <a:pt x="22017" y="17630"/>
                </a:lnTo>
                <a:cubicBezTo>
                  <a:pt x="22562" y="17276"/>
                  <a:pt x="23134" y="16922"/>
                  <a:pt x="23679" y="16622"/>
                </a:cubicBezTo>
                <a:cubicBezTo>
                  <a:pt x="23870" y="16540"/>
                  <a:pt x="24469" y="16268"/>
                  <a:pt x="24715" y="16159"/>
                </a:cubicBezTo>
                <a:lnTo>
                  <a:pt x="25014" y="16050"/>
                </a:lnTo>
                <a:cubicBezTo>
                  <a:pt x="25995" y="15723"/>
                  <a:pt x="27003" y="15478"/>
                  <a:pt x="28012" y="15314"/>
                </a:cubicBezTo>
                <a:cubicBezTo>
                  <a:pt x="28175" y="15287"/>
                  <a:pt x="28339" y="15260"/>
                  <a:pt x="28475" y="15260"/>
                </a:cubicBezTo>
                <a:cubicBezTo>
                  <a:pt x="29074" y="15205"/>
                  <a:pt x="29646" y="15178"/>
                  <a:pt x="30219" y="15178"/>
                </a:cubicBezTo>
                <a:cubicBezTo>
                  <a:pt x="31309" y="15178"/>
                  <a:pt x="32371" y="15369"/>
                  <a:pt x="33434" y="15396"/>
                </a:cubicBezTo>
                <a:lnTo>
                  <a:pt x="33952" y="15505"/>
                </a:lnTo>
                <a:cubicBezTo>
                  <a:pt x="34469" y="15587"/>
                  <a:pt x="34960" y="15723"/>
                  <a:pt x="35478" y="15832"/>
                </a:cubicBezTo>
                <a:cubicBezTo>
                  <a:pt x="36676" y="16132"/>
                  <a:pt x="37821" y="16486"/>
                  <a:pt x="38965" y="16922"/>
                </a:cubicBezTo>
                <a:lnTo>
                  <a:pt x="39347" y="17085"/>
                </a:lnTo>
                <a:cubicBezTo>
                  <a:pt x="39810" y="17303"/>
                  <a:pt x="40246" y="17494"/>
                  <a:pt x="40709" y="17739"/>
                </a:cubicBezTo>
                <a:cubicBezTo>
                  <a:pt x="41799" y="18284"/>
                  <a:pt x="42862" y="18884"/>
                  <a:pt x="43870" y="19565"/>
                </a:cubicBezTo>
                <a:cubicBezTo>
                  <a:pt x="44251" y="19810"/>
                  <a:pt x="44606" y="20055"/>
                  <a:pt x="44960" y="20300"/>
                </a:cubicBezTo>
                <a:lnTo>
                  <a:pt x="44960" y="20300"/>
                </a:lnTo>
                <a:cubicBezTo>
                  <a:pt x="44969" y="20310"/>
                  <a:pt x="44978" y="20319"/>
                  <a:pt x="44987" y="20328"/>
                </a:cubicBezTo>
                <a:lnTo>
                  <a:pt x="45369" y="20600"/>
                </a:lnTo>
                <a:cubicBezTo>
                  <a:pt x="45478" y="20655"/>
                  <a:pt x="45559" y="20764"/>
                  <a:pt x="45614" y="20845"/>
                </a:cubicBezTo>
                <a:cubicBezTo>
                  <a:pt x="46595" y="21690"/>
                  <a:pt x="47521" y="22589"/>
                  <a:pt x="48420" y="23516"/>
                </a:cubicBezTo>
                <a:lnTo>
                  <a:pt x="48502" y="23597"/>
                </a:lnTo>
                <a:cubicBezTo>
                  <a:pt x="52671" y="20600"/>
                  <a:pt x="57112" y="18039"/>
                  <a:pt x="61472" y="15314"/>
                </a:cubicBezTo>
                <a:cubicBezTo>
                  <a:pt x="57494" y="10600"/>
                  <a:pt x="52753" y="6595"/>
                  <a:pt x="47140" y="4006"/>
                </a:cubicBezTo>
                <a:cubicBezTo>
                  <a:pt x="41831" y="1545"/>
                  <a:pt x="35853" y="0"/>
                  <a:pt x="299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4" name="Google Shape;1884;p40"/>
          <p:cNvSpPr/>
          <p:nvPr/>
        </p:nvSpPr>
        <p:spPr>
          <a:xfrm flipH="1">
            <a:off x="1286375" y="2697226"/>
            <a:ext cx="1342699" cy="1875019"/>
          </a:xfrm>
          <a:custGeom>
            <a:avLst/>
            <a:gdLst/>
            <a:ahLst/>
            <a:cxnLst/>
            <a:rect l="l" t="t" r="r" b="b"/>
            <a:pathLst>
              <a:path w="54061" h="74824" extrusionOk="0">
                <a:moveTo>
                  <a:pt x="13243" y="1"/>
                </a:moveTo>
                <a:cubicBezTo>
                  <a:pt x="8720" y="2344"/>
                  <a:pt x="4088" y="4578"/>
                  <a:pt x="0" y="7603"/>
                </a:cubicBezTo>
                <a:cubicBezTo>
                  <a:pt x="273" y="8284"/>
                  <a:pt x="573" y="8965"/>
                  <a:pt x="872" y="9647"/>
                </a:cubicBezTo>
                <a:cubicBezTo>
                  <a:pt x="3161" y="14769"/>
                  <a:pt x="5777" y="19756"/>
                  <a:pt x="8556" y="24660"/>
                </a:cubicBezTo>
                <a:cubicBezTo>
                  <a:pt x="18447" y="42126"/>
                  <a:pt x="30600" y="58121"/>
                  <a:pt x="41690" y="74824"/>
                </a:cubicBezTo>
                <a:cubicBezTo>
                  <a:pt x="45532" y="71554"/>
                  <a:pt x="49919" y="68938"/>
                  <a:pt x="54061" y="65995"/>
                </a:cubicBezTo>
                <a:cubicBezTo>
                  <a:pt x="48693" y="57957"/>
                  <a:pt x="43080" y="50055"/>
                  <a:pt x="37657" y="42099"/>
                </a:cubicBezTo>
                <a:cubicBezTo>
                  <a:pt x="31281" y="32807"/>
                  <a:pt x="25096" y="23352"/>
                  <a:pt x="19728" y="13434"/>
                </a:cubicBezTo>
                <a:cubicBezTo>
                  <a:pt x="18366" y="10900"/>
                  <a:pt x="17030" y="8339"/>
                  <a:pt x="15777" y="5750"/>
                </a:cubicBezTo>
                <a:cubicBezTo>
                  <a:pt x="15205" y="4578"/>
                  <a:pt x="14660" y="3407"/>
                  <a:pt x="14115" y="2235"/>
                </a:cubicBezTo>
                <a:lnTo>
                  <a:pt x="13815" y="1554"/>
                </a:lnTo>
                <a:lnTo>
                  <a:pt x="13733" y="1309"/>
                </a:lnTo>
                <a:cubicBezTo>
                  <a:pt x="13570" y="873"/>
                  <a:pt x="13406" y="437"/>
                  <a:pt x="1324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5" name="Google Shape;1885;p40"/>
          <p:cNvSpPr/>
          <p:nvPr/>
        </p:nvSpPr>
        <p:spPr>
          <a:xfrm flipH="1">
            <a:off x="672559" y="4396731"/>
            <a:ext cx="891316" cy="1745965"/>
          </a:xfrm>
          <a:custGeom>
            <a:avLst/>
            <a:gdLst/>
            <a:ahLst/>
            <a:cxnLst/>
            <a:rect l="l" t="t" r="r" b="b"/>
            <a:pathLst>
              <a:path w="35887" h="69674" extrusionOk="0">
                <a:moveTo>
                  <a:pt x="20273" y="48639"/>
                </a:moveTo>
                <a:cubicBezTo>
                  <a:pt x="20273" y="48643"/>
                  <a:pt x="20274" y="48648"/>
                  <a:pt x="20274" y="48652"/>
                </a:cubicBezTo>
                <a:lnTo>
                  <a:pt x="20274" y="48652"/>
                </a:lnTo>
                <a:cubicBezTo>
                  <a:pt x="20274" y="48647"/>
                  <a:pt x="20274" y="48643"/>
                  <a:pt x="20273" y="48639"/>
                </a:cubicBezTo>
                <a:close/>
                <a:moveTo>
                  <a:pt x="12371" y="1"/>
                </a:moveTo>
                <a:cubicBezTo>
                  <a:pt x="8230" y="2916"/>
                  <a:pt x="3843" y="5532"/>
                  <a:pt x="1" y="8884"/>
                </a:cubicBezTo>
                <a:cubicBezTo>
                  <a:pt x="982" y="10355"/>
                  <a:pt x="1963" y="11881"/>
                  <a:pt x="2916" y="13380"/>
                </a:cubicBezTo>
                <a:cubicBezTo>
                  <a:pt x="5914" y="18094"/>
                  <a:pt x="8775" y="22889"/>
                  <a:pt x="11445" y="27767"/>
                </a:cubicBezTo>
                <a:cubicBezTo>
                  <a:pt x="12780" y="30219"/>
                  <a:pt x="14061" y="32698"/>
                  <a:pt x="15287" y="35205"/>
                </a:cubicBezTo>
                <a:cubicBezTo>
                  <a:pt x="15886" y="36404"/>
                  <a:pt x="16459" y="37630"/>
                  <a:pt x="17031" y="38856"/>
                </a:cubicBezTo>
                <a:cubicBezTo>
                  <a:pt x="17331" y="39510"/>
                  <a:pt x="17630" y="40164"/>
                  <a:pt x="17930" y="40846"/>
                </a:cubicBezTo>
                <a:cubicBezTo>
                  <a:pt x="18012" y="41091"/>
                  <a:pt x="18094" y="41309"/>
                  <a:pt x="18230" y="41554"/>
                </a:cubicBezTo>
                <a:cubicBezTo>
                  <a:pt x="18257" y="41636"/>
                  <a:pt x="18311" y="41718"/>
                  <a:pt x="18339" y="41827"/>
                </a:cubicBezTo>
                <a:cubicBezTo>
                  <a:pt x="18802" y="43025"/>
                  <a:pt x="19238" y="44279"/>
                  <a:pt x="19592" y="45532"/>
                </a:cubicBezTo>
                <a:cubicBezTo>
                  <a:pt x="19810" y="46241"/>
                  <a:pt x="19974" y="46949"/>
                  <a:pt x="20137" y="47685"/>
                </a:cubicBezTo>
                <a:cubicBezTo>
                  <a:pt x="20137" y="47767"/>
                  <a:pt x="20164" y="47876"/>
                  <a:pt x="20164" y="47957"/>
                </a:cubicBezTo>
                <a:cubicBezTo>
                  <a:pt x="20219" y="48148"/>
                  <a:pt x="20273" y="48366"/>
                  <a:pt x="20273" y="48584"/>
                </a:cubicBezTo>
                <a:cubicBezTo>
                  <a:pt x="20273" y="48639"/>
                  <a:pt x="20301" y="48693"/>
                  <a:pt x="20328" y="48747"/>
                </a:cubicBezTo>
                <a:cubicBezTo>
                  <a:pt x="20303" y="48723"/>
                  <a:pt x="20278" y="48698"/>
                  <a:pt x="20274" y="48652"/>
                </a:cubicBezTo>
                <a:lnTo>
                  <a:pt x="20274" y="48652"/>
                </a:lnTo>
                <a:cubicBezTo>
                  <a:pt x="20301" y="49274"/>
                  <a:pt x="20328" y="49869"/>
                  <a:pt x="20301" y="50491"/>
                </a:cubicBezTo>
                <a:cubicBezTo>
                  <a:pt x="20301" y="50655"/>
                  <a:pt x="20246" y="50873"/>
                  <a:pt x="20219" y="51091"/>
                </a:cubicBezTo>
                <a:cubicBezTo>
                  <a:pt x="20137" y="51336"/>
                  <a:pt x="20083" y="51609"/>
                  <a:pt x="20028" y="51854"/>
                </a:cubicBezTo>
                <a:cubicBezTo>
                  <a:pt x="20028" y="51881"/>
                  <a:pt x="20001" y="51936"/>
                  <a:pt x="19974" y="51990"/>
                </a:cubicBezTo>
                <a:cubicBezTo>
                  <a:pt x="19919" y="52153"/>
                  <a:pt x="19865" y="52317"/>
                  <a:pt x="19783" y="52453"/>
                </a:cubicBezTo>
                <a:cubicBezTo>
                  <a:pt x="19647" y="52726"/>
                  <a:pt x="19483" y="52971"/>
                  <a:pt x="19320" y="53243"/>
                </a:cubicBezTo>
                <a:cubicBezTo>
                  <a:pt x="19374" y="53216"/>
                  <a:pt x="19429" y="53189"/>
                  <a:pt x="19483" y="53135"/>
                </a:cubicBezTo>
                <a:lnTo>
                  <a:pt x="19483" y="53135"/>
                </a:lnTo>
                <a:cubicBezTo>
                  <a:pt x="19401" y="53216"/>
                  <a:pt x="19320" y="53271"/>
                  <a:pt x="19265" y="53352"/>
                </a:cubicBezTo>
                <a:lnTo>
                  <a:pt x="19156" y="53516"/>
                </a:lnTo>
                <a:cubicBezTo>
                  <a:pt x="19020" y="53761"/>
                  <a:pt x="18884" y="53843"/>
                  <a:pt x="18856" y="53843"/>
                </a:cubicBezTo>
                <a:cubicBezTo>
                  <a:pt x="18502" y="54224"/>
                  <a:pt x="18121" y="54551"/>
                  <a:pt x="17739" y="54906"/>
                </a:cubicBezTo>
                <a:cubicBezTo>
                  <a:pt x="17603" y="55015"/>
                  <a:pt x="17440" y="55151"/>
                  <a:pt x="17331" y="55233"/>
                </a:cubicBezTo>
                <a:cubicBezTo>
                  <a:pt x="16704" y="55641"/>
                  <a:pt x="16050" y="56023"/>
                  <a:pt x="15396" y="56350"/>
                </a:cubicBezTo>
                <a:cubicBezTo>
                  <a:pt x="15232" y="56431"/>
                  <a:pt x="15096" y="56486"/>
                  <a:pt x="14933" y="56568"/>
                </a:cubicBezTo>
                <a:cubicBezTo>
                  <a:pt x="14388" y="56677"/>
                  <a:pt x="13707" y="57058"/>
                  <a:pt x="13162" y="57222"/>
                </a:cubicBezTo>
                <a:cubicBezTo>
                  <a:pt x="12807" y="57331"/>
                  <a:pt x="12426" y="57412"/>
                  <a:pt x="12044" y="57521"/>
                </a:cubicBezTo>
                <a:cubicBezTo>
                  <a:pt x="15341" y="61827"/>
                  <a:pt x="18747" y="66077"/>
                  <a:pt x="22780" y="69674"/>
                </a:cubicBezTo>
                <a:cubicBezTo>
                  <a:pt x="23380" y="69320"/>
                  <a:pt x="23979" y="68993"/>
                  <a:pt x="24579" y="68611"/>
                </a:cubicBezTo>
                <a:cubicBezTo>
                  <a:pt x="31009" y="64606"/>
                  <a:pt x="35042" y="58366"/>
                  <a:pt x="35478" y="50764"/>
                </a:cubicBezTo>
                <a:cubicBezTo>
                  <a:pt x="35886" y="43979"/>
                  <a:pt x="33025" y="37440"/>
                  <a:pt x="30273" y="31445"/>
                </a:cubicBezTo>
                <a:cubicBezTo>
                  <a:pt x="25260" y="20410"/>
                  <a:pt x="19020" y="10083"/>
                  <a:pt x="12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6" name="Google Shape;1886;p40"/>
          <p:cNvSpPr/>
          <p:nvPr/>
        </p:nvSpPr>
        <p:spPr>
          <a:xfrm flipH="1">
            <a:off x="1050872" y="4803691"/>
            <a:ext cx="1808983" cy="1427289"/>
          </a:xfrm>
          <a:custGeom>
            <a:avLst/>
            <a:gdLst/>
            <a:ahLst/>
            <a:cxnLst/>
            <a:rect l="l" t="t" r="r" b="b"/>
            <a:pathLst>
              <a:path w="72835" h="56957" extrusionOk="0">
                <a:moveTo>
                  <a:pt x="12753" y="1"/>
                </a:moveTo>
                <a:cubicBezTo>
                  <a:pt x="8393" y="2562"/>
                  <a:pt x="4224" y="5450"/>
                  <a:pt x="1" y="8230"/>
                </a:cubicBezTo>
                <a:cubicBezTo>
                  <a:pt x="4579" y="15151"/>
                  <a:pt x="9429" y="21908"/>
                  <a:pt x="14606" y="28420"/>
                </a:cubicBezTo>
                <a:cubicBezTo>
                  <a:pt x="21799" y="37576"/>
                  <a:pt x="29837" y="46813"/>
                  <a:pt x="40437" y="52126"/>
                </a:cubicBezTo>
                <a:cubicBezTo>
                  <a:pt x="46383" y="55124"/>
                  <a:pt x="53215" y="56956"/>
                  <a:pt x="59964" y="56956"/>
                </a:cubicBezTo>
                <a:cubicBezTo>
                  <a:pt x="64380" y="56956"/>
                  <a:pt x="68761" y="56172"/>
                  <a:pt x="72835" y="54415"/>
                </a:cubicBezTo>
                <a:cubicBezTo>
                  <a:pt x="68693" y="50600"/>
                  <a:pt x="65205" y="46077"/>
                  <a:pt x="61718" y="41608"/>
                </a:cubicBezTo>
                <a:cubicBezTo>
                  <a:pt x="60887" y="41633"/>
                  <a:pt x="60033" y="41775"/>
                  <a:pt x="59221" y="41775"/>
                </a:cubicBezTo>
                <a:cubicBezTo>
                  <a:pt x="59154" y="41775"/>
                  <a:pt x="59087" y="41774"/>
                  <a:pt x="59020" y="41772"/>
                </a:cubicBezTo>
                <a:cubicBezTo>
                  <a:pt x="58339" y="41772"/>
                  <a:pt x="57658" y="41717"/>
                  <a:pt x="56976" y="41663"/>
                </a:cubicBezTo>
                <a:cubicBezTo>
                  <a:pt x="56786" y="41636"/>
                  <a:pt x="56540" y="41581"/>
                  <a:pt x="56350" y="41581"/>
                </a:cubicBezTo>
                <a:lnTo>
                  <a:pt x="56159" y="41554"/>
                </a:lnTo>
                <a:cubicBezTo>
                  <a:pt x="54960" y="41336"/>
                  <a:pt x="53761" y="41063"/>
                  <a:pt x="52590" y="40709"/>
                </a:cubicBezTo>
                <a:cubicBezTo>
                  <a:pt x="51908" y="40518"/>
                  <a:pt x="51254" y="40300"/>
                  <a:pt x="50600" y="40082"/>
                </a:cubicBezTo>
                <a:cubicBezTo>
                  <a:pt x="50355" y="40001"/>
                  <a:pt x="50083" y="39892"/>
                  <a:pt x="49837" y="39783"/>
                </a:cubicBezTo>
                <a:cubicBezTo>
                  <a:pt x="48720" y="39101"/>
                  <a:pt x="47385" y="38666"/>
                  <a:pt x="46241" y="38012"/>
                </a:cubicBezTo>
                <a:cubicBezTo>
                  <a:pt x="45015" y="37303"/>
                  <a:pt x="43816" y="36540"/>
                  <a:pt x="42644" y="35723"/>
                </a:cubicBezTo>
                <a:cubicBezTo>
                  <a:pt x="42208" y="35423"/>
                  <a:pt x="41772" y="35096"/>
                  <a:pt x="41336" y="34769"/>
                </a:cubicBezTo>
                <a:cubicBezTo>
                  <a:pt x="41091" y="34578"/>
                  <a:pt x="40818" y="34360"/>
                  <a:pt x="40573" y="34170"/>
                </a:cubicBezTo>
                <a:cubicBezTo>
                  <a:pt x="39483" y="33243"/>
                  <a:pt x="38421" y="32290"/>
                  <a:pt x="37385" y="31309"/>
                </a:cubicBezTo>
                <a:cubicBezTo>
                  <a:pt x="33325" y="27467"/>
                  <a:pt x="29728" y="23189"/>
                  <a:pt x="26241" y="18802"/>
                </a:cubicBezTo>
                <a:cubicBezTo>
                  <a:pt x="25750" y="18202"/>
                  <a:pt x="25287" y="17603"/>
                  <a:pt x="24824" y="17003"/>
                </a:cubicBezTo>
                <a:cubicBezTo>
                  <a:pt x="24742" y="16894"/>
                  <a:pt x="24633" y="16785"/>
                  <a:pt x="24551" y="16676"/>
                </a:cubicBezTo>
                <a:cubicBezTo>
                  <a:pt x="24470" y="16540"/>
                  <a:pt x="24470" y="16540"/>
                  <a:pt x="24442" y="16486"/>
                </a:cubicBezTo>
                <a:cubicBezTo>
                  <a:pt x="23516" y="15287"/>
                  <a:pt x="22589" y="14061"/>
                  <a:pt x="21663" y="12834"/>
                </a:cubicBezTo>
                <a:cubicBezTo>
                  <a:pt x="19865" y="10382"/>
                  <a:pt x="18094" y="7903"/>
                  <a:pt x="16350" y="5369"/>
                </a:cubicBezTo>
                <a:cubicBezTo>
                  <a:pt x="15124" y="3597"/>
                  <a:pt x="13925" y="1799"/>
                  <a:pt x="127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7" name="Google Shape;1887;p40"/>
          <p:cNvSpPr/>
          <p:nvPr/>
        </p:nvSpPr>
        <p:spPr>
          <a:xfrm flipH="1">
            <a:off x="2573563" y="3137639"/>
            <a:ext cx="1182303" cy="1825853"/>
          </a:xfrm>
          <a:custGeom>
            <a:avLst/>
            <a:gdLst/>
            <a:ahLst/>
            <a:cxnLst/>
            <a:rect l="l" t="t" r="r" b="b"/>
            <a:pathLst>
              <a:path w="47603" h="72862" extrusionOk="0">
                <a:moveTo>
                  <a:pt x="12916" y="1"/>
                </a:moveTo>
                <a:cubicBezTo>
                  <a:pt x="8584" y="2671"/>
                  <a:pt x="4142" y="5205"/>
                  <a:pt x="0" y="8202"/>
                </a:cubicBezTo>
                <a:cubicBezTo>
                  <a:pt x="355" y="8584"/>
                  <a:pt x="654" y="8965"/>
                  <a:pt x="981" y="9347"/>
                </a:cubicBezTo>
                <a:lnTo>
                  <a:pt x="1063" y="9456"/>
                </a:lnTo>
                <a:cubicBezTo>
                  <a:pt x="1118" y="9510"/>
                  <a:pt x="1172" y="9565"/>
                  <a:pt x="1199" y="9619"/>
                </a:cubicBezTo>
                <a:lnTo>
                  <a:pt x="1363" y="9837"/>
                </a:lnTo>
                <a:cubicBezTo>
                  <a:pt x="1377" y="9866"/>
                  <a:pt x="1392" y="9888"/>
                  <a:pt x="1411" y="9906"/>
                </a:cubicBezTo>
                <a:lnTo>
                  <a:pt x="1411" y="9906"/>
                </a:lnTo>
                <a:lnTo>
                  <a:pt x="1390" y="9892"/>
                </a:lnTo>
                <a:lnTo>
                  <a:pt x="1390" y="9892"/>
                </a:lnTo>
                <a:cubicBezTo>
                  <a:pt x="1772" y="10409"/>
                  <a:pt x="2153" y="10954"/>
                  <a:pt x="2535" y="11499"/>
                </a:cubicBezTo>
                <a:cubicBezTo>
                  <a:pt x="4033" y="13706"/>
                  <a:pt x="5423" y="15968"/>
                  <a:pt x="6676" y="18311"/>
                </a:cubicBezTo>
                <a:cubicBezTo>
                  <a:pt x="9265" y="23134"/>
                  <a:pt x="11445" y="28148"/>
                  <a:pt x="13652" y="33161"/>
                </a:cubicBezTo>
                <a:cubicBezTo>
                  <a:pt x="18366" y="43952"/>
                  <a:pt x="23706" y="54469"/>
                  <a:pt x="29701" y="64606"/>
                </a:cubicBezTo>
                <a:cubicBezTo>
                  <a:pt x="31363" y="67385"/>
                  <a:pt x="33080" y="70137"/>
                  <a:pt x="34851" y="72862"/>
                </a:cubicBezTo>
                <a:cubicBezTo>
                  <a:pt x="39101" y="70137"/>
                  <a:pt x="43270" y="67221"/>
                  <a:pt x="47603" y="64633"/>
                </a:cubicBezTo>
                <a:cubicBezTo>
                  <a:pt x="42780" y="57112"/>
                  <a:pt x="38338" y="49374"/>
                  <a:pt x="34278" y="41418"/>
                </a:cubicBezTo>
                <a:cubicBezTo>
                  <a:pt x="29156" y="31390"/>
                  <a:pt x="25232" y="20791"/>
                  <a:pt x="19919" y="10900"/>
                </a:cubicBezTo>
                <a:cubicBezTo>
                  <a:pt x="17902" y="7058"/>
                  <a:pt x="15559" y="3407"/>
                  <a:pt x="129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8" name="Google Shape;1888;p40"/>
          <p:cNvSpPr/>
          <p:nvPr/>
        </p:nvSpPr>
        <p:spPr>
          <a:xfrm flipH="1">
            <a:off x="2162763" y="2324422"/>
            <a:ext cx="18975" cy="5488"/>
          </a:xfrm>
          <a:custGeom>
            <a:avLst/>
            <a:gdLst/>
            <a:ahLst/>
            <a:cxnLst/>
            <a:rect l="l" t="t" r="r" b="b"/>
            <a:pathLst>
              <a:path w="764" h="219" extrusionOk="0">
                <a:moveTo>
                  <a:pt x="763" y="0"/>
                </a:moveTo>
                <a:lnTo>
                  <a:pt x="763" y="0"/>
                </a:lnTo>
                <a:cubicBezTo>
                  <a:pt x="518" y="82"/>
                  <a:pt x="246" y="164"/>
                  <a:pt x="0" y="218"/>
                </a:cubicBezTo>
                <a:cubicBezTo>
                  <a:pt x="246" y="164"/>
                  <a:pt x="518" y="109"/>
                  <a:pt x="763" y="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9" name="Google Shape;1889;p40"/>
          <p:cNvSpPr/>
          <p:nvPr/>
        </p:nvSpPr>
        <p:spPr>
          <a:xfrm flipH="1">
            <a:off x="4296562" y="5928967"/>
            <a:ext cx="16268" cy="4812"/>
          </a:xfrm>
          <a:custGeom>
            <a:avLst/>
            <a:gdLst/>
            <a:ahLst/>
            <a:cxnLst/>
            <a:rect l="l" t="t" r="r" b="b"/>
            <a:pathLst>
              <a:path w="655" h="192" extrusionOk="0">
                <a:moveTo>
                  <a:pt x="0" y="0"/>
                </a:moveTo>
                <a:cubicBezTo>
                  <a:pt x="218" y="55"/>
                  <a:pt x="436" y="109"/>
                  <a:pt x="654" y="191"/>
                </a:cubicBezTo>
                <a:cubicBezTo>
                  <a:pt x="464" y="109"/>
                  <a:pt x="246" y="55"/>
                  <a:pt x="28" y="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0" name="Google Shape;1890;p40"/>
          <p:cNvSpPr/>
          <p:nvPr/>
        </p:nvSpPr>
        <p:spPr>
          <a:xfrm flipH="1">
            <a:off x="3847215" y="5799914"/>
            <a:ext cx="10829" cy="18468"/>
          </a:xfrm>
          <a:custGeom>
            <a:avLst/>
            <a:gdLst/>
            <a:ahLst/>
            <a:cxnLst/>
            <a:rect l="l" t="t" r="r" b="b"/>
            <a:pathLst>
              <a:path w="436" h="737" extrusionOk="0">
                <a:moveTo>
                  <a:pt x="436" y="0"/>
                </a:moveTo>
                <a:lnTo>
                  <a:pt x="436" y="0"/>
                </a:lnTo>
                <a:cubicBezTo>
                  <a:pt x="109" y="327"/>
                  <a:pt x="0" y="682"/>
                  <a:pt x="55" y="736"/>
                </a:cubicBezTo>
                <a:cubicBezTo>
                  <a:pt x="136" y="491"/>
                  <a:pt x="272" y="246"/>
                  <a:pt x="436" y="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1" name="Google Shape;1891;p40"/>
          <p:cNvSpPr/>
          <p:nvPr/>
        </p:nvSpPr>
        <p:spPr>
          <a:xfrm flipH="1">
            <a:off x="1060335" y="5598087"/>
            <a:ext cx="4297" cy="17491"/>
          </a:xfrm>
          <a:custGeom>
            <a:avLst/>
            <a:gdLst/>
            <a:ahLst/>
            <a:cxnLst/>
            <a:rect l="l" t="t" r="r" b="b"/>
            <a:pathLst>
              <a:path w="173" h="698" extrusionOk="0">
                <a:moveTo>
                  <a:pt x="48" y="0"/>
                </a:moveTo>
                <a:cubicBezTo>
                  <a:pt x="6" y="0"/>
                  <a:pt x="1" y="404"/>
                  <a:pt x="172" y="698"/>
                </a:cubicBezTo>
                <a:lnTo>
                  <a:pt x="172" y="670"/>
                </a:lnTo>
                <a:cubicBezTo>
                  <a:pt x="172" y="670"/>
                  <a:pt x="172" y="643"/>
                  <a:pt x="172" y="643"/>
                </a:cubicBezTo>
                <a:cubicBezTo>
                  <a:pt x="118" y="425"/>
                  <a:pt x="91" y="234"/>
                  <a:pt x="63" y="16"/>
                </a:cubicBezTo>
                <a:cubicBezTo>
                  <a:pt x="58" y="5"/>
                  <a:pt x="53" y="0"/>
                  <a:pt x="48" y="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2" name="Google Shape;1892;p40"/>
          <p:cNvSpPr/>
          <p:nvPr/>
        </p:nvSpPr>
        <p:spPr>
          <a:xfrm flipH="1">
            <a:off x="1083359" y="5730951"/>
            <a:ext cx="13561" cy="15036"/>
          </a:xfrm>
          <a:custGeom>
            <a:avLst/>
            <a:gdLst/>
            <a:ahLst/>
            <a:cxnLst/>
            <a:rect l="l" t="t" r="r" b="b"/>
            <a:pathLst>
              <a:path w="546" h="600" extrusionOk="0">
                <a:moveTo>
                  <a:pt x="546" y="0"/>
                </a:moveTo>
                <a:lnTo>
                  <a:pt x="546" y="0"/>
                </a:lnTo>
                <a:cubicBezTo>
                  <a:pt x="110" y="300"/>
                  <a:pt x="1" y="573"/>
                  <a:pt x="55" y="600"/>
                </a:cubicBezTo>
                <a:lnTo>
                  <a:pt x="192" y="464"/>
                </a:lnTo>
                <a:cubicBezTo>
                  <a:pt x="273" y="382"/>
                  <a:pt x="355" y="246"/>
                  <a:pt x="464" y="109"/>
                </a:cubicBezTo>
                <a:lnTo>
                  <a:pt x="546" y="0"/>
                </a:ln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3" name="Google Shape;1893;p40"/>
          <p:cNvSpPr/>
          <p:nvPr/>
        </p:nvSpPr>
        <p:spPr>
          <a:xfrm flipH="1">
            <a:off x="3836387" y="5754858"/>
            <a:ext cx="4073" cy="22553"/>
          </a:xfrm>
          <a:custGeom>
            <a:avLst/>
            <a:gdLst/>
            <a:ahLst/>
            <a:cxnLst/>
            <a:rect l="l" t="t" r="r" b="b"/>
            <a:pathLst>
              <a:path w="164" h="900" extrusionOk="0">
                <a:moveTo>
                  <a:pt x="164" y="0"/>
                </a:moveTo>
                <a:cubicBezTo>
                  <a:pt x="55" y="273"/>
                  <a:pt x="0" y="572"/>
                  <a:pt x="0" y="899"/>
                </a:cubicBezTo>
                <a:cubicBezTo>
                  <a:pt x="55" y="600"/>
                  <a:pt x="109" y="327"/>
                  <a:pt x="164" y="55"/>
                </a:cubicBezTo>
                <a:lnTo>
                  <a:pt x="164" y="0"/>
                </a:ln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4" name="Google Shape;1894;p40"/>
          <p:cNvSpPr/>
          <p:nvPr/>
        </p:nvSpPr>
        <p:spPr>
          <a:xfrm flipH="1">
            <a:off x="3855312" y="5623298"/>
            <a:ext cx="10159" cy="18217"/>
          </a:xfrm>
          <a:custGeom>
            <a:avLst/>
            <a:gdLst/>
            <a:ahLst/>
            <a:cxnLst/>
            <a:rect l="l" t="t" r="r" b="b"/>
            <a:pathLst>
              <a:path w="409" h="727" extrusionOk="0">
                <a:moveTo>
                  <a:pt x="43" y="0"/>
                </a:moveTo>
                <a:cubicBezTo>
                  <a:pt x="1" y="0"/>
                  <a:pt x="62" y="207"/>
                  <a:pt x="408" y="727"/>
                </a:cubicBezTo>
                <a:lnTo>
                  <a:pt x="354" y="563"/>
                </a:lnTo>
                <a:cubicBezTo>
                  <a:pt x="299" y="454"/>
                  <a:pt x="245" y="318"/>
                  <a:pt x="190" y="209"/>
                </a:cubicBezTo>
                <a:lnTo>
                  <a:pt x="136" y="100"/>
                </a:lnTo>
                <a:cubicBezTo>
                  <a:pt x="96" y="36"/>
                  <a:pt x="60" y="0"/>
                  <a:pt x="43" y="0"/>
                </a:cubicBezTo>
                <a:close/>
              </a:path>
            </a:pathLst>
          </a:custGeom>
          <a:solidFill>
            <a:srgbClr val="33AC6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5" name="Google Shape;1895;p40"/>
          <p:cNvSpPr/>
          <p:nvPr/>
        </p:nvSpPr>
        <p:spPr>
          <a:xfrm>
            <a:off x="1924918" y="1676391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1</a:t>
            </a:r>
            <a:endParaRPr sz="2400" dirty="0"/>
          </a:p>
        </p:txBody>
      </p:sp>
      <p:sp>
        <p:nvSpPr>
          <p:cNvPr id="1896" name="Google Shape;1896;p40"/>
          <p:cNvSpPr/>
          <p:nvPr/>
        </p:nvSpPr>
        <p:spPr>
          <a:xfrm>
            <a:off x="1739384" y="3211524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</a:t>
            </a:r>
            <a:endParaRPr sz="2400">
              <a:solidFill>
                <a:schemeClr val="accent5"/>
              </a:solidFill>
            </a:endParaRPr>
          </a:p>
        </p:txBody>
      </p:sp>
      <p:sp>
        <p:nvSpPr>
          <p:cNvPr id="1897" name="Google Shape;1897;p40"/>
          <p:cNvSpPr/>
          <p:nvPr/>
        </p:nvSpPr>
        <p:spPr>
          <a:xfrm>
            <a:off x="609551" y="5068075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</a:t>
            </a:r>
            <a:endParaRPr sz="2400">
              <a:solidFill>
                <a:schemeClr val="accent4"/>
              </a:solidFill>
            </a:endParaRPr>
          </a:p>
        </p:txBody>
      </p:sp>
      <p:sp>
        <p:nvSpPr>
          <p:cNvPr id="1898" name="Google Shape;1898;p40"/>
          <p:cNvSpPr/>
          <p:nvPr/>
        </p:nvSpPr>
        <p:spPr>
          <a:xfrm>
            <a:off x="1842234" y="5311191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1899" name="Google Shape;1899;p40"/>
          <p:cNvSpPr/>
          <p:nvPr/>
        </p:nvSpPr>
        <p:spPr>
          <a:xfrm>
            <a:off x="3007967" y="3400658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</a:t>
            </a:r>
            <a:endParaRPr sz="2400">
              <a:solidFill>
                <a:schemeClr val="accent2"/>
              </a:solidFill>
            </a:endParaRPr>
          </a:p>
        </p:txBody>
      </p:sp>
      <p:sp>
        <p:nvSpPr>
          <p:cNvPr id="1900" name="Google Shape;1900;p40"/>
          <p:cNvSpPr/>
          <p:nvPr/>
        </p:nvSpPr>
        <p:spPr>
          <a:xfrm>
            <a:off x="4115818" y="2646858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901" name="Google Shape;1901;p40"/>
          <p:cNvSpPr/>
          <p:nvPr/>
        </p:nvSpPr>
        <p:spPr>
          <a:xfrm>
            <a:off x="3873518" y="4474042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</a:t>
            </a:r>
            <a:endParaRPr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02" name="Google Shape;1902;p40"/>
          <p:cNvSpPr/>
          <p:nvPr/>
        </p:nvSpPr>
        <p:spPr>
          <a:xfrm>
            <a:off x="4267367" y="5640975"/>
            <a:ext cx="660000" cy="660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8</a:t>
            </a:r>
            <a:endParaRPr sz="2400">
              <a:solidFill>
                <a:schemeClr val="dk2"/>
              </a:solidFill>
            </a:endParaRPr>
          </a:p>
        </p:txBody>
      </p:sp>
      <p:grpSp>
        <p:nvGrpSpPr>
          <p:cNvPr id="1903" name="Google Shape;1903;p40"/>
          <p:cNvGrpSpPr/>
          <p:nvPr/>
        </p:nvGrpSpPr>
        <p:grpSpPr>
          <a:xfrm>
            <a:off x="6299184" y="2115113"/>
            <a:ext cx="2468749" cy="660000"/>
            <a:chOff x="4724388" y="1586335"/>
            <a:chExt cx="1851562" cy="495000"/>
          </a:xfrm>
        </p:grpSpPr>
        <p:sp>
          <p:nvSpPr>
            <p:cNvPr id="1904" name="Google Shape;1904;p40"/>
            <p:cNvSpPr/>
            <p:nvPr/>
          </p:nvSpPr>
          <p:spPr>
            <a:xfrm>
              <a:off x="4724388" y="1586335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6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1</a:t>
              </a:r>
              <a:endParaRPr sz="2400"/>
            </a:p>
          </p:txBody>
        </p:sp>
        <p:sp>
          <p:nvSpPr>
            <p:cNvPr id="1905" name="Google Shape;1905;p40"/>
            <p:cNvSpPr txBox="1"/>
            <p:nvPr/>
          </p:nvSpPr>
          <p:spPr>
            <a:xfrm>
              <a:off x="5219050" y="1605985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চলক</a:t>
              </a:r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6" name="Google Shape;1906;p40"/>
          <p:cNvGrpSpPr/>
          <p:nvPr/>
        </p:nvGrpSpPr>
        <p:grpSpPr>
          <a:xfrm>
            <a:off x="9120687" y="2115113"/>
            <a:ext cx="2468749" cy="660000"/>
            <a:chOff x="6840515" y="1586335"/>
            <a:chExt cx="1851562" cy="495000"/>
          </a:xfrm>
        </p:grpSpPr>
        <p:sp>
          <p:nvSpPr>
            <p:cNvPr id="1907" name="Google Shape;1907;p40"/>
            <p:cNvSpPr/>
            <p:nvPr/>
          </p:nvSpPr>
          <p:spPr>
            <a:xfrm>
              <a:off x="6840515" y="1586335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5</a:t>
              </a:r>
              <a:endParaRPr sz="2400">
                <a:solidFill>
                  <a:schemeClr val="accent2"/>
                </a:solidFill>
              </a:endParaRPr>
            </a:p>
          </p:txBody>
        </p:sp>
        <p:sp>
          <p:nvSpPr>
            <p:cNvPr id="1908" name="Google Shape;1908;p40"/>
            <p:cNvSpPr txBox="1"/>
            <p:nvPr/>
          </p:nvSpPr>
          <p:spPr>
            <a:xfrm>
              <a:off x="7335178" y="1605985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সরল সহসমীকরণ</a:t>
              </a:r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9" name="Google Shape;1909;p40"/>
          <p:cNvGrpSpPr/>
          <p:nvPr/>
        </p:nvGrpSpPr>
        <p:grpSpPr>
          <a:xfrm>
            <a:off x="6299184" y="3141885"/>
            <a:ext cx="2468749" cy="660000"/>
            <a:chOff x="4724388" y="2356414"/>
            <a:chExt cx="1851562" cy="495000"/>
          </a:xfrm>
        </p:grpSpPr>
        <p:sp>
          <p:nvSpPr>
            <p:cNvPr id="1910" name="Google Shape;1910;p40"/>
            <p:cNvSpPr/>
            <p:nvPr/>
          </p:nvSpPr>
          <p:spPr>
            <a:xfrm>
              <a:off x="4724388" y="2356414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5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2</a:t>
              </a:r>
              <a:endParaRPr sz="2400">
                <a:solidFill>
                  <a:schemeClr val="accent5"/>
                </a:solidFill>
              </a:endParaRPr>
            </a:p>
          </p:txBody>
        </p:sp>
        <p:sp>
          <p:nvSpPr>
            <p:cNvPr id="1911" name="Google Shape;1911;p40"/>
            <p:cNvSpPr txBox="1"/>
            <p:nvPr/>
          </p:nvSpPr>
          <p:spPr>
            <a:xfrm>
              <a:off x="5219050" y="2376064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সহগ</a:t>
              </a:r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2" name="Google Shape;1912;p40"/>
          <p:cNvGrpSpPr/>
          <p:nvPr/>
        </p:nvGrpSpPr>
        <p:grpSpPr>
          <a:xfrm>
            <a:off x="9120687" y="3141885"/>
            <a:ext cx="2468749" cy="660000"/>
            <a:chOff x="6840515" y="2356414"/>
            <a:chExt cx="1851562" cy="495000"/>
          </a:xfrm>
        </p:grpSpPr>
        <p:sp>
          <p:nvSpPr>
            <p:cNvPr id="1913" name="Google Shape;1913;p40"/>
            <p:cNvSpPr/>
            <p:nvPr/>
          </p:nvSpPr>
          <p:spPr>
            <a:xfrm>
              <a:off x="6840515" y="2356414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6</a:t>
              </a:r>
              <a:endParaRPr sz="2400">
                <a:solidFill>
                  <a:schemeClr val="accent1"/>
                </a:solidFill>
              </a:endParaRPr>
            </a:p>
          </p:txBody>
        </p:sp>
        <p:sp>
          <p:nvSpPr>
            <p:cNvPr id="1914" name="Google Shape;1914;p40"/>
            <p:cNvSpPr txBox="1"/>
            <p:nvPr/>
          </p:nvSpPr>
          <p:spPr>
            <a:xfrm>
              <a:off x="7335178" y="2376064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as-I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অনুপাত</a:t>
              </a:r>
            </a:p>
          </p:txBody>
        </p:sp>
      </p:grpSp>
      <p:grpSp>
        <p:nvGrpSpPr>
          <p:cNvPr id="1915" name="Google Shape;1915;p40"/>
          <p:cNvGrpSpPr/>
          <p:nvPr/>
        </p:nvGrpSpPr>
        <p:grpSpPr>
          <a:xfrm>
            <a:off x="6299184" y="4168657"/>
            <a:ext cx="2468749" cy="660000"/>
            <a:chOff x="4724388" y="3126493"/>
            <a:chExt cx="1851562" cy="495000"/>
          </a:xfrm>
        </p:grpSpPr>
        <p:sp>
          <p:nvSpPr>
            <p:cNvPr id="1916" name="Google Shape;1916;p40"/>
            <p:cNvSpPr/>
            <p:nvPr/>
          </p:nvSpPr>
          <p:spPr>
            <a:xfrm>
              <a:off x="4724388" y="3126493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4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3</a:t>
              </a:r>
              <a:endParaRPr sz="2400">
                <a:solidFill>
                  <a:schemeClr val="accent4"/>
                </a:solidFill>
              </a:endParaRPr>
            </a:p>
          </p:txBody>
        </p:sp>
        <p:sp>
          <p:nvSpPr>
            <p:cNvPr id="1917" name="Google Shape;1917;p40"/>
            <p:cNvSpPr txBox="1"/>
            <p:nvPr/>
          </p:nvSpPr>
          <p:spPr>
            <a:xfrm>
              <a:off x="5219050" y="3146143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সমীকরণের রূপ</a:t>
              </a:r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8" name="Google Shape;1918;p40"/>
          <p:cNvGrpSpPr/>
          <p:nvPr/>
        </p:nvGrpSpPr>
        <p:grpSpPr>
          <a:xfrm>
            <a:off x="9120687" y="4168657"/>
            <a:ext cx="2468749" cy="660000"/>
            <a:chOff x="6840515" y="3126493"/>
            <a:chExt cx="1851562" cy="495000"/>
          </a:xfrm>
        </p:grpSpPr>
        <p:sp>
          <p:nvSpPr>
            <p:cNvPr id="1919" name="Google Shape;1919;p40"/>
            <p:cNvSpPr/>
            <p:nvPr/>
          </p:nvSpPr>
          <p:spPr>
            <a:xfrm>
              <a:off x="6840515" y="3126493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7</a:t>
              </a:r>
              <a:endParaRPr sz="24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20" name="Google Shape;1920;p40"/>
            <p:cNvSpPr txBox="1"/>
            <p:nvPr/>
          </p:nvSpPr>
          <p:spPr>
            <a:xfrm>
              <a:off x="7335178" y="3146143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as-I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সহগের অনুপাত</a:t>
              </a:r>
            </a:p>
          </p:txBody>
        </p:sp>
      </p:grpSp>
      <p:grpSp>
        <p:nvGrpSpPr>
          <p:cNvPr id="1921" name="Google Shape;1921;p40"/>
          <p:cNvGrpSpPr/>
          <p:nvPr/>
        </p:nvGrpSpPr>
        <p:grpSpPr>
          <a:xfrm>
            <a:off x="6299184" y="5195429"/>
            <a:ext cx="2468749" cy="660000"/>
            <a:chOff x="4724388" y="3896572"/>
            <a:chExt cx="1851562" cy="495000"/>
          </a:xfrm>
        </p:grpSpPr>
        <p:sp>
          <p:nvSpPr>
            <p:cNvPr id="1922" name="Google Shape;1922;p40"/>
            <p:cNvSpPr/>
            <p:nvPr/>
          </p:nvSpPr>
          <p:spPr>
            <a:xfrm>
              <a:off x="4724388" y="3896572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4</a:t>
              </a:r>
              <a:endParaRPr sz="2400">
                <a:solidFill>
                  <a:schemeClr val="accent3"/>
                </a:solidFill>
              </a:endParaRPr>
            </a:p>
          </p:txBody>
        </p:sp>
        <p:sp>
          <p:nvSpPr>
            <p:cNvPr id="1923" name="Google Shape;1923;p40"/>
            <p:cNvSpPr txBox="1"/>
            <p:nvPr/>
          </p:nvSpPr>
          <p:spPr>
            <a:xfrm>
              <a:off x="5219050" y="3916222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as-I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সরল সমীকরন</a:t>
              </a:r>
            </a:p>
          </p:txBody>
        </p:sp>
      </p:grpSp>
      <p:grpSp>
        <p:nvGrpSpPr>
          <p:cNvPr id="1924" name="Google Shape;1924;p40"/>
          <p:cNvGrpSpPr/>
          <p:nvPr/>
        </p:nvGrpSpPr>
        <p:grpSpPr>
          <a:xfrm>
            <a:off x="9120687" y="5195429"/>
            <a:ext cx="2468749" cy="660000"/>
            <a:chOff x="6840515" y="3896572"/>
            <a:chExt cx="1851562" cy="495000"/>
          </a:xfrm>
        </p:grpSpPr>
        <p:sp>
          <p:nvSpPr>
            <p:cNvPr id="1925" name="Google Shape;1925;p40"/>
            <p:cNvSpPr/>
            <p:nvPr/>
          </p:nvSpPr>
          <p:spPr>
            <a:xfrm>
              <a:off x="6840515" y="3896572"/>
              <a:ext cx="495000" cy="49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400">
                  <a:solidFill>
                    <a:schemeClr val="dk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8</a:t>
              </a:r>
              <a:endParaRPr sz="2400">
                <a:solidFill>
                  <a:schemeClr val="dk2"/>
                </a:solidFill>
              </a:endParaRPr>
            </a:p>
          </p:txBody>
        </p:sp>
        <p:sp>
          <p:nvSpPr>
            <p:cNvPr id="1926" name="Google Shape;1926;p40"/>
            <p:cNvSpPr txBox="1"/>
            <p:nvPr/>
          </p:nvSpPr>
          <p:spPr>
            <a:xfrm>
              <a:off x="7335178" y="3916222"/>
              <a:ext cx="1356900" cy="4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সহগের তুলনা</a:t>
              </a:r>
              <a:endParaRPr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" name="Google Shape;61;p15">
            <a:extLst>
              <a:ext uri="{FF2B5EF4-FFF2-40B4-BE49-F238E27FC236}">
                <a16:creationId xmlns:a16="http://schemas.microsoft.com/office/drawing/2014/main" id="{8911FF8C-CD7A-F439-7643-832A4FA58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ব্যাসিক</a:t>
            </a:r>
            <a:endParaRPr dirty="0">
              <a:solidFill>
                <a:srgbClr val="2C567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7" grpId="0" animBg="1"/>
      <p:bldP spid="1881" grpId="0" animBg="1"/>
      <p:bldP spid="1882" grpId="0" animBg="1"/>
      <p:bldP spid="1883" grpId="0" animBg="1"/>
      <p:bldP spid="1884" grpId="0" animBg="1"/>
      <p:bldP spid="1885" grpId="0" animBg="1"/>
      <p:bldP spid="1886" grpId="0" animBg="1"/>
      <p:bldP spid="1887" grpId="0" animBg="1"/>
      <p:bldP spid="1895" grpId="0" animBg="1"/>
      <p:bldP spid="1896" grpId="0" animBg="1"/>
      <p:bldP spid="1897" grpId="0" animBg="1"/>
      <p:bldP spid="1898" grpId="0" animBg="1"/>
      <p:bldP spid="1899" grpId="0" animBg="1"/>
      <p:bldP spid="1900" grpId="0" animBg="1"/>
      <p:bldP spid="1901" grpId="0" animBg="1"/>
      <p:bldP spid="19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2044E4A2-9C5B-5937-7CDC-9D5DD2F173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7909" y="1368590"/>
              <a:ext cx="11556181" cy="52242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3148">
                      <a:extLst>
                        <a:ext uri="{9D8B030D-6E8A-4147-A177-3AD203B41FA5}">
                          <a16:colId xmlns:a16="http://schemas.microsoft.com/office/drawing/2014/main" val="2449283201"/>
                        </a:ext>
                      </a:extLst>
                    </a:gridCol>
                    <a:gridCol w="2695267">
                      <a:extLst>
                        <a:ext uri="{9D8B030D-6E8A-4147-A177-3AD203B41FA5}">
                          <a16:colId xmlns:a16="http://schemas.microsoft.com/office/drawing/2014/main" val="1877921030"/>
                        </a:ext>
                      </a:extLst>
                    </a:gridCol>
                    <a:gridCol w="2893470">
                      <a:extLst>
                        <a:ext uri="{9D8B030D-6E8A-4147-A177-3AD203B41FA5}">
                          <a16:colId xmlns:a16="http://schemas.microsoft.com/office/drawing/2014/main" val="2500190880"/>
                        </a:ext>
                      </a:extLst>
                    </a:gridCol>
                    <a:gridCol w="1632154">
                      <a:extLst>
                        <a:ext uri="{9D8B030D-6E8A-4147-A177-3AD203B41FA5}">
                          <a16:colId xmlns:a16="http://schemas.microsoft.com/office/drawing/2014/main" val="1746900857"/>
                        </a:ext>
                      </a:extLst>
                    </a:gridCol>
                    <a:gridCol w="1856112">
                      <a:extLst>
                        <a:ext uri="{9D8B030D-6E8A-4147-A177-3AD203B41FA5}">
                          <a16:colId xmlns:a16="http://schemas.microsoft.com/office/drawing/2014/main" val="1646286526"/>
                        </a:ext>
                      </a:extLst>
                    </a:gridCol>
                    <a:gridCol w="1926030">
                      <a:extLst>
                        <a:ext uri="{9D8B030D-6E8A-4147-A177-3AD203B41FA5}">
                          <a16:colId xmlns:a16="http://schemas.microsoft.com/office/drawing/2014/main" val="3331563836"/>
                        </a:ext>
                      </a:extLst>
                    </a:gridCol>
                  </a:tblGrid>
                  <a:tr h="1294922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সমীকরণজোট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সহগ</a:t>
                          </a:r>
                          <a:r>
                            <a:rPr lang="en-US" sz="2000" dirty="0"/>
                            <a:t> ও </a:t>
                          </a:r>
                          <a:r>
                            <a:rPr lang="en-US" sz="2000" dirty="0" err="1"/>
                            <a:t>ধ্রুবকপদ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তুলনা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সমঞ্জস</a:t>
                          </a:r>
                          <a:r>
                            <a:rPr lang="en-US" sz="2000" dirty="0"/>
                            <a:t> / </a:t>
                          </a:r>
                          <a:r>
                            <a:rPr lang="en-US" sz="2000" dirty="0" err="1"/>
                            <a:t>অসমঞ্জস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পরস্পর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নির্ভরশীল</a:t>
                          </a:r>
                          <a:r>
                            <a:rPr lang="en-US" sz="2000" dirty="0"/>
                            <a:t> / </a:t>
                          </a:r>
                          <a:r>
                            <a:rPr lang="en-US" sz="2000" dirty="0" err="1"/>
                            <a:t>অনির্ভরশীল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সমাধান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আছে</a:t>
                          </a:r>
                          <a:r>
                            <a:rPr lang="en-US" sz="2000" dirty="0"/>
                            <a:t>/</a:t>
                          </a:r>
                          <a:r>
                            <a:rPr lang="en-US" sz="2000" dirty="0" err="1"/>
                            <a:t>নেই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6345824"/>
                      </a:ext>
                    </a:extLst>
                  </a:tr>
                  <a:tr h="1294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১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dirty="0"/>
                            <a:t>x </a:t>
                          </a:r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অনির্ভরশীল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আছে</a:t>
                          </a:r>
                          <a:r>
                            <a:rPr lang="en-US" sz="2200" dirty="0"/>
                            <a:t>(</a:t>
                          </a:r>
                          <a:r>
                            <a:rPr lang="en-US" sz="2200" dirty="0" err="1"/>
                            <a:t>একটি</a:t>
                          </a:r>
                          <a:r>
                            <a:rPr lang="en-US" sz="22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0732687"/>
                      </a:ext>
                    </a:extLst>
                  </a:tr>
                  <a:tr h="1294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  <a:r>
                            <a:rPr lang="en-US" sz="3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  <a:r>
                            <a:rPr lang="en-US" sz="3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/>
                            <a:t>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আছে</a:t>
                          </a:r>
                          <a:r>
                            <a:rPr lang="en-US" sz="2200" dirty="0"/>
                            <a:t>(</a:t>
                          </a:r>
                          <a:r>
                            <a:rPr lang="en-US" sz="2200" dirty="0" err="1"/>
                            <a:t>অসংখ্য</a:t>
                          </a:r>
                          <a:r>
                            <a:rPr lang="en-US" sz="22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6724517"/>
                      </a:ext>
                    </a:extLst>
                  </a:tr>
                  <a:tr h="1294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algn="ctr" defTabSz="914400" rtl="0" eaLnBrk="1" latinLnBrk="0" hangingPunct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  <m:r>
                                <a:rPr lang="en-US" sz="28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2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  <a:r>
                            <a:rPr lang="en-US" sz="3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320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3200" dirty="0"/>
                            <a:t> </a:t>
                          </a:r>
                        </a:p>
                        <a:p>
                          <a:pPr algn="ctr"/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অসমঞ্জস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/>
                            <a:t>অনির্ভরশীল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নেই</a:t>
                          </a:r>
                          <a:endParaRPr lang="en-US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5328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2044E4A2-9C5B-5937-7CDC-9D5DD2F173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7909" y="1368590"/>
              <a:ext cx="11556181" cy="52242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3148">
                      <a:extLst>
                        <a:ext uri="{9D8B030D-6E8A-4147-A177-3AD203B41FA5}">
                          <a16:colId xmlns:a16="http://schemas.microsoft.com/office/drawing/2014/main" val="2449283201"/>
                        </a:ext>
                      </a:extLst>
                    </a:gridCol>
                    <a:gridCol w="2695267">
                      <a:extLst>
                        <a:ext uri="{9D8B030D-6E8A-4147-A177-3AD203B41FA5}">
                          <a16:colId xmlns:a16="http://schemas.microsoft.com/office/drawing/2014/main" val="1877921030"/>
                        </a:ext>
                      </a:extLst>
                    </a:gridCol>
                    <a:gridCol w="2893470">
                      <a:extLst>
                        <a:ext uri="{9D8B030D-6E8A-4147-A177-3AD203B41FA5}">
                          <a16:colId xmlns:a16="http://schemas.microsoft.com/office/drawing/2014/main" val="2500190880"/>
                        </a:ext>
                      </a:extLst>
                    </a:gridCol>
                    <a:gridCol w="1632154">
                      <a:extLst>
                        <a:ext uri="{9D8B030D-6E8A-4147-A177-3AD203B41FA5}">
                          <a16:colId xmlns:a16="http://schemas.microsoft.com/office/drawing/2014/main" val="1746900857"/>
                        </a:ext>
                      </a:extLst>
                    </a:gridCol>
                    <a:gridCol w="1856112">
                      <a:extLst>
                        <a:ext uri="{9D8B030D-6E8A-4147-A177-3AD203B41FA5}">
                          <a16:colId xmlns:a16="http://schemas.microsoft.com/office/drawing/2014/main" val="1646286526"/>
                        </a:ext>
                      </a:extLst>
                    </a:gridCol>
                    <a:gridCol w="1926030">
                      <a:extLst>
                        <a:ext uri="{9D8B030D-6E8A-4147-A177-3AD203B41FA5}">
                          <a16:colId xmlns:a16="http://schemas.microsoft.com/office/drawing/2014/main" val="3331563836"/>
                        </a:ext>
                      </a:extLst>
                    </a:gridCol>
                  </a:tblGrid>
                  <a:tr h="1294922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সমীকরণজোট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সহগ</a:t>
                          </a:r>
                          <a:r>
                            <a:rPr lang="en-US" sz="2000" dirty="0"/>
                            <a:t> ও </a:t>
                          </a:r>
                          <a:r>
                            <a:rPr lang="en-US" sz="2000" dirty="0" err="1"/>
                            <a:t>ধ্রুবকপদ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তুলনা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সমঞ্জস</a:t>
                          </a:r>
                          <a:r>
                            <a:rPr lang="en-US" sz="2000" dirty="0"/>
                            <a:t> / </a:t>
                          </a:r>
                          <a:r>
                            <a:rPr lang="en-US" sz="2000" dirty="0" err="1"/>
                            <a:t>অসমঞ্জস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পরস্পর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নির্ভরশীল</a:t>
                          </a:r>
                          <a:r>
                            <a:rPr lang="en-US" sz="2000" dirty="0"/>
                            <a:t> / </a:t>
                          </a:r>
                          <a:r>
                            <a:rPr lang="en-US" sz="2000" dirty="0" err="1"/>
                            <a:t>অনির্ভরশীল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সমাধান</a:t>
                          </a:r>
                          <a:r>
                            <a:rPr lang="en-US" sz="2000" dirty="0"/>
                            <a:t> </a:t>
                          </a:r>
                          <a:r>
                            <a:rPr lang="en-US" sz="2000" dirty="0" err="1"/>
                            <a:t>আছে</a:t>
                          </a:r>
                          <a:r>
                            <a:rPr lang="en-US" sz="2000" dirty="0"/>
                            <a:t>/</a:t>
                          </a:r>
                          <a:r>
                            <a:rPr lang="en-US" sz="2000" dirty="0" err="1"/>
                            <a:t>নেই</a:t>
                          </a:r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6345824"/>
                      </a:ext>
                    </a:extLst>
                  </a:tr>
                  <a:tr h="1294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১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814" t="-100943" r="-309502" b="-205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2421" t="-100943" r="-188000" b="-205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অনির্ভরশীল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আছে</a:t>
                          </a:r>
                          <a:r>
                            <a:rPr lang="en-US" sz="2200" dirty="0"/>
                            <a:t>(</a:t>
                          </a:r>
                          <a:r>
                            <a:rPr lang="en-US" sz="2200" dirty="0" err="1"/>
                            <a:t>একটি</a:t>
                          </a:r>
                          <a:r>
                            <a:rPr lang="en-US" sz="22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0732687"/>
                      </a:ext>
                    </a:extLst>
                  </a:tr>
                  <a:tr h="1294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814" t="-200000" r="-309502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2421" t="-200000" r="-188000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/>
                            <a:t>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আছে</a:t>
                          </a:r>
                          <a:r>
                            <a:rPr lang="en-US" sz="2200" dirty="0"/>
                            <a:t>(</a:t>
                          </a:r>
                          <a:r>
                            <a:rPr lang="en-US" sz="2200" dirty="0" err="1"/>
                            <a:t>অসংখ্য</a:t>
                          </a:r>
                          <a:r>
                            <a:rPr lang="en-US" sz="22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6724517"/>
                      </a:ext>
                    </a:extLst>
                  </a:tr>
                  <a:tr h="13394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৩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814" t="-290455" r="-309502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2421" t="-290455" r="-188000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/>
                            <a:t>অসমঞ্জস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 err="1"/>
                            <a:t>অনির্ভরশীল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/>
                            <a:t>নেই</a:t>
                          </a:r>
                          <a:endParaRPr lang="en-US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5328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0D50AF62-1D90-67C9-438A-61F048DED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ব্যাসিক</a:t>
            </a:r>
            <a:endParaRPr dirty="0">
              <a:solidFill>
                <a:srgbClr val="2C56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0173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53104B-647F-4AF6-B03C-BB139547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24799" flipH="1">
            <a:off x="-6195385" y="1576273"/>
            <a:ext cx="5823057" cy="4167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DDF3F4-7BDD-C410-6B01-E4B2C3B5FB9A}"/>
              </a:ext>
            </a:extLst>
          </p:cNvPr>
          <p:cNvSpPr txBox="1"/>
          <p:nvPr/>
        </p:nvSpPr>
        <p:spPr>
          <a:xfrm>
            <a:off x="-3950208" y="1119285"/>
            <a:ext cx="3950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ইয়াহু</a:t>
            </a:r>
            <a:r>
              <a:rPr lang="en-US" sz="2400" b="1" dirty="0">
                <a:solidFill>
                  <a:srgbClr val="FF0000"/>
                </a:solidFill>
              </a:rPr>
              <a:t>!! </a:t>
            </a:r>
            <a:r>
              <a:rPr lang="en-US" sz="2400" b="1" dirty="0" err="1">
                <a:solidFill>
                  <a:srgbClr val="FF0000"/>
                </a:solidFill>
              </a:rPr>
              <a:t>ব্যাসিক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শেষ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Google Shape;61;p15">
            <a:extLst>
              <a:ext uri="{FF2B5EF4-FFF2-40B4-BE49-F238E27FC236}">
                <a16:creationId xmlns:a16="http://schemas.microsoft.com/office/drawing/2014/main" id="{6BA42BFF-0373-6E33-5117-A90A6EC43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অনুশীলনী</a:t>
            </a:r>
            <a:endParaRPr dirty="0">
              <a:solidFill>
                <a:srgbClr val="2C567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84798-AAF9-23E9-80EB-4062FB640B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448" y="1590485"/>
            <a:ext cx="10732952" cy="3677030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174B5A4D-ED59-9AE5-6E50-CA2DE64196C9}"/>
              </a:ext>
            </a:extLst>
          </p:cNvPr>
          <p:cNvSpPr/>
          <p:nvPr/>
        </p:nvSpPr>
        <p:spPr>
          <a:xfrm>
            <a:off x="-334300" y="6381136"/>
            <a:ext cx="7197213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3CAE9D1-8F34-6B91-D5D0-E88B0DC09865}"/>
              </a:ext>
            </a:extLst>
          </p:cNvPr>
          <p:cNvSpPr/>
          <p:nvPr/>
        </p:nvSpPr>
        <p:spPr>
          <a:xfrm>
            <a:off x="6887496" y="6381135"/>
            <a:ext cx="5520814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13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-3.7037E-6 L -2.08333E-7 0.00024 C 0.01315 0.00139 0.02617 0.00186 0.03945 0.0044 C 0.04779 0.00579 0.05612 0.01088 0.06471 0.01111 L 0.25508 0.0088 C 0.2832 -0.00139 0.26589 0.0044 0.32982 0.0044 L 0.83268 0.00672 L 0.8668 0.0088 L 0.92786 0.01343 C 0.94544 0.01412 1.12201 0.0176 1.13216 0.01783 C 1.15208 0.02801 1.13503 0.0213 1.17292 0.02037 L 1.48021 0.01343 " pathEditMode="relative" rAng="0" ptsTypes="AAAAAAAAAAAA">
                                      <p:cBhvr>
                                        <p:cTn id="6" dur="8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010" y="11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emph" presetSubtype="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0599 -0.00162 L -0.10599 -0.00162 L -8.33333E-7 -0.00046 C 0.01133 -0.00046 0.02266 -0.00162 0.03399 -0.00162 L 0.56667 0.00069 L 1.10925 0.00555 C 1.12943 0.00718 1.15 0.00903 1.17044 0.01042 C 1.19805 0.01204 1.22617 0.01204 1.25417 0.01389 C 1.27005 0.01505 1.2862 0.01713 1.30234 0.01875 C 1.30664 0.01991 1.31081 0.02222 1.31537 0.02245 C 1.34727 0.02523 1.41198 0.0287 1.41198 0.02893 " pathEditMode="relative" rAng="0" ptsTypes="AAAAAAAAAAA">
                                      <p:cBhvr>
                                        <p:cTn id="10" dur="8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898" y="152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0D50AF62-1D90-67C9-438A-61F048DED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অনুশীলনী</a:t>
            </a:r>
            <a:endParaRPr dirty="0">
              <a:solidFill>
                <a:srgbClr val="2C567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D72D9-6F25-F21E-2ED4-756DFFEDC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902" y="2323764"/>
            <a:ext cx="10226531" cy="2494724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8542BDA0-BC54-7D7B-6223-3ABF5650C4E0}"/>
              </a:ext>
            </a:extLst>
          </p:cNvPr>
          <p:cNvSpPr/>
          <p:nvPr/>
        </p:nvSpPr>
        <p:spPr>
          <a:xfrm>
            <a:off x="-334300" y="6381136"/>
            <a:ext cx="7197213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9DC72005-F0F6-0D90-34AA-E3118B536069}"/>
              </a:ext>
            </a:extLst>
          </p:cNvPr>
          <p:cNvSpPr/>
          <p:nvPr/>
        </p:nvSpPr>
        <p:spPr>
          <a:xfrm>
            <a:off x="6887496" y="6381135"/>
            <a:ext cx="5520814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438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F70B66-4D19-A0E1-C2D4-351CC8AD0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75" b="95688" l="2568" r="99287">
                        <a14:foregroundMark x1="6134" y1="17248" x2="6134" y2="17248"/>
                        <a14:foregroundMark x1="7703" y1="17248" x2="17261" y2="19097"/>
                        <a14:foregroundMark x1="67618" y1="33060" x2="39515" y2="44559"/>
                        <a14:foregroundMark x1="67332" y1="22177" x2="3709" y2="22793"/>
                        <a14:foregroundMark x1="3709" y1="22793" x2="3566" y2="21355"/>
                        <a14:foregroundMark x1="99144" y1="11704" x2="65050" y2="35524"/>
                        <a14:foregroundMark x1="65050" y1="35524" x2="48502" y2="72690"/>
                        <a14:foregroundMark x1="48502" y1="72690" x2="34950" y2="82341"/>
                        <a14:foregroundMark x1="34950" y1="82341" x2="8987" y2="71663"/>
                        <a14:foregroundMark x1="8987" y1="71663" x2="2568" y2="22587"/>
                        <a14:foregroundMark x1="2568" y1="22587" x2="4137" y2="4723"/>
                        <a14:foregroundMark x1="4137" y1="4723" x2="5706" y2="3080"/>
                        <a14:foregroundMark x1="30100" y1="23819" x2="45506" y2="16632"/>
                        <a14:foregroundMark x1="45506" y1="16632" x2="27675" y2="9240"/>
                        <a14:foregroundMark x1="27675" y1="9240" x2="36377" y2="6982"/>
                        <a14:foregroundMark x1="5706" y1="10678" x2="65050" y2="10678"/>
                        <a14:foregroundMark x1="22967" y1="12526" x2="37518" y2="11294"/>
                        <a14:foregroundMark x1="78887" y1="9035" x2="90300" y2="8830"/>
                        <a14:foregroundMark x1="90300" y1="8830" x2="91441" y2="8214"/>
                        <a14:foregroundMark x1="2568" y1="89733" x2="19971" y2="95893"/>
                        <a14:foregroundMark x1="30813" y1="51129" x2="34950" y2="51745"/>
                        <a14:foregroundMark x1="73495" y1="77134" x2="82596" y2="95072"/>
                        <a14:foregroundMark x1="57489" y1="45585" x2="65840" y2="62046"/>
                        <a14:foregroundMark x1="87729" y1="68013" x2="96576" y2="88912"/>
                        <a14:foregroundMark x1="74322" y1="36345" x2="76062" y2="40455"/>
                        <a14:foregroundMark x1="88302" y1="2875" x2="99287" y2="3080"/>
                        <a14:foregroundMark x1="62910" y1="88090" x2="68474" y2="88501"/>
                        <a14:foregroundMark x1="59914" y1="82957" x2="59914" y2="80287"/>
                        <a14:foregroundMark x1="69044" y1="78029" x2="69615" y2="81109"/>
                        <a14:foregroundMark x1="72753" y1="76386" x2="73609" y2="78029"/>
                        <a14:foregroundMark x1="64051" y1="77002" x2="64479" y2="78645"/>
                        <a14:foregroundMark x1="67332" y1="78439" x2="67332" y2="78439"/>
                        <a14:backgroundMark x1="86448" y1="43737" x2="95292" y2="46612"/>
                        <a14:backgroundMark x1="85592" y1="31006" x2="96719" y2="46612"/>
                        <a14:backgroundMark x1="85021" y1="30801" x2="97718" y2="28337"/>
                        <a14:backgroundMark x1="97718" y1="28337" x2="97718" y2="28337"/>
                        <a14:backgroundMark x1="95292" y1="21355" x2="98573" y2="21971"/>
                        <a14:backgroundMark x1="93438" y1="24435" x2="74893" y2="47639"/>
                        <a14:backgroundMark x1="76748" y1="48665" x2="72040" y2="56057"/>
                        <a14:backgroundMark x1="72611" y1="57495" x2="82882" y2="65092"/>
                        <a14:backgroundMark x1="82882" y1="65092" x2="94151" y2="63655"/>
                        <a14:backgroundMark x1="94151" y1="63655" x2="96006" y2="57290"/>
                        <a14:backgroundMark x1="82596" y1="52977" x2="82739" y2="51335"/>
                        <a14:backgroundMark x1="81883" y1="52156" x2="80884" y2="60575"/>
                        <a14:backgroundMark x1="79315" y1="47433" x2="84023" y2="62218"/>
                        <a14:backgroundMark x1="84023" y1="62218" x2="84023" y2="62218"/>
                        <a14:backgroundMark x1="58631" y1="64066" x2="77033" y2="69199"/>
                        <a14:backgroundMark x1="77033" y1="69199" x2="77603" y2="68378"/>
                        <a14:backgroundMark x1="65050" y1="71869" x2="76320" y2="73717"/>
                        <a14:backgroundMark x1="54494" y1="70226" x2="57204" y2="72485"/>
                        <a14:backgroundMark x1="57347" y1="72690" x2="59058" y2="73511"/>
                        <a14:backgroundMark x1="58345" y1="87064" x2="59344" y2="87474"/>
                        <a14:backgroundMark x1="59058" y1="77002" x2="59201" y2="76797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5465" y="1843547"/>
            <a:ext cx="4819032" cy="3347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500FE-BAAD-B3E2-A5C0-C25FEE525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02123" y="1971366"/>
            <a:ext cx="4680277" cy="334788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C8F0AD-8D70-3823-330A-677A937082BD}"/>
              </a:ext>
            </a:extLst>
          </p:cNvPr>
          <p:cNvCxnSpPr/>
          <p:nvPr/>
        </p:nvCxnSpPr>
        <p:spPr>
          <a:xfrm>
            <a:off x="6223819" y="1843547"/>
            <a:ext cx="0" cy="3672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61;p15">
            <a:extLst>
              <a:ext uri="{FF2B5EF4-FFF2-40B4-BE49-F238E27FC236}">
                <a16:creationId xmlns:a16="http://schemas.microsoft.com/office/drawing/2014/main" id="{90F2E182-1C6B-62D3-A205-5A83D2B29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বোর্ড প্রশ্ন</a:t>
            </a:r>
            <a:endParaRPr dirty="0">
              <a:solidFill>
                <a:srgbClr val="2C567A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429433D5-9731-46EB-F5F5-3033F9D331F5}"/>
              </a:ext>
            </a:extLst>
          </p:cNvPr>
          <p:cNvSpPr/>
          <p:nvPr/>
        </p:nvSpPr>
        <p:spPr>
          <a:xfrm>
            <a:off x="-334300" y="6381136"/>
            <a:ext cx="7197213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E7CCF6D-236F-6643-E4F9-B6364574C75E}"/>
              </a:ext>
            </a:extLst>
          </p:cNvPr>
          <p:cNvSpPr/>
          <p:nvPr/>
        </p:nvSpPr>
        <p:spPr>
          <a:xfrm>
            <a:off x="6887496" y="6381135"/>
            <a:ext cx="5520814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598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crush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B060C6-6791-2472-B91F-BA32B98E09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10437"/>
          <a:stretch/>
        </p:blipFill>
        <p:spPr>
          <a:xfrm>
            <a:off x="609600" y="3815894"/>
            <a:ext cx="4860498" cy="23848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C8AA2A-2D8C-0F63-DA5B-026DFA6364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5411" y="1323167"/>
            <a:ext cx="5159187" cy="2956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145EDF-4E7D-FD7F-2630-C3F92A03D8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1321331"/>
            <a:ext cx="5657916" cy="211196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287447-9F6C-8F31-A458-01858E39DB9F}"/>
              </a:ext>
            </a:extLst>
          </p:cNvPr>
          <p:cNvCxnSpPr/>
          <p:nvPr/>
        </p:nvCxnSpPr>
        <p:spPr>
          <a:xfrm>
            <a:off x="6267516" y="1347019"/>
            <a:ext cx="0" cy="526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4BD939-A876-C1D5-79C0-B0221600E9B3}"/>
              </a:ext>
            </a:extLst>
          </p:cNvPr>
          <p:cNvCxnSpPr/>
          <p:nvPr/>
        </p:nvCxnSpPr>
        <p:spPr>
          <a:xfrm>
            <a:off x="747252" y="3687100"/>
            <a:ext cx="552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61;p15">
            <a:extLst>
              <a:ext uri="{FF2B5EF4-FFF2-40B4-BE49-F238E27FC236}">
                <a16:creationId xmlns:a16="http://schemas.microsoft.com/office/drawing/2014/main" id="{405F80C4-ECA8-FEBD-5821-7ECA8920D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বোর্ড প্রশ্ন</a:t>
            </a:r>
            <a:endParaRPr dirty="0">
              <a:solidFill>
                <a:srgbClr val="2C567A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140FBC66-AE68-BD27-63A1-DA76A92AB64F}"/>
              </a:ext>
            </a:extLst>
          </p:cNvPr>
          <p:cNvSpPr/>
          <p:nvPr/>
        </p:nvSpPr>
        <p:spPr>
          <a:xfrm>
            <a:off x="-334300" y="6381136"/>
            <a:ext cx="7197213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482AB8F1-4B69-EAFA-CA1A-8BDCD885E0EA}"/>
              </a:ext>
            </a:extLst>
          </p:cNvPr>
          <p:cNvSpPr/>
          <p:nvPr/>
        </p:nvSpPr>
        <p:spPr>
          <a:xfrm>
            <a:off x="6887496" y="6381135"/>
            <a:ext cx="5520814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959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499626C-08A4-2843-EF9D-84D874E358C0}"/>
              </a:ext>
            </a:extLst>
          </p:cNvPr>
          <p:cNvGrpSpPr/>
          <p:nvPr/>
        </p:nvGrpSpPr>
        <p:grpSpPr>
          <a:xfrm>
            <a:off x="609600" y="4047660"/>
            <a:ext cx="5978013" cy="2602062"/>
            <a:chOff x="521109" y="4071911"/>
            <a:chExt cx="6400800" cy="278608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BDD706-608A-444D-6BA6-28CB2E9A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1109" y="4071911"/>
              <a:ext cx="6400800" cy="278608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FACDF9-DB33-7FC9-E8CE-3A6A16FF65D0}"/>
                </a:ext>
              </a:extLst>
            </p:cNvPr>
            <p:cNvSpPr txBox="1"/>
            <p:nvPr/>
          </p:nvSpPr>
          <p:spPr>
            <a:xfrm>
              <a:off x="806245" y="4277032"/>
              <a:ext cx="294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২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3C6AAE-57AB-2C74-04BC-B4A888C24D31}"/>
              </a:ext>
            </a:extLst>
          </p:cNvPr>
          <p:cNvGrpSpPr/>
          <p:nvPr/>
        </p:nvGrpSpPr>
        <p:grpSpPr>
          <a:xfrm>
            <a:off x="609600" y="1435016"/>
            <a:ext cx="8574502" cy="2153757"/>
            <a:chOff x="609600" y="1520294"/>
            <a:chExt cx="7236542" cy="18176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DF666E7-765F-8183-98F3-A327A325D488}"/>
                </a:ext>
              </a:extLst>
            </p:cNvPr>
            <p:cNvGrpSpPr/>
            <p:nvPr/>
          </p:nvGrpSpPr>
          <p:grpSpPr>
            <a:xfrm>
              <a:off x="609600" y="1520294"/>
              <a:ext cx="6993762" cy="1817686"/>
              <a:chOff x="609600" y="1520294"/>
              <a:chExt cx="6993762" cy="181768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7CA70F9-03A9-5C33-8B80-27906E47F6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9600" y="1520294"/>
                <a:ext cx="6993762" cy="1817686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5491992-22B8-EA71-9A3F-7B6320516FF4}"/>
                  </a:ext>
                </a:extLst>
              </p:cNvPr>
              <p:cNvSpPr/>
              <p:nvPr/>
            </p:nvSpPr>
            <p:spPr>
              <a:xfrm>
                <a:off x="727587" y="1582994"/>
                <a:ext cx="285136" cy="30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১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4423EB-90CC-1AA4-1B96-45B9052AE373}"/>
                </a:ext>
              </a:extLst>
            </p:cNvPr>
            <p:cNvSpPr/>
            <p:nvPr/>
          </p:nvSpPr>
          <p:spPr>
            <a:xfrm>
              <a:off x="7256206" y="2998839"/>
              <a:ext cx="589936" cy="3391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250186-7CB6-D951-8ECC-E652269336D5}"/>
              </a:ext>
            </a:extLst>
          </p:cNvPr>
          <p:cNvCxnSpPr/>
          <p:nvPr/>
        </p:nvCxnSpPr>
        <p:spPr>
          <a:xfrm>
            <a:off x="749402" y="3687097"/>
            <a:ext cx="101545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61;p15">
            <a:extLst>
              <a:ext uri="{FF2B5EF4-FFF2-40B4-BE49-F238E27FC236}">
                <a16:creationId xmlns:a16="http://schemas.microsoft.com/office/drawing/2014/main" id="{263E7E9F-77DA-F865-B65C-85EE6766A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01600"/>
            <a:ext cx="10972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dirty="0">
                <a:solidFill>
                  <a:srgbClr val="2C567A"/>
                </a:solidFill>
              </a:rPr>
              <a:t>বোর্ড প্রশ্ন</a:t>
            </a:r>
            <a:endParaRPr dirty="0">
              <a:solidFill>
                <a:srgbClr val="2C567A"/>
              </a:solidFill>
            </a:endParaRP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1412CC04-03B3-B5DF-CBFB-71C85757F1D6}"/>
              </a:ext>
            </a:extLst>
          </p:cNvPr>
          <p:cNvSpPr/>
          <p:nvPr/>
        </p:nvSpPr>
        <p:spPr>
          <a:xfrm>
            <a:off x="-334300" y="6381136"/>
            <a:ext cx="7197213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6681944-E252-331B-709E-BE6F6549EE04}"/>
              </a:ext>
            </a:extLst>
          </p:cNvPr>
          <p:cNvSpPr/>
          <p:nvPr/>
        </p:nvSpPr>
        <p:spPr>
          <a:xfrm>
            <a:off x="6887496" y="6381135"/>
            <a:ext cx="5520814" cy="47686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545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9">
            <a:extLst>
              <a:ext uri="{FF2B5EF4-FFF2-40B4-BE49-F238E27FC236}">
                <a16:creationId xmlns:a16="http://schemas.microsoft.com/office/drawing/2014/main" id="{63493B9E-F6F8-4C0F-9706-CA547A8B2B3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7" y="3158641"/>
            <a:ext cx="5722223" cy="92180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A2BF12-1789-3511-67B6-BDF0DAA3A13B}"/>
              </a:ext>
            </a:extLst>
          </p:cNvPr>
          <p:cNvSpPr/>
          <p:nvPr/>
        </p:nvSpPr>
        <p:spPr>
          <a:xfrm>
            <a:off x="6469777" y="4345858"/>
            <a:ext cx="3273991" cy="16883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B21CABDF-8F08-293E-05FF-212ED9A3297A}"/>
              </a:ext>
            </a:extLst>
          </p:cNvPr>
          <p:cNvSpPr/>
          <p:nvPr/>
        </p:nvSpPr>
        <p:spPr>
          <a:xfrm>
            <a:off x="9832258" y="344129"/>
            <a:ext cx="2025445" cy="776748"/>
          </a:xfrm>
          <a:prstGeom prst="snip2Diag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4322F-E71F-4413-4FCC-F7FC81801CC0}"/>
              </a:ext>
            </a:extLst>
          </p:cNvPr>
          <p:cNvSpPr txBox="1"/>
          <p:nvPr/>
        </p:nvSpPr>
        <p:spPr>
          <a:xfrm>
            <a:off x="6547849" y="4390328"/>
            <a:ext cx="275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Habib Ullah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BAC76-299E-1711-3A24-D6015C26E46E}"/>
              </a:ext>
            </a:extLst>
          </p:cNvPr>
          <p:cNvSpPr txBox="1"/>
          <p:nvPr/>
        </p:nvSpPr>
        <p:spPr>
          <a:xfrm>
            <a:off x="6547849" y="4750602"/>
            <a:ext cx="27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Instructor, TEE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 advClick="0">
        <p15:prstTrans prst="origami"/>
      </p:transition>
    </mc:Choice>
    <mc:Fallback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1071E6-22AE-499A-B09C-BF21CF5F74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193</TotalTime>
  <Words>155</Words>
  <Application>Microsoft Office PowerPoint</Application>
  <PresentationFormat>Widescreen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Corbel</vt:lpstr>
      <vt:lpstr>Fira Sans Extra Condensed Medium</vt:lpstr>
      <vt:lpstr>Fira Sans Extra Condensed SemiBold</vt:lpstr>
      <vt:lpstr>Roboto</vt:lpstr>
      <vt:lpstr>Office Theme</vt:lpstr>
      <vt:lpstr>দুই চলকবিশিষ্ট সরল সহসমীকরণ</vt:lpstr>
      <vt:lpstr>আলোচ্যসূচি</vt:lpstr>
      <vt:lpstr>ব্যাসিক</vt:lpstr>
      <vt:lpstr>ব্যাসিক</vt:lpstr>
      <vt:lpstr>অনুশীলনী</vt:lpstr>
      <vt:lpstr>অনুশীলনী</vt:lpstr>
      <vt:lpstr>বোর্ড প্রশ্ন</vt:lpstr>
      <vt:lpstr>বোর্ড প্রশ্ন</vt:lpstr>
      <vt:lpstr>বোর্ড প্রশ্ন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দুই চলকবিশিষ্ট সরল সহসমীকরণ</dc:title>
  <dc:creator>Habib Ullah</dc:creator>
  <cp:lastModifiedBy>Habib Ullah</cp:lastModifiedBy>
  <cp:revision>35</cp:revision>
  <dcterms:created xsi:type="dcterms:W3CDTF">2023-06-14T17:17:24Z</dcterms:created>
  <dcterms:modified xsi:type="dcterms:W3CDTF">2023-06-15T07:49:13Z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