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handoutMasterIdLst>
    <p:handoutMasterId r:id="rId9"/>
  </p:handoutMasterIdLst>
  <p:sldIdLst>
    <p:sldId id="262" r:id="rId2"/>
    <p:sldId id="258" r:id="rId3"/>
    <p:sldId id="263" r:id="rId4"/>
    <p:sldId id="264" r:id="rId5"/>
    <p:sldId id="265" r:id="rId6"/>
    <p:sldId id="266" r:id="rId7"/>
  </p:sldIdLst>
  <p:sldSz cx="12192000" cy="6858000"/>
  <p:notesSz cx="6858000" cy="9144000"/>
  <p:custDataLst>
    <p:tags r:id="rId10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63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D0A4"/>
    <a:srgbClr val="A9D18E"/>
    <a:srgbClr val="FFFF00"/>
    <a:srgbClr val="FDCA9F"/>
    <a:srgbClr val="395A4B"/>
    <a:srgbClr val="FF50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16" autoAdjust="0"/>
  </p:normalViewPr>
  <p:slideViewPr>
    <p:cSldViewPr snapToGrid="0">
      <p:cViewPr>
        <p:scale>
          <a:sx n="66" d="100"/>
          <a:sy n="66" d="100"/>
        </p:scale>
        <p:origin x="691" y="312"/>
      </p:cViewPr>
      <p:guideLst>
        <p:guide orient="horz" pos="2160"/>
        <p:guide pos="3863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8" d="100"/>
          <a:sy n="58" d="100"/>
        </p:scale>
        <p:origin x="2965" y="43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tags" Target="tags/tag1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506A0BE-1F65-4256-9DDD-D526A52F4F8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3C1C37D-0761-48C5-865F-19AE24EA546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FE7C30-BFB7-4C18-9F7D-D58808C86228}" type="datetimeFigureOut">
              <a:rPr lang="en-US" smtClean="0"/>
              <a:t>6/25/2023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B1787A0-C03B-4149-83E3-EF31A0C03D3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89660A-E70E-45ED-A8F6-E080563B9FD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D78B62-21B0-4D73-A6FA-B4974F709FB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689067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CCD916-E9CB-419B-ABD2-49AFC954D8D6}" type="datetimeFigureOut">
              <a:rPr lang="en-US" smtClean="0"/>
              <a:t>6/25/2023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85250B-A0CB-404A-9CCD-DF26724FEDE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26486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9a0c79df7d_0_16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9a0c79df7d_0_16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C69321-35DD-4BC7-953A-DC16A57A483D}" type="datetimeFigureOut">
              <a:rPr lang="en-US" noProof="0" smtClean="0"/>
              <a:t>6/25/2023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5074B-1D8C-4FBF-B643-29DBF83DE07B}" type="slidenum">
              <a:rPr lang="en-US" noProof="0" smtClean="0"/>
              <a:t>‹#›</a:t>
            </a:fld>
            <a:endParaRPr lang="en-US" noProof="0" dirty="0"/>
          </a:p>
        </p:txBody>
      </p:sp>
      <p:grpSp>
        <p:nvGrpSpPr>
          <p:cNvPr id="7" name="Group 6"/>
          <p:cNvGrpSpPr/>
          <p:nvPr userDrawn="1"/>
        </p:nvGrpSpPr>
        <p:grpSpPr>
          <a:xfrm>
            <a:off x="0" y="-17227"/>
            <a:ext cx="12221028" cy="7054380"/>
            <a:chOff x="-29028" y="0"/>
            <a:chExt cx="12221028" cy="7054380"/>
          </a:xfrm>
        </p:grpSpPr>
        <p:pic>
          <p:nvPicPr>
            <p:cNvPr id="8" name="Picture 7"/>
            <p:cNvPicPr>
              <a:picLocks noChangeAspect="1"/>
            </p:cNvPicPr>
            <p:nvPr/>
          </p:nvPicPr>
          <p:blipFill rotWithShape="1">
            <a:blip r:embed="rId2"/>
            <a:srcRect l="9721"/>
            <a:stretch/>
          </p:blipFill>
          <p:spPr>
            <a:xfrm>
              <a:off x="-29028" y="0"/>
              <a:ext cx="12221028" cy="7054380"/>
            </a:xfrm>
            <a:prstGeom prst="rect">
              <a:avLst/>
            </a:prstGeom>
          </p:spPr>
        </p:pic>
        <p:grpSp>
          <p:nvGrpSpPr>
            <p:cNvPr id="9" name="Group 8"/>
            <p:cNvGrpSpPr/>
            <p:nvPr/>
          </p:nvGrpSpPr>
          <p:grpSpPr>
            <a:xfrm>
              <a:off x="7045160" y="3839994"/>
              <a:ext cx="3270049" cy="647652"/>
              <a:chOff x="7045160" y="3839994"/>
              <a:chExt cx="3270049" cy="647652"/>
            </a:xfrm>
          </p:grpSpPr>
          <p:sp>
            <p:nvSpPr>
              <p:cNvPr id="10" name="Rounded Rectangle 9"/>
              <p:cNvSpPr/>
              <p:nvPr/>
            </p:nvSpPr>
            <p:spPr>
              <a:xfrm rot="21089594">
                <a:off x="7045160" y="3851771"/>
                <a:ext cx="137982" cy="52984"/>
              </a:xfrm>
              <a:prstGeom prst="roundRect">
                <a:avLst>
                  <a:gd name="adj" fmla="val 50000"/>
                </a:avLst>
              </a:prstGeom>
              <a:solidFill>
                <a:srgbClr val="FDD0A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1" name="Rounded Rectangle 10"/>
              <p:cNvSpPr/>
              <p:nvPr/>
            </p:nvSpPr>
            <p:spPr>
              <a:xfrm rot="1079854">
                <a:off x="8681648" y="3924583"/>
                <a:ext cx="137982" cy="52984"/>
              </a:xfrm>
              <a:prstGeom prst="roundRect">
                <a:avLst>
                  <a:gd name="adj" fmla="val 50000"/>
                </a:avLst>
              </a:prstGeom>
              <a:solidFill>
                <a:srgbClr val="FDD0A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2" name="Rounded Rectangle 11"/>
              <p:cNvSpPr/>
              <p:nvPr/>
            </p:nvSpPr>
            <p:spPr>
              <a:xfrm rot="20999673">
                <a:off x="10177227" y="3839994"/>
                <a:ext cx="137982" cy="52984"/>
              </a:xfrm>
              <a:prstGeom prst="roundRect">
                <a:avLst>
                  <a:gd name="adj" fmla="val 50000"/>
                </a:avLst>
              </a:prstGeom>
              <a:solidFill>
                <a:srgbClr val="FDD0A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3" name="Rounded Rectangle 12"/>
              <p:cNvSpPr/>
              <p:nvPr/>
            </p:nvSpPr>
            <p:spPr>
              <a:xfrm rot="1030604">
                <a:off x="10162266" y="4434662"/>
                <a:ext cx="137982" cy="52984"/>
              </a:xfrm>
              <a:prstGeom prst="roundRect">
                <a:avLst>
                  <a:gd name="adj" fmla="val 50000"/>
                </a:avLst>
              </a:prstGeom>
              <a:solidFill>
                <a:srgbClr val="FDD0A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</p:grpSp>
      </p:grpSp>
      <p:sp>
        <p:nvSpPr>
          <p:cNvPr id="14" name="Oval 13"/>
          <p:cNvSpPr/>
          <p:nvPr userDrawn="1"/>
        </p:nvSpPr>
        <p:spPr>
          <a:xfrm>
            <a:off x="8959117" y="2854089"/>
            <a:ext cx="673101" cy="673101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5" name="Rectangle 14"/>
          <p:cNvSpPr/>
          <p:nvPr userDrawn="1"/>
        </p:nvSpPr>
        <p:spPr>
          <a:xfrm>
            <a:off x="9760291" y="2351626"/>
            <a:ext cx="673101" cy="67310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Isosceles Triangle 15"/>
          <p:cNvSpPr/>
          <p:nvPr userDrawn="1"/>
        </p:nvSpPr>
        <p:spPr>
          <a:xfrm>
            <a:off x="8414089" y="2180988"/>
            <a:ext cx="673101" cy="673101"/>
          </a:xfrm>
          <a:prstGeom prst="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7" name="Parallelogram 16"/>
          <p:cNvSpPr/>
          <p:nvPr userDrawn="1"/>
        </p:nvSpPr>
        <p:spPr>
          <a:xfrm>
            <a:off x="7542769" y="2200691"/>
            <a:ext cx="673101" cy="673101"/>
          </a:xfrm>
          <a:prstGeom prst="parallelogram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8" name="Heart 17"/>
          <p:cNvSpPr/>
          <p:nvPr userDrawn="1"/>
        </p:nvSpPr>
        <p:spPr>
          <a:xfrm>
            <a:off x="10561465" y="2133345"/>
            <a:ext cx="673101" cy="673101"/>
          </a:xfrm>
          <a:prstGeom prst="heart">
            <a:avLst/>
          </a:prstGeom>
          <a:solidFill>
            <a:srgbClr val="FF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4114331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bg>
      <p:bgPr>
        <a:solidFill>
          <a:schemeClr val="bg2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2"/>
          <a:srcRect r="36869"/>
          <a:stretch/>
        </p:blipFill>
        <p:spPr>
          <a:xfrm>
            <a:off x="5323658" y="1624993"/>
            <a:ext cx="6868342" cy="5092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17101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C69321-35DD-4BC7-953A-DC16A57A483D}" type="datetimeFigureOut">
              <a:rPr lang="en-US" noProof="0" smtClean="0"/>
              <a:t>6/25/2023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5074B-1D8C-4FBF-B643-29DBF83DE07B}" type="slidenum">
              <a:rPr lang="en-US" noProof="0" smtClean="0"/>
              <a:t>‹#›</a:t>
            </a:fld>
            <a:endParaRPr lang="en-US" noProof="0" dirty="0"/>
          </a:p>
        </p:txBody>
      </p:sp>
      <p:grpSp>
        <p:nvGrpSpPr>
          <p:cNvPr id="7" name="Group 6"/>
          <p:cNvGrpSpPr/>
          <p:nvPr userDrawn="1"/>
        </p:nvGrpSpPr>
        <p:grpSpPr>
          <a:xfrm>
            <a:off x="0" y="0"/>
            <a:ext cx="12268200" cy="6887497"/>
            <a:chOff x="0" y="-29497"/>
            <a:chExt cx="12268200" cy="6887497"/>
          </a:xfrm>
        </p:grpSpPr>
        <p:pic>
          <p:nvPicPr>
            <p:cNvPr id="8" name="Picture 7"/>
            <p:cNvPicPr>
              <a:picLocks noChangeAspect="1"/>
            </p:cNvPicPr>
            <p:nvPr/>
          </p:nvPicPr>
          <p:blipFill rotWithShape="1">
            <a:blip r:embed="rId2"/>
            <a:srcRect l="6570" t="16308"/>
            <a:stretch/>
          </p:blipFill>
          <p:spPr>
            <a:xfrm>
              <a:off x="0" y="-29497"/>
              <a:ext cx="12268200" cy="6887497"/>
            </a:xfrm>
            <a:prstGeom prst="rect">
              <a:avLst/>
            </a:prstGeom>
          </p:spPr>
        </p:pic>
        <p:sp>
          <p:nvSpPr>
            <p:cNvPr id="9" name="Rounded Rectangle 8"/>
            <p:cNvSpPr/>
            <p:nvPr/>
          </p:nvSpPr>
          <p:spPr>
            <a:xfrm rot="4396381">
              <a:off x="8532461" y="4718058"/>
              <a:ext cx="94108" cy="27432"/>
            </a:xfrm>
            <a:prstGeom prst="roundRect">
              <a:avLst>
                <a:gd name="adj" fmla="val 50000"/>
              </a:avLst>
            </a:prstGeom>
            <a:solidFill>
              <a:srgbClr val="FDCA9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0" name="Rounded Rectangle 9"/>
            <p:cNvSpPr/>
            <p:nvPr/>
          </p:nvSpPr>
          <p:spPr>
            <a:xfrm rot="4396381">
              <a:off x="10296967" y="4718059"/>
              <a:ext cx="94108" cy="27432"/>
            </a:xfrm>
            <a:prstGeom prst="roundRect">
              <a:avLst>
                <a:gd name="adj" fmla="val 50000"/>
              </a:avLst>
            </a:prstGeom>
            <a:solidFill>
              <a:srgbClr val="FDCA9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11" name="Oval 10"/>
          <p:cNvSpPr/>
          <p:nvPr userDrawn="1"/>
        </p:nvSpPr>
        <p:spPr>
          <a:xfrm>
            <a:off x="9573760" y="2632843"/>
            <a:ext cx="673101" cy="673101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" name="Rectangle 11"/>
          <p:cNvSpPr/>
          <p:nvPr userDrawn="1"/>
        </p:nvSpPr>
        <p:spPr>
          <a:xfrm>
            <a:off x="9894319" y="1733836"/>
            <a:ext cx="673101" cy="67310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3" name="Isosceles Triangle 12"/>
          <p:cNvSpPr/>
          <p:nvPr userDrawn="1"/>
        </p:nvSpPr>
        <p:spPr>
          <a:xfrm>
            <a:off x="8866641" y="1741460"/>
            <a:ext cx="673101" cy="673101"/>
          </a:xfrm>
          <a:prstGeom prst="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4" name="Parallelogram 13"/>
          <p:cNvSpPr/>
          <p:nvPr userDrawn="1"/>
        </p:nvSpPr>
        <p:spPr>
          <a:xfrm>
            <a:off x="8628376" y="2797942"/>
            <a:ext cx="673101" cy="673101"/>
          </a:xfrm>
          <a:prstGeom prst="parallelogram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5" name="Heart 14"/>
          <p:cNvSpPr/>
          <p:nvPr userDrawn="1"/>
        </p:nvSpPr>
        <p:spPr>
          <a:xfrm>
            <a:off x="10720899" y="2283592"/>
            <a:ext cx="673101" cy="673101"/>
          </a:xfrm>
          <a:prstGeom prst="heart">
            <a:avLst/>
          </a:prstGeom>
          <a:solidFill>
            <a:srgbClr val="FF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5217CD73-2733-4306-A846-BC3B4BCC13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96648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C69321-35DD-4BC7-953A-DC16A57A483D}" type="datetimeFigureOut">
              <a:rPr lang="en-US" noProof="0" smtClean="0"/>
              <a:t>6/25/2023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5074B-1D8C-4FBF-B643-29DBF83DE07B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8187068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C69321-35DD-4BC7-953A-DC16A57A483D}" type="datetimeFigureOut">
              <a:rPr lang="en-US" noProof="0" smtClean="0"/>
              <a:t>6/25/2023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5074B-1D8C-4FBF-B643-29DBF83DE07B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4428199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C69321-35DD-4BC7-953A-DC16A57A483D}" type="datetimeFigureOut">
              <a:rPr lang="en-US" noProof="0" smtClean="0"/>
              <a:t>6/25/2023</a:t>
            </a:fld>
            <a:endParaRPr lang="en-US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5074B-1D8C-4FBF-B643-29DBF83DE07B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1580045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C69321-35DD-4BC7-953A-DC16A57A483D}" type="datetimeFigureOut">
              <a:rPr lang="en-US" noProof="0" smtClean="0"/>
              <a:t>6/25/2023</a:t>
            </a:fld>
            <a:endParaRPr lang="en-US" noProof="0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5074B-1D8C-4FBF-B643-29DBF83DE07B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733556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C69321-35DD-4BC7-953A-DC16A57A483D}" type="datetimeFigureOut">
              <a:rPr lang="en-US" noProof="0" smtClean="0"/>
              <a:t>6/25/2023</a:t>
            </a:fld>
            <a:endParaRPr lang="en-US" noProof="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5074B-1D8C-4FBF-B643-29DBF83DE07B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0803852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C69321-35DD-4BC7-953A-DC16A57A483D}" type="datetimeFigureOut">
              <a:rPr lang="en-US" noProof="0" smtClean="0"/>
              <a:t>6/25/2023</a:t>
            </a:fld>
            <a:endParaRPr lang="en-US" noProof="0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5074B-1D8C-4FBF-B643-29DBF83DE07B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3762342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C69321-35DD-4BC7-953A-DC16A57A483D}" type="datetimeFigureOut">
              <a:rPr lang="en-US" noProof="0" smtClean="0"/>
              <a:t>6/25/2023</a:t>
            </a:fld>
            <a:endParaRPr lang="en-US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5074B-1D8C-4FBF-B643-29DBF83DE07B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8356717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C69321-35DD-4BC7-953A-DC16A57A483D}" type="datetimeFigureOut">
              <a:rPr lang="en-US" noProof="0" smtClean="0"/>
              <a:t>6/25/2023</a:t>
            </a:fld>
            <a:endParaRPr lang="en-US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5074B-1D8C-4FBF-B643-29DBF83DE07B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4707356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C69321-35DD-4BC7-953A-DC16A57A483D}" type="datetimeFigureOut">
              <a:rPr lang="en-US" noProof="0" smtClean="0"/>
              <a:t>6/25/2023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F5074B-1D8C-4FBF-B643-29DBF83DE07B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4834305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61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2.xml"/><Relationship Id="rId5" Type="http://schemas.microsoft.com/office/2007/relationships/hdphoto" Target="../media/hdphoto1.wdp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gif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A3CB5DBB-79A3-4C06-994C-9285B01BCE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104775" y="1176728"/>
            <a:ext cx="5110163" cy="5392738"/>
            <a:chOff x="-104775" y="1176728"/>
            <a:chExt cx="5110163" cy="5392738"/>
          </a:xfrm>
        </p:grpSpPr>
        <p:sp>
          <p:nvSpPr>
            <p:cNvPr id="138" name="AutoShape 3"/>
            <p:cNvSpPr>
              <a:spLocks noChangeAspect="1" noChangeArrowheads="1" noTextEdit="1"/>
            </p:cNvSpPr>
            <p:nvPr/>
          </p:nvSpPr>
          <p:spPr bwMode="auto">
            <a:xfrm>
              <a:off x="0" y="1176728"/>
              <a:ext cx="4922838" cy="5384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9" name="Rectangle 5"/>
            <p:cNvSpPr>
              <a:spLocks noChangeArrowheads="1"/>
            </p:cNvSpPr>
            <p:nvPr/>
          </p:nvSpPr>
          <p:spPr bwMode="auto">
            <a:xfrm>
              <a:off x="2655888" y="1741878"/>
              <a:ext cx="136525" cy="371475"/>
            </a:xfrm>
            <a:prstGeom prst="rect">
              <a:avLst/>
            </a:prstGeom>
            <a:solidFill>
              <a:srgbClr val="9E9D9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0" name="Rectangle 6"/>
            <p:cNvSpPr>
              <a:spLocks noChangeArrowheads="1"/>
            </p:cNvSpPr>
            <p:nvPr/>
          </p:nvSpPr>
          <p:spPr bwMode="auto">
            <a:xfrm>
              <a:off x="2655888" y="1741878"/>
              <a:ext cx="136525" cy="3714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1" name="Rectangle 7"/>
            <p:cNvSpPr>
              <a:spLocks noChangeArrowheads="1"/>
            </p:cNvSpPr>
            <p:nvPr/>
          </p:nvSpPr>
          <p:spPr bwMode="auto">
            <a:xfrm>
              <a:off x="2655888" y="1741878"/>
              <a:ext cx="136525" cy="146050"/>
            </a:xfrm>
            <a:prstGeom prst="rect">
              <a:avLst/>
            </a:prstGeom>
            <a:solidFill>
              <a:srgbClr val="8685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2" name="Rectangle 8"/>
            <p:cNvSpPr>
              <a:spLocks noChangeArrowheads="1"/>
            </p:cNvSpPr>
            <p:nvPr/>
          </p:nvSpPr>
          <p:spPr bwMode="auto">
            <a:xfrm>
              <a:off x="2655888" y="1741878"/>
              <a:ext cx="136525" cy="146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3" name="Freeform 9"/>
            <p:cNvSpPr>
              <a:spLocks/>
            </p:cNvSpPr>
            <p:nvPr/>
          </p:nvSpPr>
          <p:spPr bwMode="auto">
            <a:xfrm>
              <a:off x="2498725" y="1633928"/>
              <a:ext cx="460375" cy="195263"/>
            </a:xfrm>
            <a:custGeom>
              <a:avLst/>
              <a:gdLst>
                <a:gd name="T0" fmla="*/ 188 w 188"/>
                <a:gd name="T1" fmla="*/ 64 h 80"/>
                <a:gd name="T2" fmla="*/ 172 w 188"/>
                <a:gd name="T3" fmla="*/ 80 h 80"/>
                <a:gd name="T4" fmla="*/ 16 w 188"/>
                <a:gd name="T5" fmla="*/ 80 h 80"/>
                <a:gd name="T6" fmla="*/ 0 w 188"/>
                <a:gd name="T7" fmla="*/ 64 h 80"/>
                <a:gd name="T8" fmla="*/ 0 w 188"/>
                <a:gd name="T9" fmla="*/ 16 h 80"/>
                <a:gd name="T10" fmla="*/ 16 w 188"/>
                <a:gd name="T11" fmla="*/ 0 h 80"/>
                <a:gd name="T12" fmla="*/ 172 w 188"/>
                <a:gd name="T13" fmla="*/ 0 h 80"/>
                <a:gd name="T14" fmla="*/ 188 w 188"/>
                <a:gd name="T15" fmla="*/ 16 h 80"/>
                <a:gd name="T16" fmla="*/ 188 w 188"/>
                <a:gd name="T17" fmla="*/ 64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88" h="80">
                  <a:moveTo>
                    <a:pt x="188" y="64"/>
                  </a:moveTo>
                  <a:cubicBezTo>
                    <a:pt x="188" y="73"/>
                    <a:pt x="181" y="80"/>
                    <a:pt x="172" y="80"/>
                  </a:cubicBezTo>
                  <a:cubicBezTo>
                    <a:pt x="16" y="80"/>
                    <a:pt x="16" y="80"/>
                    <a:pt x="16" y="80"/>
                  </a:cubicBezTo>
                  <a:cubicBezTo>
                    <a:pt x="7" y="80"/>
                    <a:pt x="0" y="73"/>
                    <a:pt x="0" y="64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7"/>
                    <a:pt x="7" y="0"/>
                    <a:pt x="16" y="0"/>
                  </a:cubicBezTo>
                  <a:cubicBezTo>
                    <a:pt x="172" y="0"/>
                    <a:pt x="172" y="0"/>
                    <a:pt x="172" y="0"/>
                  </a:cubicBezTo>
                  <a:cubicBezTo>
                    <a:pt x="181" y="0"/>
                    <a:pt x="188" y="7"/>
                    <a:pt x="188" y="16"/>
                  </a:cubicBezTo>
                  <a:lnTo>
                    <a:pt x="188" y="64"/>
                  </a:lnTo>
                  <a:close/>
                </a:path>
              </a:pathLst>
            </a:custGeom>
            <a:solidFill>
              <a:srgbClr val="5D5C5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4" name="Freeform 10"/>
            <p:cNvSpPr>
              <a:spLocks/>
            </p:cNvSpPr>
            <p:nvPr/>
          </p:nvSpPr>
          <p:spPr bwMode="auto">
            <a:xfrm>
              <a:off x="3525838" y="1881578"/>
              <a:ext cx="911225" cy="1109663"/>
            </a:xfrm>
            <a:custGeom>
              <a:avLst/>
              <a:gdLst>
                <a:gd name="T0" fmla="*/ 5 w 372"/>
                <a:gd name="T1" fmla="*/ 378 h 454"/>
                <a:gd name="T2" fmla="*/ 8 w 372"/>
                <a:gd name="T3" fmla="*/ 397 h 454"/>
                <a:gd name="T4" fmla="*/ 80 w 372"/>
                <a:gd name="T5" fmla="*/ 450 h 454"/>
                <a:gd name="T6" fmla="*/ 99 w 372"/>
                <a:gd name="T7" fmla="*/ 447 h 454"/>
                <a:gd name="T8" fmla="*/ 368 w 372"/>
                <a:gd name="T9" fmla="*/ 76 h 454"/>
                <a:gd name="T10" fmla="*/ 364 w 372"/>
                <a:gd name="T11" fmla="*/ 57 h 454"/>
                <a:gd name="T12" fmla="*/ 292 w 372"/>
                <a:gd name="T13" fmla="*/ 5 h 454"/>
                <a:gd name="T14" fmla="*/ 273 w 372"/>
                <a:gd name="T15" fmla="*/ 8 h 454"/>
                <a:gd name="T16" fmla="*/ 5 w 372"/>
                <a:gd name="T17" fmla="*/ 378 h 4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72" h="454">
                  <a:moveTo>
                    <a:pt x="5" y="378"/>
                  </a:moveTo>
                  <a:cubicBezTo>
                    <a:pt x="0" y="384"/>
                    <a:pt x="2" y="393"/>
                    <a:pt x="8" y="397"/>
                  </a:cubicBezTo>
                  <a:cubicBezTo>
                    <a:pt x="80" y="450"/>
                    <a:pt x="80" y="450"/>
                    <a:pt x="80" y="450"/>
                  </a:cubicBezTo>
                  <a:cubicBezTo>
                    <a:pt x="86" y="454"/>
                    <a:pt x="95" y="453"/>
                    <a:pt x="99" y="447"/>
                  </a:cubicBezTo>
                  <a:cubicBezTo>
                    <a:pt x="368" y="76"/>
                    <a:pt x="368" y="76"/>
                    <a:pt x="368" y="76"/>
                  </a:cubicBezTo>
                  <a:cubicBezTo>
                    <a:pt x="372" y="70"/>
                    <a:pt x="371" y="62"/>
                    <a:pt x="364" y="57"/>
                  </a:cubicBezTo>
                  <a:cubicBezTo>
                    <a:pt x="292" y="5"/>
                    <a:pt x="292" y="5"/>
                    <a:pt x="292" y="5"/>
                  </a:cubicBezTo>
                  <a:cubicBezTo>
                    <a:pt x="286" y="0"/>
                    <a:pt x="277" y="2"/>
                    <a:pt x="273" y="8"/>
                  </a:cubicBezTo>
                  <a:cubicBezTo>
                    <a:pt x="5" y="378"/>
                    <a:pt x="5" y="378"/>
                    <a:pt x="5" y="378"/>
                  </a:cubicBezTo>
                </a:path>
              </a:pathLst>
            </a:custGeom>
            <a:solidFill>
              <a:srgbClr val="5D5C5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5" name="Freeform 11"/>
            <p:cNvSpPr>
              <a:spLocks/>
            </p:cNvSpPr>
            <p:nvPr/>
          </p:nvSpPr>
          <p:spPr bwMode="auto">
            <a:xfrm>
              <a:off x="1027113" y="1860941"/>
              <a:ext cx="909638" cy="1111250"/>
            </a:xfrm>
            <a:custGeom>
              <a:avLst/>
              <a:gdLst>
                <a:gd name="T0" fmla="*/ 368 w 372"/>
                <a:gd name="T1" fmla="*/ 378 h 454"/>
                <a:gd name="T2" fmla="*/ 365 w 372"/>
                <a:gd name="T3" fmla="*/ 397 h 454"/>
                <a:gd name="T4" fmla="*/ 292 w 372"/>
                <a:gd name="T5" fmla="*/ 449 h 454"/>
                <a:gd name="T6" fmla="*/ 273 w 372"/>
                <a:gd name="T7" fmla="*/ 446 h 454"/>
                <a:gd name="T8" fmla="*/ 5 w 372"/>
                <a:gd name="T9" fmla="*/ 76 h 454"/>
                <a:gd name="T10" fmla="*/ 8 w 372"/>
                <a:gd name="T11" fmla="*/ 57 h 454"/>
                <a:gd name="T12" fmla="*/ 80 w 372"/>
                <a:gd name="T13" fmla="*/ 4 h 454"/>
                <a:gd name="T14" fmla="*/ 100 w 372"/>
                <a:gd name="T15" fmla="*/ 7 h 454"/>
                <a:gd name="T16" fmla="*/ 368 w 372"/>
                <a:gd name="T17" fmla="*/ 378 h 4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72" h="454">
                  <a:moveTo>
                    <a:pt x="368" y="378"/>
                  </a:moveTo>
                  <a:cubicBezTo>
                    <a:pt x="372" y="384"/>
                    <a:pt x="371" y="392"/>
                    <a:pt x="365" y="397"/>
                  </a:cubicBezTo>
                  <a:cubicBezTo>
                    <a:pt x="292" y="449"/>
                    <a:pt x="292" y="449"/>
                    <a:pt x="292" y="449"/>
                  </a:cubicBezTo>
                  <a:cubicBezTo>
                    <a:pt x="286" y="454"/>
                    <a:pt x="277" y="452"/>
                    <a:pt x="273" y="446"/>
                  </a:cubicBezTo>
                  <a:cubicBezTo>
                    <a:pt x="5" y="76"/>
                    <a:pt x="5" y="76"/>
                    <a:pt x="5" y="76"/>
                  </a:cubicBezTo>
                  <a:cubicBezTo>
                    <a:pt x="0" y="70"/>
                    <a:pt x="2" y="61"/>
                    <a:pt x="8" y="57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86" y="0"/>
                    <a:pt x="95" y="1"/>
                    <a:pt x="100" y="7"/>
                  </a:cubicBezTo>
                  <a:cubicBezTo>
                    <a:pt x="368" y="378"/>
                    <a:pt x="368" y="378"/>
                    <a:pt x="368" y="378"/>
                  </a:cubicBezTo>
                </a:path>
              </a:pathLst>
            </a:custGeom>
            <a:solidFill>
              <a:srgbClr val="5D5C5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6" name="Freeform 12"/>
            <p:cNvSpPr>
              <a:spLocks noEditPoints="1"/>
            </p:cNvSpPr>
            <p:nvPr/>
          </p:nvSpPr>
          <p:spPr bwMode="auto">
            <a:xfrm>
              <a:off x="1238250" y="2167328"/>
              <a:ext cx="271463" cy="195263"/>
            </a:xfrm>
            <a:custGeom>
              <a:avLst/>
              <a:gdLst>
                <a:gd name="T0" fmla="*/ 0 w 171"/>
                <a:gd name="T1" fmla="*/ 97 h 123"/>
                <a:gd name="T2" fmla="*/ 0 w 171"/>
                <a:gd name="T3" fmla="*/ 97 h 123"/>
                <a:gd name="T4" fmla="*/ 18 w 171"/>
                <a:gd name="T5" fmla="*/ 123 h 123"/>
                <a:gd name="T6" fmla="*/ 18 w 171"/>
                <a:gd name="T7" fmla="*/ 123 h 123"/>
                <a:gd name="T8" fmla="*/ 0 w 171"/>
                <a:gd name="T9" fmla="*/ 97 h 123"/>
                <a:gd name="T10" fmla="*/ 152 w 171"/>
                <a:gd name="T11" fmla="*/ 0 h 123"/>
                <a:gd name="T12" fmla="*/ 152 w 171"/>
                <a:gd name="T13" fmla="*/ 0 h 123"/>
                <a:gd name="T14" fmla="*/ 171 w 171"/>
                <a:gd name="T15" fmla="*/ 26 h 123"/>
                <a:gd name="T16" fmla="*/ 171 w 171"/>
                <a:gd name="T17" fmla="*/ 26 h 123"/>
                <a:gd name="T18" fmla="*/ 152 w 171"/>
                <a:gd name="T19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1" h="123">
                  <a:moveTo>
                    <a:pt x="0" y="97"/>
                  </a:moveTo>
                  <a:lnTo>
                    <a:pt x="0" y="97"/>
                  </a:lnTo>
                  <a:lnTo>
                    <a:pt x="18" y="123"/>
                  </a:lnTo>
                  <a:lnTo>
                    <a:pt x="18" y="123"/>
                  </a:lnTo>
                  <a:lnTo>
                    <a:pt x="0" y="97"/>
                  </a:lnTo>
                  <a:close/>
                  <a:moveTo>
                    <a:pt x="152" y="0"/>
                  </a:moveTo>
                  <a:lnTo>
                    <a:pt x="152" y="0"/>
                  </a:lnTo>
                  <a:lnTo>
                    <a:pt x="171" y="26"/>
                  </a:lnTo>
                  <a:lnTo>
                    <a:pt x="171" y="26"/>
                  </a:lnTo>
                  <a:lnTo>
                    <a:pt x="152" y="0"/>
                  </a:lnTo>
                  <a:close/>
                </a:path>
              </a:pathLst>
            </a:custGeom>
            <a:solidFill>
              <a:srgbClr val="CECEC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7" name="Freeform 13"/>
            <p:cNvSpPr>
              <a:spLocks noEditPoints="1"/>
            </p:cNvSpPr>
            <p:nvPr/>
          </p:nvSpPr>
          <p:spPr bwMode="auto">
            <a:xfrm>
              <a:off x="1238250" y="2167328"/>
              <a:ext cx="271463" cy="195263"/>
            </a:xfrm>
            <a:custGeom>
              <a:avLst/>
              <a:gdLst>
                <a:gd name="T0" fmla="*/ 0 w 171"/>
                <a:gd name="T1" fmla="*/ 97 h 123"/>
                <a:gd name="T2" fmla="*/ 0 w 171"/>
                <a:gd name="T3" fmla="*/ 97 h 123"/>
                <a:gd name="T4" fmla="*/ 18 w 171"/>
                <a:gd name="T5" fmla="*/ 123 h 123"/>
                <a:gd name="T6" fmla="*/ 18 w 171"/>
                <a:gd name="T7" fmla="*/ 123 h 123"/>
                <a:gd name="T8" fmla="*/ 0 w 171"/>
                <a:gd name="T9" fmla="*/ 97 h 123"/>
                <a:gd name="T10" fmla="*/ 152 w 171"/>
                <a:gd name="T11" fmla="*/ 0 h 123"/>
                <a:gd name="T12" fmla="*/ 152 w 171"/>
                <a:gd name="T13" fmla="*/ 0 h 123"/>
                <a:gd name="T14" fmla="*/ 171 w 171"/>
                <a:gd name="T15" fmla="*/ 26 h 123"/>
                <a:gd name="T16" fmla="*/ 171 w 171"/>
                <a:gd name="T17" fmla="*/ 26 h 123"/>
                <a:gd name="T18" fmla="*/ 152 w 171"/>
                <a:gd name="T19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1" h="123">
                  <a:moveTo>
                    <a:pt x="0" y="97"/>
                  </a:moveTo>
                  <a:lnTo>
                    <a:pt x="0" y="97"/>
                  </a:lnTo>
                  <a:lnTo>
                    <a:pt x="18" y="123"/>
                  </a:lnTo>
                  <a:lnTo>
                    <a:pt x="18" y="123"/>
                  </a:lnTo>
                  <a:lnTo>
                    <a:pt x="0" y="97"/>
                  </a:lnTo>
                  <a:moveTo>
                    <a:pt x="152" y="0"/>
                  </a:moveTo>
                  <a:lnTo>
                    <a:pt x="152" y="0"/>
                  </a:lnTo>
                  <a:lnTo>
                    <a:pt x="171" y="26"/>
                  </a:lnTo>
                  <a:lnTo>
                    <a:pt x="171" y="26"/>
                  </a:lnTo>
                  <a:lnTo>
                    <a:pt x="152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8" name="Freeform 14"/>
            <p:cNvSpPr>
              <a:spLocks/>
            </p:cNvSpPr>
            <p:nvPr/>
          </p:nvSpPr>
          <p:spPr bwMode="auto">
            <a:xfrm>
              <a:off x="1238250" y="2167328"/>
              <a:ext cx="271463" cy="195263"/>
            </a:xfrm>
            <a:custGeom>
              <a:avLst/>
              <a:gdLst>
                <a:gd name="T0" fmla="*/ 99 w 111"/>
                <a:gd name="T1" fmla="*/ 0 h 80"/>
                <a:gd name="T2" fmla="*/ 0 w 111"/>
                <a:gd name="T3" fmla="*/ 63 h 80"/>
                <a:gd name="T4" fmla="*/ 12 w 111"/>
                <a:gd name="T5" fmla="*/ 80 h 80"/>
                <a:gd name="T6" fmla="*/ 33 w 111"/>
                <a:gd name="T7" fmla="*/ 66 h 80"/>
                <a:gd name="T8" fmla="*/ 47 w 111"/>
                <a:gd name="T9" fmla="*/ 59 h 80"/>
                <a:gd name="T10" fmla="*/ 85 w 111"/>
                <a:gd name="T11" fmla="*/ 36 h 80"/>
                <a:gd name="T12" fmla="*/ 107 w 111"/>
                <a:gd name="T13" fmla="*/ 19 h 80"/>
                <a:gd name="T14" fmla="*/ 111 w 111"/>
                <a:gd name="T15" fmla="*/ 17 h 80"/>
                <a:gd name="T16" fmla="*/ 99 w 111"/>
                <a:gd name="T17" fmla="*/ 0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1" h="80">
                  <a:moveTo>
                    <a:pt x="99" y="0"/>
                  </a:moveTo>
                  <a:cubicBezTo>
                    <a:pt x="0" y="63"/>
                    <a:pt x="0" y="63"/>
                    <a:pt x="0" y="63"/>
                  </a:cubicBezTo>
                  <a:cubicBezTo>
                    <a:pt x="12" y="80"/>
                    <a:pt x="12" y="80"/>
                    <a:pt x="12" y="80"/>
                  </a:cubicBezTo>
                  <a:cubicBezTo>
                    <a:pt x="19" y="75"/>
                    <a:pt x="26" y="70"/>
                    <a:pt x="33" y="66"/>
                  </a:cubicBezTo>
                  <a:cubicBezTo>
                    <a:pt x="38" y="64"/>
                    <a:pt x="42" y="61"/>
                    <a:pt x="47" y="59"/>
                  </a:cubicBezTo>
                  <a:cubicBezTo>
                    <a:pt x="58" y="50"/>
                    <a:pt x="71" y="42"/>
                    <a:pt x="85" y="36"/>
                  </a:cubicBezTo>
                  <a:cubicBezTo>
                    <a:pt x="92" y="30"/>
                    <a:pt x="99" y="25"/>
                    <a:pt x="107" y="19"/>
                  </a:cubicBezTo>
                  <a:cubicBezTo>
                    <a:pt x="108" y="19"/>
                    <a:pt x="110" y="18"/>
                    <a:pt x="111" y="17"/>
                  </a:cubicBezTo>
                  <a:cubicBezTo>
                    <a:pt x="99" y="0"/>
                    <a:pt x="99" y="0"/>
                    <a:pt x="99" y="0"/>
                  </a:cubicBezTo>
                </a:path>
              </a:pathLst>
            </a:custGeom>
            <a:solidFill>
              <a:srgbClr val="4B4A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9" name="Freeform 15"/>
            <p:cNvSpPr>
              <a:spLocks/>
            </p:cNvSpPr>
            <p:nvPr/>
          </p:nvSpPr>
          <p:spPr bwMode="auto">
            <a:xfrm>
              <a:off x="4198938" y="2343541"/>
              <a:ext cx="30163" cy="38100"/>
            </a:xfrm>
            <a:custGeom>
              <a:avLst/>
              <a:gdLst>
                <a:gd name="T0" fmla="*/ 11 w 12"/>
                <a:gd name="T1" fmla="*/ 0 h 16"/>
                <a:gd name="T2" fmla="*/ 0 w 12"/>
                <a:gd name="T3" fmla="*/ 15 h 16"/>
                <a:gd name="T4" fmla="*/ 1 w 12"/>
                <a:gd name="T5" fmla="*/ 16 h 16"/>
                <a:gd name="T6" fmla="*/ 12 w 12"/>
                <a:gd name="T7" fmla="*/ 0 h 16"/>
                <a:gd name="T8" fmla="*/ 11 w 12"/>
                <a:gd name="T9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" h="16">
                  <a:moveTo>
                    <a:pt x="11" y="0"/>
                  </a:moveTo>
                  <a:cubicBezTo>
                    <a:pt x="0" y="15"/>
                    <a:pt x="0" y="15"/>
                    <a:pt x="0" y="15"/>
                  </a:cubicBezTo>
                  <a:cubicBezTo>
                    <a:pt x="0" y="15"/>
                    <a:pt x="1" y="15"/>
                    <a:pt x="1" y="16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1" y="0"/>
                    <a:pt x="11" y="0"/>
                    <a:pt x="11" y="0"/>
                  </a:cubicBezTo>
                </a:path>
              </a:pathLst>
            </a:custGeom>
            <a:solidFill>
              <a:srgbClr val="CECEC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0" name="Freeform 16"/>
            <p:cNvSpPr>
              <a:spLocks/>
            </p:cNvSpPr>
            <p:nvPr/>
          </p:nvSpPr>
          <p:spPr bwMode="auto">
            <a:xfrm>
              <a:off x="3959225" y="2189553"/>
              <a:ext cx="266700" cy="190500"/>
            </a:xfrm>
            <a:custGeom>
              <a:avLst/>
              <a:gdLst>
                <a:gd name="T0" fmla="*/ 11 w 109"/>
                <a:gd name="T1" fmla="*/ 0 h 78"/>
                <a:gd name="T2" fmla="*/ 0 w 109"/>
                <a:gd name="T3" fmla="*/ 16 h 78"/>
                <a:gd name="T4" fmla="*/ 4 w 109"/>
                <a:gd name="T5" fmla="*/ 18 h 78"/>
                <a:gd name="T6" fmla="*/ 26 w 109"/>
                <a:gd name="T7" fmla="*/ 35 h 78"/>
                <a:gd name="T8" fmla="*/ 64 w 109"/>
                <a:gd name="T9" fmla="*/ 58 h 78"/>
                <a:gd name="T10" fmla="*/ 78 w 109"/>
                <a:gd name="T11" fmla="*/ 65 h 78"/>
                <a:gd name="T12" fmla="*/ 98 w 109"/>
                <a:gd name="T13" fmla="*/ 78 h 78"/>
                <a:gd name="T14" fmla="*/ 109 w 109"/>
                <a:gd name="T15" fmla="*/ 63 h 78"/>
                <a:gd name="T16" fmla="*/ 11 w 109"/>
                <a:gd name="T17" fmla="*/ 0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9" h="78">
                  <a:moveTo>
                    <a:pt x="11" y="0"/>
                  </a:moveTo>
                  <a:cubicBezTo>
                    <a:pt x="0" y="16"/>
                    <a:pt x="0" y="16"/>
                    <a:pt x="0" y="16"/>
                  </a:cubicBezTo>
                  <a:cubicBezTo>
                    <a:pt x="1" y="17"/>
                    <a:pt x="3" y="18"/>
                    <a:pt x="4" y="18"/>
                  </a:cubicBezTo>
                  <a:cubicBezTo>
                    <a:pt x="11" y="24"/>
                    <a:pt x="19" y="29"/>
                    <a:pt x="26" y="35"/>
                  </a:cubicBezTo>
                  <a:cubicBezTo>
                    <a:pt x="40" y="41"/>
                    <a:pt x="52" y="49"/>
                    <a:pt x="64" y="58"/>
                  </a:cubicBezTo>
                  <a:cubicBezTo>
                    <a:pt x="68" y="61"/>
                    <a:pt x="73" y="63"/>
                    <a:pt x="78" y="65"/>
                  </a:cubicBezTo>
                  <a:cubicBezTo>
                    <a:pt x="85" y="69"/>
                    <a:pt x="92" y="73"/>
                    <a:pt x="98" y="78"/>
                  </a:cubicBezTo>
                  <a:cubicBezTo>
                    <a:pt x="109" y="63"/>
                    <a:pt x="109" y="63"/>
                    <a:pt x="109" y="63"/>
                  </a:cubicBezTo>
                  <a:cubicBezTo>
                    <a:pt x="11" y="0"/>
                    <a:pt x="11" y="0"/>
                    <a:pt x="11" y="0"/>
                  </a:cubicBezTo>
                </a:path>
              </a:pathLst>
            </a:custGeom>
            <a:solidFill>
              <a:srgbClr val="4B4A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1" name="Freeform 17"/>
            <p:cNvSpPr>
              <a:spLocks/>
            </p:cNvSpPr>
            <p:nvPr/>
          </p:nvSpPr>
          <p:spPr bwMode="auto">
            <a:xfrm>
              <a:off x="457200" y="1349766"/>
              <a:ext cx="1560513" cy="1320800"/>
            </a:xfrm>
            <a:custGeom>
              <a:avLst/>
              <a:gdLst>
                <a:gd name="T0" fmla="*/ 638 w 638"/>
                <a:gd name="T1" fmla="*/ 194 h 540"/>
                <a:gd name="T2" fmla="*/ 638 w 638"/>
                <a:gd name="T3" fmla="*/ 194 h 540"/>
                <a:gd name="T4" fmla="*/ 194 w 638"/>
                <a:gd name="T5" fmla="*/ 96 h 540"/>
                <a:gd name="T6" fmla="*/ 96 w 638"/>
                <a:gd name="T7" fmla="*/ 540 h 540"/>
                <a:gd name="T8" fmla="*/ 96 w 638"/>
                <a:gd name="T9" fmla="*/ 540 h 540"/>
                <a:gd name="T10" fmla="*/ 638 w 638"/>
                <a:gd name="T11" fmla="*/ 194 h 5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38" h="540">
                  <a:moveTo>
                    <a:pt x="638" y="194"/>
                  </a:moveTo>
                  <a:cubicBezTo>
                    <a:pt x="638" y="194"/>
                    <a:pt x="638" y="194"/>
                    <a:pt x="638" y="194"/>
                  </a:cubicBezTo>
                  <a:cubicBezTo>
                    <a:pt x="543" y="44"/>
                    <a:pt x="344" y="0"/>
                    <a:pt x="194" y="96"/>
                  </a:cubicBezTo>
                  <a:cubicBezTo>
                    <a:pt x="44" y="191"/>
                    <a:pt x="0" y="390"/>
                    <a:pt x="96" y="540"/>
                  </a:cubicBezTo>
                  <a:cubicBezTo>
                    <a:pt x="96" y="540"/>
                    <a:pt x="96" y="540"/>
                    <a:pt x="96" y="540"/>
                  </a:cubicBezTo>
                  <a:cubicBezTo>
                    <a:pt x="638" y="194"/>
                    <a:pt x="638" y="194"/>
                    <a:pt x="638" y="194"/>
                  </a:cubicBezTo>
                </a:path>
              </a:pathLst>
            </a:custGeom>
            <a:solidFill>
              <a:srgbClr val="EA55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2" name="Freeform 18"/>
            <p:cNvSpPr>
              <a:spLocks noEditPoints="1"/>
            </p:cNvSpPr>
            <p:nvPr/>
          </p:nvSpPr>
          <p:spPr bwMode="auto">
            <a:xfrm>
              <a:off x="673100" y="2553091"/>
              <a:ext cx="203200" cy="117475"/>
            </a:xfrm>
            <a:custGeom>
              <a:avLst/>
              <a:gdLst>
                <a:gd name="T0" fmla="*/ 0 w 83"/>
                <a:gd name="T1" fmla="*/ 36 h 48"/>
                <a:gd name="T2" fmla="*/ 8 w 83"/>
                <a:gd name="T3" fmla="*/ 48 h 48"/>
                <a:gd name="T4" fmla="*/ 0 w 83"/>
                <a:gd name="T5" fmla="*/ 36 h 48"/>
                <a:gd name="T6" fmla="*/ 83 w 83"/>
                <a:gd name="T7" fmla="*/ 0 h 48"/>
                <a:gd name="T8" fmla="*/ 8 w 83"/>
                <a:gd name="T9" fmla="*/ 48 h 48"/>
                <a:gd name="T10" fmla="*/ 83 w 83"/>
                <a:gd name="T11" fmla="*/ 0 h 48"/>
                <a:gd name="T12" fmla="*/ 83 w 83"/>
                <a:gd name="T13" fmla="*/ 0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48">
                  <a:moveTo>
                    <a:pt x="0" y="36"/>
                  </a:moveTo>
                  <a:cubicBezTo>
                    <a:pt x="3" y="40"/>
                    <a:pt x="5" y="44"/>
                    <a:pt x="8" y="48"/>
                  </a:cubicBezTo>
                  <a:cubicBezTo>
                    <a:pt x="5" y="44"/>
                    <a:pt x="3" y="40"/>
                    <a:pt x="0" y="36"/>
                  </a:cubicBezTo>
                  <a:moveTo>
                    <a:pt x="83" y="0"/>
                  </a:moveTo>
                  <a:cubicBezTo>
                    <a:pt x="8" y="48"/>
                    <a:pt x="8" y="48"/>
                    <a:pt x="8" y="48"/>
                  </a:cubicBezTo>
                  <a:cubicBezTo>
                    <a:pt x="83" y="0"/>
                    <a:pt x="83" y="0"/>
                    <a:pt x="83" y="0"/>
                  </a:cubicBezTo>
                  <a:cubicBezTo>
                    <a:pt x="83" y="0"/>
                    <a:pt x="83" y="0"/>
                    <a:pt x="83" y="0"/>
                  </a:cubicBezTo>
                </a:path>
              </a:pathLst>
            </a:custGeom>
            <a:solidFill>
              <a:srgbClr val="FAFC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3" name="Freeform 19"/>
            <p:cNvSpPr>
              <a:spLocks/>
            </p:cNvSpPr>
            <p:nvPr/>
          </p:nvSpPr>
          <p:spPr bwMode="auto">
            <a:xfrm>
              <a:off x="606425" y="1589478"/>
              <a:ext cx="365125" cy="1081088"/>
            </a:xfrm>
            <a:custGeom>
              <a:avLst/>
              <a:gdLst>
                <a:gd name="T0" fmla="*/ 149 w 149"/>
                <a:gd name="T1" fmla="*/ 0 h 442"/>
                <a:gd name="T2" fmla="*/ 60 w 149"/>
                <a:gd name="T3" fmla="*/ 95 h 442"/>
                <a:gd name="T4" fmla="*/ 5 w 149"/>
                <a:gd name="T5" fmla="*/ 278 h 442"/>
                <a:gd name="T6" fmla="*/ 13 w 149"/>
                <a:gd name="T7" fmla="*/ 391 h 442"/>
                <a:gd name="T8" fmla="*/ 27 w 149"/>
                <a:gd name="T9" fmla="*/ 430 h 442"/>
                <a:gd name="T10" fmla="*/ 35 w 149"/>
                <a:gd name="T11" fmla="*/ 442 h 442"/>
                <a:gd name="T12" fmla="*/ 35 w 149"/>
                <a:gd name="T13" fmla="*/ 442 h 442"/>
                <a:gd name="T14" fmla="*/ 35 w 149"/>
                <a:gd name="T15" fmla="*/ 442 h 442"/>
                <a:gd name="T16" fmla="*/ 110 w 149"/>
                <a:gd name="T17" fmla="*/ 394 h 442"/>
                <a:gd name="T18" fmla="*/ 105 w 149"/>
                <a:gd name="T19" fmla="*/ 139 h 442"/>
                <a:gd name="T20" fmla="*/ 148 w 149"/>
                <a:gd name="T21" fmla="*/ 2 h 442"/>
                <a:gd name="T22" fmla="*/ 149 w 149"/>
                <a:gd name="T23" fmla="*/ 0 h 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49" h="442">
                  <a:moveTo>
                    <a:pt x="149" y="0"/>
                  </a:moveTo>
                  <a:cubicBezTo>
                    <a:pt x="117" y="27"/>
                    <a:pt x="80" y="57"/>
                    <a:pt x="60" y="95"/>
                  </a:cubicBezTo>
                  <a:cubicBezTo>
                    <a:pt x="31" y="152"/>
                    <a:pt x="12" y="215"/>
                    <a:pt x="5" y="278"/>
                  </a:cubicBezTo>
                  <a:cubicBezTo>
                    <a:pt x="0" y="328"/>
                    <a:pt x="7" y="359"/>
                    <a:pt x="13" y="391"/>
                  </a:cubicBezTo>
                  <a:cubicBezTo>
                    <a:pt x="16" y="407"/>
                    <a:pt x="21" y="418"/>
                    <a:pt x="27" y="430"/>
                  </a:cubicBezTo>
                  <a:cubicBezTo>
                    <a:pt x="30" y="434"/>
                    <a:pt x="32" y="438"/>
                    <a:pt x="35" y="442"/>
                  </a:cubicBezTo>
                  <a:cubicBezTo>
                    <a:pt x="35" y="442"/>
                    <a:pt x="35" y="442"/>
                    <a:pt x="35" y="442"/>
                  </a:cubicBezTo>
                  <a:cubicBezTo>
                    <a:pt x="35" y="442"/>
                    <a:pt x="35" y="442"/>
                    <a:pt x="35" y="442"/>
                  </a:cubicBezTo>
                  <a:cubicBezTo>
                    <a:pt x="110" y="394"/>
                    <a:pt x="110" y="394"/>
                    <a:pt x="110" y="394"/>
                  </a:cubicBezTo>
                  <a:cubicBezTo>
                    <a:pt x="92" y="312"/>
                    <a:pt x="87" y="222"/>
                    <a:pt x="105" y="139"/>
                  </a:cubicBezTo>
                  <a:cubicBezTo>
                    <a:pt x="115" y="91"/>
                    <a:pt x="130" y="47"/>
                    <a:pt x="148" y="2"/>
                  </a:cubicBezTo>
                  <a:cubicBezTo>
                    <a:pt x="148" y="2"/>
                    <a:pt x="149" y="1"/>
                    <a:pt x="149" y="0"/>
                  </a:cubicBezTo>
                </a:path>
              </a:pathLst>
            </a:custGeom>
            <a:solidFill>
              <a:srgbClr val="F3918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4" name="Freeform 20"/>
            <p:cNvSpPr>
              <a:spLocks/>
            </p:cNvSpPr>
            <p:nvPr/>
          </p:nvSpPr>
          <p:spPr bwMode="auto">
            <a:xfrm>
              <a:off x="1068388" y="5628078"/>
              <a:ext cx="765175" cy="941388"/>
            </a:xfrm>
            <a:custGeom>
              <a:avLst/>
              <a:gdLst>
                <a:gd name="T0" fmla="*/ 140 w 313"/>
                <a:gd name="T1" fmla="*/ 366 h 385"/>
                <a:gd name="T2" fmla="*/ 112 w 313"/>
                <a:gd name="T3" fmla="*/ 381 h 385"/>
                <a:gd name="T4" fmla="*/ 13 w 313"/>
                <a:gd name="T5" fmla="*/ 378 h 385"/>
                <a:gd name="T6" fmla="*/ 6 w 313"/>
                <a:gd name="T7" fmla="*/ 350 h 385"/>
                <a:gd name="T8" fmla="*/ 174 w 313"/>
                <a:gd name="T9" fmla="*/ 13 h 385"/>
                <a:gd name="T10" fmla="*/ 201 w 313"/>
                <a:gd name="T11" fmla="*/ 6 h 385"/>
                <a:gd name="T12" fmla="*/ 301 w 313"/>
                <a:gd name="T13" fmla="*/ 66 h 385"/>
                <a:gd name="T14" fmla="*/ 308 w 313"/>
                <a:gd name="T15" fmla="*/ 93 h 385"/>
                <a:gd name="T16" fmla="*/ 140 w 313"/>
                <a:gd name="T17" fmla="*/ 366 h 3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13" h="385">
                  <a:moveTo>
                    <a:pt x="140" y="366"/>
                  </a:moveTo>
                  <a:cubicBezTo>
                    <a:pt x="134" y="376"/>
                    <a:pt x="129" y="381"/>
                    <a:pt x="112" y="381"/>
                  </a:cubicBezTo>
                  <a:cubicBezTo>
                    <a:pt x="112" y="381"/>
                    <a:pt x="36" y="385"/>
                    <a:pt x="13" y="378"/>
                  </a:cubicBezTo>
                  <a:cubicBezTo>
                    <a:pt x="2" y="375"/>
                    <a:pt x="0" y="360"/>
                    <a:pt x="6" y="350"/>
                  </a:cubicBezTo>
                  <a:cubicBezTo>
                    <a:pt x="174" y="13"/>
                    <a:pt x="174" y="13"/>
                    <a:pt x="174" y="13"/>
                  </a:cubicBezTo>
                  <a:cubicBezTo>
                    <a:pt x="179" y="4"/>
                    <a:pt x="192" y="0"/>
                    <a:pt x="201" y="6"/>
                  </a:cubicBezTo>
                  <a:cubicBezTo>
                    <a:pt x="301" y="66"/>
                    <a:pt x="301" y="66"/>
                    <a:pt x="301" y="66"/>
                  </a:cubicBezTo>
                  <a:cubicBezTo>
                    <a:pt x="310" y="71"/>
                    <a:pt x="313" y="84"/>
                    <a:pt x="308" y="93"/>
                  </a:cubicBezTo>
                  <a:cubicBezTo>
                    <a:pt x="140" y="366"/>
                    <a:pt x="140" y="366"/>
                    <a:pt x="140" y="366"/>
                  </a:cubicBezTo>
                </a:path>
              </a:pathLst>
            </a:custGeom>
            <a:solidFill>
              <a:srgbClr val="5D5C5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5" name="Freeform 21"/>
            <p:cNvSpPr>
              <a:spLocks noEditPoints="1"/>
            </p:cNvSpPr>
            <p:nvPr/>
          </p:nvSpPr>
          <p:spPr bwMode="auto">
            <a:xfrm>
              <a:off x="1338263" y="5901128"/>
              <a:ext cx="331788" cy="238125"/>
            </a:xfrm>
            <a:custGeom>
              <a:avLst/>
              <a:gdLst>
                <a:gd name="T0" fmla="*/ 209 w 209"/>
                <a:gd name="T1" fmla="*/ 125 h 150"/>
                <a:gd name="T2" fmla="*/ 195 w 209"/>
                <a:gd name="T3" fmla="*/ 150 h 150"/>
                <a:gd name="T4" fmla="*/ 195 w 209"/>
                <a:gd name="T5" fmla="*/ 150 h 150"/>
                <a:gd name="T6" fmla="*/ 209 w 209"/>
                <a:gd name="T7" fmla="*/ 125 h 150"/>
                <a:gd name="T8" fmla="*/ 209 w 209"/>
                <a:gd name="T9" fmla="*/ 125 h 150"/>
                <a:gd name="T10" fmla="*/ 23 w 209"/>
                <a:gd name="T11" fmla="*/ 0 h 150"/>
                <a:gd name="T12" fmla="*/ 0 w 209"/>
                <a:gd name="T13" fmla="*/ 45 h 150"/>
                <a:gd name="T14" fmla="*/ 0 w 209"/>
                <a:gd name="T15" fmla="*/ 45 h 150"/>
                <a:gd name="T16" fmla="*/ 23 w 209"/>
                <a:gd name="T17" fmla="*/ 0 h 150"/>
                <a:gd name="T18" fmla="*/ 23 w 209"/>
                <a:gd name="T19" fmla="*/ 0 h 1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09" h="150">
                  <a:moveTo>
                    <a:pt x="209" y="125"/>
                  </a:moveTo>
                  <a:lnTo>
                    <a:pt x="195" y="150"/>
                  </a:lnTo>
                  <a:lnTo>
                    <a:pt x="195" y="150"/>
                  </a:lnTo>
                  <a:lnTo>
                    <a:pt x="209" y="125"/>
                  </a:lnTo>
                  <a:lnTo>
                    <a:pt x="209" y="125"/>
                  </a:lnTo>
                  <a:close/>
                  <a:moveTo>
                    <a:pt x="23" y="0"/>
                  </a:moveTo>
                  <a:lnTo>
                    <a:pt x="0" y="45"/>
                  </a:lnTo>
                  <a:lnTo>
                    <a:pt x="0" y="45"/>
                  </a:lnTo>
                  <a:lnTo>
                    <a:pt x="23" y="0"/>
                  </a:lnTo>
                  <a:lnTo>
                    <a:pt x="23" y="0"/>
                  </a:lnTo>
                  <a:close/>
                </a:path>
              </a:pathLst>
            </a:custGeom>
            <a:solidFill>
              <a:srgbClr val="AEAD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6" name="Freeform 22"/>
            <p:cNvSpPr>
              <a:spLocks noEditPoints="1"/>
            </p:cNvSpPr>
            <p:nvPr/>
          </p:nvSpPr>
          <p:spPr bwMode="auto">
            <a:xfrm>
              <a:off x="1338263" y="5901128"/>
              <a:ext cx="331788" cy="238125"/>
            </a:xfrm>
            <a:custGeom>
              <a:avLst/>
              <a:gdLst>
                <a:gd name="T0" fmla="*/ 209 w 209"/>
                <a:gd name="T1" fmla="*/ 125 h 150"/>
                <a:gd name="T2" fmla="*/ 195 w 209"/>
                <a:gd name="T3" fmla="*/ 150 h 150"/>
                <a:gd name="T4" fmla="*/ 195 w 209"/>
                <a:gd name="T5" fmla="*/ 150 h 150"/>
                <a:gd name="T6" fmla="*/ 209 w 209"/>
                <a:gd name="T7" fmla="*/ 125 h 150"/>
                <a:gd name="T8" fmla="*/ 209 w 209"/>
                <a:gd name="T9" fmla="*/ 125 h 150"/>
                <a:gd name="T10" fmla="*/ 23 w 209"/>
                <a:gd name="T11" fmla="*/ 0 h 150"/>
                <a:gd name="T12" fmla="*/ 0 w 209"/>
                <a:gd name="T13" fmla="*/ 45 h 150"/>
                <a:gd name="T14" fmla="*/ 0 w 209"/>
                <a:gd name="T15" fmla="*/ 45 h 150"/>
                <a:gd name="T16" fmla="*/ 23 w 209"/>
                <a:gd name="T17" fmla="*/ 0 h 150"/>
                <a:gd name="T18" fmla="*/ 23 w 209"/>
                <a:gd name="T19" fmla="*/ 0 h 1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09" h="150">
                  <a:moveTo>
                    <a:pt x="209" y="125"/>
                  </a:moveTo>
                  <a:lnTo>
                    <a:pt x="195" y="150"/>
                  </a:lnTo>
                  <a:lnTo>
                    <a:pt x="195" y="150"/>
                  </a:lnTo>
                  <a:lnTo>
                    <a:pt x="209" y="125"/>
                  </a:lnTo>
                  <a:lnTo>
                    <a:pt x="209" y="125"/>
                  </a:lnTo>
                  <a:moveTo>
                    <a:pt x="23" y="0"/>
                  </a:moveTo>
                  <a:lnTo>
                    <a:pt x="0" y="45"/>
                  </a:lnTo>
                  <a:lnTo>
                    <a:pt x="0" y="45"/>
                  </a:lnTo>
                  <a:lnTo>
                    <a:pt x="23" y="0"/>
                  </a:lnTo>
                  <a:lnTo>
                    <a:pt x="23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7" name="Freeform 23"/>
            <p:cNvSpPr>
              <a:spLocks/>
            </p:cNvSpPr>
            <p:nvPr/>
          </p:nvSpPr>
          <p:spPr bwMode="auto">
            <a:xfrm>
              <a:off x="1338263" y="5901128"/>
              <a:ext cx="331788" cy="238125"/>
            </a:xfrm>
            <a:custGeom>
              <a:avLst/>
              <a:gdLst>
                <a:gd name="T0" fmla="*/ 15 w 136"/>
                <a:gd name="T1" fmla="*/ 0 h 97"/>
                <a:gd name="T2" fmla="*/ 0 w 136"/>
                <a:gd name="T3" fmla="*/ 29 h 97"/>
                <a:gd name="T4" fmla="*/ 59 w 136"/>
                <a:gd name="T5" fmla="*/ 64 h 97"/>
                <a:gd name="T6" fmla="*/ 127 w 136"/>
                <a:gd name="T7" fmla="*/ 97 h 97"/>
                <a:gd name="T8" fmla="*/ 136 w 136"/>
                <a:gd name="T9" fmla="*/ 81 h 97"/>
                <a:gd name="T10" fmla="*/ 15 w 136"/>
                <a:gd name="T11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6" h="97">
                  <a:moveTo>
                    <a:pt x="15" y="0"/>
                  </a:moveTo>
                  <a:cubicBezTo>
                    <a:pt x="0" y="29"/>
                    <a:pt x="0" y="29"/>
                    <a:pt x="0" y="29"/>
                  </a:cubicBezTo>
                  <a:cubicBezTo>
                    <a:pt x="20" y="40"/>
                    <a:pt x="40" y="52"/>
                    <a:pt x="59" y="64"/>
                  </a:cubicBezTo>
                  <a:cubicBezTo>
                    <a:pt x="82" y="74"/>
                    <a:pt x="105" y="85"/>
                    <a:pt x="127" y="97"/>
                  </a:cubicBezTo>
                  <a:cubicBezTo>
                    <a:pt x="136" y="81"/>
                    <a:pt x="136" y="81"/>
                    <a:pt x="136" y="81"/>
                  </a:cubicBezTo>
                  <a:cubicBezTo>
                    <a:pt x="94" y="57"/>
                    <a:pt x="53" y="30"/>
                    <a:pt x="15" y="0"/>
                  </a:cubicBezTo>
                </a:path>
              </a:pathLst>
            </a:custGeom>
            <a:solidFill>
              <a:srgbClr val="3F3E3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8" name="Freeform 24"/>
            <p:cNvSpPr>
              <a:spLocks/>
            </p:cNvSpPr>
            <p:nvPr/>
          </p:nvSpPr>
          <p:spPr bwMode="auto">
            <a:xfrm>
              <a:off x="3633788" y="5628078"/>
              <a:ext cx="765175" cy="941388"/>
            </a:xfrm>
            <a:custGeom>
              <a:avLst/>
              <a:gdLst>
                <a:gd name="T0" fmla="*/ 173 w 313"/>
                <a:gd name="T1" fmla="*/ 366 h 385"/>
                <a:gd name="T2" fmla="*/ 201 w 313"/>
                <a:gd name="T3" fmla="*/ 381 h 385"/>
                <a:gd name="T4" fmla="*/ 300 w 313"/>
                <a:gd name="T5" fmla="*/ 378 h 385"/>
                <a:gd name="T6" fmla="*/ 307 w 313"/>
                <a:gd name="T7" fmla="*/ 350 h 385"/>
                <a:gd name="T8" fmla="*/ 139 w 313"/>
                <a:gd name="T9" fmla="*/ 13 h 385"/>
                <a:gd name="T10" fmla="*/ 112 w 313"/>
                <a:gd name="T11" fmla="*/ 6 h 385"/>
                <a:gd name="T12" fmla="*/ 12 w 313"/>
                <a:gd name="T13" fmla="*/ 66 h 385"/>
                <a:gd name="T14" fmla="*/ 5 w 313"/>
                <a:gd name="T15" fmla="*/ 93 h 385"/>
                <a:gd name="T16" fmla="*/ 173 w 313"/>
                <a:gd name="T17" fmla="*/ 366 h 3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13" h="385">
                  <a:moveTo>
                    <a:pt x="173" y="366"/>
                  </a:moveTo>
                  <a:cubicBezTo>
                    <a:pt x="179" y="376"/>
                    <a:pt x="184" y="381"/>
                    <a:pt x="201" y="381"/>
                  </a:cubicBezTo>
                  <a:cubicBezTo>
                    <a:pt x="201" y="381"/>
                    <a:pt x="277" y="385"/>
                    <a:pt x="300" y="378"/>
                  </a:cubicBezTo>
                  <a:cubicBezTo>
                    <a:pt x="311" y="375"/>
                    <a:pt x="313" y="360"/>
                    <a:pt x="307" y="350"/>
                  </a:cubicBezTo>
                  <a:cubicBezTo>
                    <a:pt x="139" y="13"/>
                    <a:pt x="139" y="13"/>
                    <a:pt x="139" y="13"/>
                  </a:cubicBezTo>
                  <a:cubicBezTo>
                    <a:pt x="134" y="4"/>
                    <a:pt x="121" y="0"/>
                    <a:pt x="112" y="6"/>
                  </a:cubicBezTo>
                  <a:cubicBezTo>
                    <a:pt x="12" y="66"/>
                    <a:pt x="12" y="66"/>
                    <a:pt x="12" y="66"/>
                  </a:cubicBezTo>
                  <a:cubicBezTo>
                    <a:pt x="3" y="71"/>
                    <a:pt x="0" y="84"/>
                    <a:pt x="5" y="93"/>
                  </a:cubicBezTo>
                  <a:cubicBezTo>
                    <a:pt x="173" y="366"/>
                    <a:pt x="173" y="366"/>
                    <a:pt x="173" y="366"/>
                  </a:cubicBezTo>
                </a:path>
              </a:pathLst>
            </a:custGeom>
            <a:solidFill>
              <a:srgbClr val="5D5C5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9" name="Freeform 25"/>
            <p:cNvSpPr>
              <a:spLocks/>
            </p:cNvSpPr>
            <p:nvPr/>
          </p:nvSpPr>
          <p:spPr bwMode="auto">
            <a:xfrm>
              <a:off x="4094163" y="5899541"/>
              <a:ext cx="36513" cy="73025"/>
            </a:xfrm>
            <a:custGeom>
              <a:avLst/>
              <a:gdLst>
                <a:gd name="T0" fmla="*/ 0 w 23"/>
                <a:gd name="T1" fmla="*/ 0 h 46"/>
                <a:gd name="T2" fmla="*/ 0 w 23"/>
                <a:gd name="T3" fmla="*/ 0 h 46"/>
                <a:gd name="T4" fmla="*/ 23 w 23"/>
                <a:gd name="T5" fmla="*/ 46 h 46"/>
                <a:gd name="T6" fmla="*/ 23 w 23"/>
                <a:gd name="T7" fmla="*/ 46 h 46"/>
                <a:gd name="T8" fmla="*/ 0 w 23"/>
                <a:gd name="T9" fmla="*/ 0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" h="46">
                  <a:moveTo>
                    <a:pt x="0" y="0"/>
                  </a:moveTo>
                  <a:lnTo>
                    <a:pt x="0" y="0"/>
                  </a:lnTo>
                  <a:lnTo>
                    <a:pt x="23" y="46"/>
                  </a:lnTo>
                  <a:lnTo>
                    <a:pt x="23" y="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EAD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0" name="Freeform 26"/>
            <p:cNvSpPr>
              <a:spLocks/>
            </p:cNvSpPr>
            <p:nvPr/>
          </p:nvSpPr>
          <p:spPr bwMode="auto">
            <a:xfrm>
              <a:off x="4094163" y="5899541"/>
              <a:ext cx="36513" cy="73025"/>
            </a:xfrm>
            <a:custGeom>
              <a:avLst/>
              <a:gdLst>
                <a:gd name="T0" fmla="*/ 0 w 23"/>
                <a:gd name="T1" fmla="*/ 0 h 46"/>
                <a:gd name="T2" fmla="*/ 0 w 23"/>
                <a:gd name="T3" fmla="*/ 0 h 46"/>
                <a:gd name="T4" fmla="*/ 23 w 23"/>
                <a:gd name="T5" fmla="*/ 46 h 46"/>
                <a:gd name="T6" fmla="*/ 23 w 23"/>
                <a:gd name="T7" fmla="*/ 46 h 46"/>
                <a:gd name="T8" fmla="*/ 0 w 23"/>
                <a:gd name="T9" fmla="*/ 0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" h="46">
                  <a:moveTo>
                    <a:pt x="0" y="0"/>
                  </a:moveTo>
                  <a:lnTo>
                    <a:pt x="0" y="0"/>
                  </a:lnTo>
                  <a:lnTo>
                    <a:pt x="23" y="46"/>
                  </a:lnTo>
                  <a:lnTo>
                    <a:pt x="23" y="46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1" name="Freeform 27"/>
            <p:cNvSpPr>
              <a:spLocks/>
            </p:cNvSpPr>
            <p:nvPr/>
          </p:nvSpPr>
          <p:spPr bwMode="auto">
            <a:xfrm>
              <a:off x="3795713" y="5899541"/>
              <a:ext cx="334963" cy="239713"/>
            </a:xfrm>
            <a:custGeom>
              <a:avLst/>
              <a:gdLst>
                <a:gd name="T0" fmla="*/ 122 w 137"/>
                <a:gd name="T1" fmla="*/ 0 h 98"/>
                <a:gd name="T2" fmla="*/ 0 w 137"/>
                <a:gd name="T3" fmla="*/ 81 h 98"/>
                <a:gd name="T4" fmla="*/ 10 w 137"/>
                <a:gd name="T5" fmla="*/ 98 h 98"/>
                <a:gd name="T6" fmla="*/ 78 w 137"/>
                <a:gd name="T7" fmla="*/ 65 h 98"/>
                <a:gd name="T8" fmla="*/ 137 w 137"/>
                <a:gd name="T9" fmla="*/ 30 h 98"/>
                <a:gd name="T10" fmla="*/ 122 w 137"/>
                <a:gd name="T11" fmla="*/ 0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7" h="98">
                  <a:moveTo>
                    <a:pt x="122" y="0"/>
                  </a:moveTo>
                  <a:cubicBezTo>
                    <a:pt x="83" y="30"/>
                    <a:pt x="43" y="58"/>
                    <a:pt x="0" y="81"/>
                  </a:cubicBezTo>
                  <a:cubicBezTo>
                    <a:pt x="10" y="98"/>
                    <a:pt x="10" y="98"/>
                    <a:pt x="10" y="98"/>
                  </a:cubicBezTo>
                  <a:cubicBezTo>
                    <a:pt x="32" y="86"/>
                    <a:pt x="55" y="75"/>
                    <a:pt x="78" y="65"/>
                  </a:cubicBezTo>
                  <a:cubicBezTo>
                    <a:pt x="97" y="53"/>
                    <a:pt x="117" y="41"/>
                    <a:pt x="137" y="30"/>
                  </a:cubicBezTo>
                  <a:cubicBezTo>
                    <a:pt x="122" y="0"/>
                    <a:pt x="122" y="0"/>
                    <a:pt x="122" y="0"/>
                  </a:cubicBezTo>
                </a:path>
              </a:pathLst>
            </a:custGeom>
            <a:solidFill>
              <a:srgbClr val="3F3E3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grpSp>
          <p:nvGrpSpPr>
            <p:cNvPr id="4" name="Clock hand spin">
              <a:extLst>
                <a:ext uri="{FF2B5EF4-FFF2-40B4-BE49-F238E27FC236}">
                  <a16:creationId xmlns:a16="http://schemas.microsoft.com/office/drawing/2014/main" id="{BB0445D5-A6E5-40E7-BBDD-5E3EFA13BDED}"/>
                </a:ext>
              </a:extLst>
            </p:cNvPr>
            <p:cNvGrpSpPr/>
            <p:nvPr/>
          </p:nvGrpSpPr>
          <p:grpSpPr>
            <a:xfrm rot="1786145">
              <a:off x="817563" y="2264166"/>
              <a:ext cx="3829050" cy="3830638"/>
              <a:chOff x="817563" y="2264166"/>
              <a:chExt cx="3829050" cy="3830638"/>
            </a:xfrm>
          </p:grpSpPr>
          <p:sp>
            <p:nvSpPr>
              <p:cNvPr id="162" name="Oval 28"/>
              <p:cNvSpPr>
                <a:spLocks noChangeArrowheads="1"/>
              </p:cNvSpPr>
              <p:nvPr/>
            </p:nvSpPr>
            <p:spPr bwMode="auto">
              <a:xfrm>
                <a:off x="817563" y="2264166"/>
                <a:ext cx="3829050" cy="3830638"/>
              </a:xfrm>
              <a:prstGeom prst="ellipse">
                <a:avLst/>
              </a:prstGeom>
              <a:solidFill>
                <a:srgbClr val="FDFCF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239" name="hour hand"/>
              <p:cNvSpPr>
                <a:spLocks/>
              </p:cNvSpPr>
              <p:nvPr/>
            </p:nvSpPr>
            <p:spPr bwMode="auto">
              <a:xfrm>
                <a:off x="2159000" y="3253178"/>
                <a:ext cx="601663" cy="950913"/>
              </a:xfrm>
              <a:custGeom>
                <a:avLst/>
                <a:gdLst>
                  <a:gd name="T0" fmla="*/ 0 w 379"/>
                  <a:gd name="T1" fmla="*/ 23 h 599"/>
                  <a:gd name="T2" fmla="*/ 39 w 379"/>
                  <a:gd name="T3" fmla="*/ 0 h 599"/>
                  <a:gd name="T4" fmla="*/ 379 w 379"/>
                  <a:gd name="T5" fmla="*/ 576 h 599"/>
                  <a:gd name="T6" fmla="*/ 341 w 379"/>
                  <a:gd name="T7" fmla="*/ 599 h 599"/>
                  <a:gd name="T8" fmla="*/ 0 w 379"/>
                  <a:gd name="T9" fmla="*/ 23 h 5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79" h="599">
                    <a:moveTo>
                      <a:pt x="0" y="23"/>
                    </a:moveTo>
                    <a:lnTo>
                      <a:pt x="39" y="0"/>
                    </a:lnTo>
                    <a:lnTo>
                      <a:pt x="379" y="576"/>
                    </a:lnTo>
                    <a:lnTo>
                      <a:pt x="341" y="599"/>
                    </a:lnTo>
                    <a:lnTo>
                      <a:pt x="0" y="23"/>
                    </a:lnTo>
                    <a:close/>
                  </a:path>
                </a:pathLst>
              </a:custGeom>
              <a:solidFill>
                <a:srgbClr val="5D5C5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</p:grpSp>
        <p:sp>
          <p:nvSpPr>
            <p:cNvPr id="163" name="Freeform 29"/>
            <p:cNvSpPr>
              <a:spLocks noEditPoints="1"/>
            </p:cNvSpPr>
            <p:nvPr/>
          </p:nvSpPr>
          <p:spPr bwMode="auto">
            <a:xfrm>
              <a:off x="538163" y="1986353"/>
              <a:ext cx="4387850" cy="4384675"/>
            </a:xfrm>
            <a:custGeom>
              <a:avLst/>
              <a:gdLst>
                <a:gd name="T0" fmla="*/ 897 w 1794"/>
                <a:gd name="T1" fmla="*/ 1793 h 1793"/>
                <a:gd name="T2" fmla="*/ 263 w 1794"/>
                <a:gd name="T3" fmla="*/ 1531 h 1793"/>
                <a:gd name="T4" fmla="*/ 0 w 1794"/>
                <a:gd name="T5" fmla="*/ 897 h 1793"/>
                <a:gd name="T6" fmla="*/ 263 w 1794"/>
                <a:gd name="T7" fmla="*/ 262 h 1793"/>
                <a:gd name="T8" fmla="*/ 897 w 1794"/>
                <a:gd name="T9" fmla="*/ 0 h 1793"/>
                <a:gd name="T10" fmla="*/ 1531 w 1794"/>
                <a:gd name="T11" fmla="*/ 262 h 1793"/>
                <a:gd name="T12" fmla="*/ 1794 w 1794"/>
                <a:gd name="T13" fmla="*/ 897 h 1793"/>
                <a:gd name="T14" fmla="*/ 1531 w 1794"/>
                <a:gd name="T15" fmla="*/ 1531 h 1793"/>
                <a:gd name="T16" fmla="*/ 897 w 1794"/>
                <a:gd name="T17" fmla="*/ 1793 h 1793"/>
                <a:gd name="T18" fmla="*/ 897 w 1794"/>
                <a:gd name="T19" fmla="*/ 79 h 1793"/>
                <a:gd name="T20" fmla="*/ 79 w 1794"/>
                <a:gd name="T21" fmla="*/ 897 h 1793"/>
                <a:gd name="T22" fmla="*/ 897 w 1794"/>
                <a:gd name="T23" fmla="*/ 1714 h 1793"/>
                <a:gd name="T24" fmla="*/ 1715 w 1794"/>
                <a:gd name="T25" fmla="*/ 897 h 1793"/>
                <a:gd name="T26" fmla="*/ 897 w 1794"/>
                <a:gd name="T27" fmla="*/ 79 h 1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794" h="1793">
                  <a:moveTo>
                    <a:pt x="897" y="1793"/>
                  </a:moveTo>
                  <a:cubicBezTo>
                    <a:pt x="658" y="1793"/>
                    <a:pt x="432" y="1700"/>
                    <a:pt x="263" y="1531"/>
                  </a:cubicBezTo>
                  <a:cubicBezTo>
                    <a:pt x="94" y="1361"/>
                    <a:pt x="0" y="1136"/>
                    <a:pt x="0" y="897"/>
                  </a:cubicBezTo>
                  <a:cubicBezTo>
                    <a:pt x="0" y="657"/>
                    <a:pt x="94" y="432"/>
                    <a:pt x="263" y="262"/>
                  </a:cubicBezTo>
                  <a:cubicBezTo>
                    <a:pt x="432" y="93"/>
                    <a:pt x="658" y="0"/>
                    <a:pt x="897" y="0"/>
                  </a:cubicBezTo>
                  <a:cubicBezTo>
                    <a:pt x="1137" y="0"/>
                    <a:pt x="1362" y="93"/>
                    <a:pt x="1531" y="262"/>
                  </a:cubicBezTo>
                  <a:cubicBezTo>
                    <a:pt x="1701" y="432"/>
                    <a:pt x="1794" y="657"/>
                    <a:pt x="1794" y="897"/>
                  </a:cubicBezTo>
                  <a:cubicBezTo>
                    <a:pt x="1794" y="1136"/>
                    <a:pt x="1701" y="1361"/>
                    <a:pt x="1531" y="1531"/>
                  </a:cubicBezTo>
                  <a:cubicBezTo>
                    <a:pt x="1362" y="1700"/>
                    <a:pt x="1137" y="1793"/>
                    <a:pt x="897" y="1793"/>
                  </a:cubicBezTo>
                  <a:moveTo>
                    <a:pt x="897" y="79"/>
                  </a:moveTo>
                  <a:cubicBezTo>
                    <a:pt x="446" y="79"/>
                    <a:pt x="79" y="446"/>
                    <a:pt x="79" y="897"/>
                  </a:cubicBezTo>
                  <a:cubicBezTo>
                    <a:pt x="79" y="1348"/>
                    <a:pt x="446" y="1714"/>
                    <a:pt x="897" y="1714"/>
                  </a:cubicBezTo>
                  <a:cubicBezTo>
                    <a:pt x="1348" y="1714"/>
                    <a:pt x="1715" y="1348"/>
                    <a:pt x="1715" y="897"/>
                  </a:cubicBezTo>
                  <a:cubicBezTo>
                    <a:pt x="1715" y="446"/>
                    <a:pt x="1348" y="79"/>
                    <a:pt x="897" y="79"/>
                  </a:cubicBezTo>
                </a:path>
              </a:pathLst>
            </a:custGeom>
            <a:solidFill>
              <a:srgbClr val="EA55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4" name="Freeform 30"/>
            <p:cNvSpPr>
              <a:spLocks noEditPoints="1"/>
            </p:cNvSpPr>
            <p:nvPr/>
          </p:nvSpPr>
          <p:spPr bwMode="auto">
            <a:xfrm>
              <a:off x="711200" y="2157803"/>
              <a:ext cx="4043363" cy="4041775"/>
            </a:xfrm>
            <a:custGeom>
              <a:avLst/>
              <a:gdLst>
                <a:gd name="T0" fmla="*/ 826 w 1653"/>
                <a:gd name="T1" fmla="*/ 1653 h 1653"/>
                <a:gd name="T2" fmla="*/ 0 w 1653"/>
                <a:gd name="T3" fmla="*/ 827 h 1653"/>
                <a:gd name="T4" fmla="*/ 826 w 1653"/>
                <a:gd name="T5" fmla="*/ 0 h 1653"/>
                <a:gd name="T6" fmla="*/ 1653 w 1653"/>
                <a:gd name="T7" fmla="*/ 827 h 1653"/>
                <a:gd name="T8" fmla="*/ 826 w 1653"/>
                <a:gd name="T9" fmla="*/ 1653 h 1653"/>
                <a:gd name="T10" fmla="*/ 826 w 1653"/>
                <a:gd name="T11" fmla="*/ 49 h 1653"/>
                <a:gd name="T12" fmla="*/ 48 w 1653"/>
                <a:gd name="T13" fmla="*/ 827 h 1653"/>
                <a:gd name="T14" fmla="*/ 826 w 1653"/>
                <a:gd name="T15" fmla="*/ 1605 h 1653"/>
                <a:gd name="T16" fmla="*/ 1604 w 1653"/>
                <a:gd name="T17" fmla="*/ 827 h 1653"/>
                <a:gd name="T18" fmla="*/ 826 w 1653"/>
                <a:gd name="T19" fmla="*/ 49 h 16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653" h="1653">
                  <a:moveTo>
                    <a:pt x="826" y="1653"/>
                  </a:moveTo>
                  <a:cubicBezTo>
                    <a:pt x="371" y="1653"/>
                    <a:pt x="0" y="1282"/>
                    <a:pt x="0" y="827"/>
                  </a:cubicBezTo>
                  <a:cubicBezTo>
                    <a:pt x="0" y="371"/>
                    <a:pt x="371" y="0"/>
                    <a:pt x="826" y="0"/>
                  </a:cubicBezTo>
                  <a:cubicBezTo>
                    <a:pt x="1282" y="0"/>
                    <a:pt x="1653" y="371"/>
                    <a:pt x="1653" y="827"/>
                  </a:cubicBezTo>
                  <a:cubicBezTo>
                    <a:pt x="1653" y="1282"/>
                    <a:pt x="1282" y="1653"/>
                    <a:pt x="826" y="1653"/>
                  </a:cubicBezTo>
                  <a:moveTo>
                    <a:pt x="826" y="49"/>
                  </a:moveTo>
                  <a:cubicBezTo>
                    <a:pt x="397" y="49"/>
                    <a:pt x="48" y="398"/>
                    <a:pt x="48" y="827"/>
                  </a:cubicBezTo>
                  <a:cubicBezTo>
                    <a:pt x="48" y="1256"/>
                    <a:pt x="397" y="1605"/>
                    <a:pt x="826" y="1605"/>
                  </a:cubicBezTo>
                  <a:cubicBezTo>
                    <a:pt x="1255" y="1605"/>
                    <a:pt x="1604" y="1256"/>
                    <a:pt x="1604" y="827"/>
                  </a:cubicBezTo>
                  <a:cubicBezTo>
                    <a:pt x="1604" y="398"/>
                    <a:pt x="1255" y="49"/>
                    <a:pt x="826" y="49"/>
                  </a:cubicBezTo>
                </a:path>
              </a:pathLst>
            </a:custGeom>
            <a:solidFill>
              <a:srgbClr val="DFDE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5" name="Freeform 31"/>
            <p:cNvSpPr>
              <a:spLocks noEditPoints="1"/>
            </p:cNvSpPr>
            <p:nvPr/>
          </p:nvSpPr>
          <p:spPr bwMode="auto">
            <a:xfrm>
              <a:off x="620713" y="2067316"/>
              <a:ext cx="4221163" cy="4222750"/>
            </a:xfrm>
            <a:custGeom>
              <a:avLst/>
              <a:gdLst>
                <a:gd name="T0" fmla="*/ 863 w 1726"/>
                <a:gd name="T1" fmla="*/ 1690 h 1727"/>
                <a:gd name="T2" fmla="*/ 37 w 1726"/>
                <a:gd name="T3" fmla="*/ 864 h 1727"/>
                <a:gd name="T4" fmla="*/ 863 w 1726"/>
                <a:gd name="T5" fmla="*/ 37 h 1727"/>
                <a:gd name="T6" fmla="*/ 1690 w 1726"/>
                <a:gd name="T7" fmla="*/ 864 h 1727"/>
                <a:gd name="T8" fmla="*/ 1690 w 1726"/>
                <a:gd name="T9" fmla="*/ 864 h 1727"/>
                <a:gd name="T10" fmla="*/ 1690 w 1726"/>
                <a:gd name="T11" fmla="*/ 864 h 1727"/>
                <a:gd name="T12" fmla="*/ 863 w 1726"/>
                <a:gd name="T13" fmla="*/ 1690 h 1727"/>
                <a:gd name="T14" fmla="*/ 863 w 1726"/>
                <a:gd name="T15" fmla="*/ 1690 h 1727"/>
                <a:gd name="T16" fmla="*/ 863 w 1726"/>
                <a:gd name="T17" fmla="*/ 0 h 1727"/>
                <a:gd name="T18" fmla="*/ 0 w 1726"/>
                <a:gd name="T19" fmla="*/ 864 h 1727"/>
                <a:gd name="T20" fmla="*/ 863 w 1726"/>
                <a:gd name="T21" fmla="*/ 1727 h 1727"/>
                <a:gd name="T22" fmla="*/ 1726 w 1726"/>
                <a:gd name="T23" fmla="*/ 864 h 1727"/>
                <a:gd name="T24" fmla="*/ 863 w 1726"/>
                <a:gd name="T25" fmla="*/ 0 h 17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26" h="1727">
                  <a:moveTo>
                    <a:pt x="863" y="1690"/>
                  </a:moveTo>
                  <a:cubicBezTo>
                    <a:pt x="408" y="1690"/>
                    <a:pt x="37" y="1319"/>
                    <a:pt x="37" y="864"/>
                  </a:cubicBezTo>
                  <a:cubicBezTo>
                    <a:pt x="37" y="408"/>
                    <a:pt x="408" y="37"/>
                    <a:pt x="863" y="37"/>
                  </a:cubicBezTo>
                  <a:cubicBezTo>
                    <a:pt x="1319" y="37"/>
                    <a:pt x="1690" y="408"/>
                    <a:pt x="1690" y="864"/>
                  </a:cubicBezTo>
                  <a:cubicBezTo>
                    <a:pt x="1690" y="864"/>
                    <a:pt x="1690" y="864"/>
                    <a:pt x="1690" y="864"/>
                  </a:cubicBezTo>
                  <a:cubicBezTo>
                    <a:pt x="1690" y="864"/>
                    <a:pt x="1690" y="864"/>
                    <a:pt x="1690" y="864"/>
                  </a:cubicBezTo>
                  <a:cubicBezTo>
                    <a:pt x="1690" y="1319"/>
                    <a:pt x="1319" y="1690"/>
                    <a:pt x="863" y="1690"/>
                  </a:cubicBezTo>
                  <a:cubicBezTo>
                    <a:pt x="863" y="1690"/>
                    <a:pt x="863" y="1690"/>
                    <a:pt x="863" y="1690"/>
                  </a:cubicBezTo>
                  <a:moveTo>
                    <a:pt x="863" y="0"/>
                  </a:moveTo>
                  <a:cubicBezTo>
                    <a:pt x="387" y="0"/>
                    <a:pt x="0" y="388"/>
                    <a:pt x="0" y="864"/>
                  </a:cubicBezTo>
                  <a:cubicBezTo>
                    <a:pt x="0" y="1340"/>
                    <a:pt x="387" y="1727"/>
                    <a:pt x="863" y="1727"/>
                  </a:cubicBezTo>
                  <a:cubicBezTo>
                    <a:pt x="1339" y="1727"/>
                    <a:pt x="1726" y="1340"/>
                    <a:pt x="1726" y="864"/>
                  </a:cubicBezTo>
                  <a:cubicBezTo>
                    <a:pt x="1726" y="388"/>
                    <a:pt x="1339" y="0"/>
                    <a:pt x="863" y="0"/>
                  </a:cubicBezTo>
                </a:path>
              </a:pathLst>
            </a:custGeom>
            <a:solidFill>
              <a:srgbClr val="CD4A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0FC7B21D-F367-47EE-B66B-97792050C10C}"/>
                </a:ext>
              </a:extLst>
            </p:cNvPr>
            <p:cNvGrpSpPr/>
            <p:nvPr/>
          </p:nvGrpSpPr>
          <p:grpSpPr>
            <a:xfrm>
              <a:off x="2455863" y="2411803"/>
              <a:ext cx="566738" cy="566738"/>
              <a:chOff x="2455863" y="2411803"/>
              <a:chExt cx="566738" cy="566738"/>
            </a:xfrm>
          </p:grpSpPr>
          <p:sp>
            <p:nvSpPr>
              <p:cNvPr id="166" name="Oval 32"/>
              <p:cNvSpPr>
                <a:spLocks noChangeArrowheads="1"/>
              </p:cNvSpPr>
              <p:nvPr/>
            </p:nvSpPr>
            <p:spPr bwMode="auto">
              <a:xfrm>
                <a:off x="2455863" y="2411803"/>
                <a:ext cx="566738" cy="566738"/>
              </a:xfrm>
              <a:prstGeom prst="ellipse">
                <a:avLst/>
              </a:prstGeom>
              <a:solidFill>
                <a:srgbClr val="F2A01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167" name="Oval 33"/>
              <p:cNvSpPr>
                <a:spLocks noChangeArrowheads="1"/>
              </p:cNvSpPr>
              <p:nvPr/>
            </p:nvSpPr>
            <p:spPr bwMode="auto">
              <a:xfrm>
                <a:off x="2511425" y="2465778"/>
                <a:ext cx="455613" cy="457200"/>
              </a:xfrm>
              <a:prstGeom prst="ellipse">
                <a:avLst/>
              </a:prstGeom>
              <a:solidFill>
                <a:srgbClr val="FFD57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168" name="Freeform 34"/>
              <p:cNvSpPr>
                <a:spLocks noEditPoints="1"/>
              </p:cNvSpPr>
              <p:nvPr/>
            </p:nvSpPr>
            <p:spPr bwMode="auto">
              <a:xfrm>
                <a:off x="2511425" y="2621353"/>
                <a:ext cx="9525" cy="111125"/>
              </a:xfrm>
              <a:custGeom>
                <a:avLst/>
                <a:gdLst>
                  <a:gd name="T0" fmla="*/ 0 w 4"/>
                  <a:gd name="T1" fmla="*/ 43 h 45"/>
                  <a:gd name="T2" fmla="*/ 0 w 4"/>
                  <a:gd name="T3" fmla="*/ 42 h 45"/>
                  <a:gd name="T4" fmla="*/ 0 w 4"/>
                  <a:gd name="T5" fmla="*/ 41 h 45"/>
                  <a:gd name="T6" fmla="*/ 0 w 4"/>
                  <a:gd name="T7" fmla="*/ 40 h 45"/>
                  <a:gd name="T8" fmla="*/ 0 w 4"/>
                  <a:gd name="T9" fmla="*/ 40 h 45"/>
                  <a:gd name="T10" fmla="*/ 0 w 4"/>
                  <a:gd name="T11" fmla="*/ 39 h 45"/>
                  <a:gd name="T12" fmla="*/ 0 w 4"/>
                  <a:gd name="T13" fmla="*/ 38 h 45"/>
                  <a:gd name="T14" fmla="*/ 0 w 4"/>
                  <a:gd name="T15" fmla="*/ 38 h 45"/>
                  <a:gd name="T16" fmla="*/ 0 w 4"/>
                  <a:gd name="T17" fmla="*/ 37 h 45"/>
                  <a:gd name="T18" fmla="*/ 0 w 4"/>
                  <a:gd name="T19" fmla="*/ 36 h 45"/>
                  <a:gd name="T20" fmla="*/ 0 w 4"/>
                  <a:gd name="T21" fmla="*/ 36 h 45"/>
                  <a:gd name="T22" fmla="*/ 0 w 4"/>
                  <a:gd name="T23" fmla="*/ 35 h 45"/>
                  <a:gd name="T24" fmla="*/ 0 w 4"/>
                  <a:gd name="T25" fmla="*/ 34 h 45"/>
                  <a:gd name="T26" fmla="*/ 0 w 4"/>
                  <a:gd name="T27" fmla="*/ 34 h 45"/>
                  <a:gd name="T28" fmla="*/ 0 w 4"/>
                  <a:gd name="T29" fmla="*/ 33 h 45"/>
                  <a:gd name="T30" fmla="*/ 0 w 4"/>
                  <a:gd name="T31" fmla="*/ 32 h 45"/>
                  <a:gd name="T32" fmla="*/ 0 w 4"/>
                  <a:gd name="T33" fmla="*/ 31 h 45"/>
                  <a:gd name="T34" fmla="*/ 0 w 4"/>
                  <a:gd name="T35" fmla="*/ 31 h 45"/>
                  <a:gd name="T36" fmla="*/ 0 w 4"/>
                  <a:gd name="T37" fmla="*/ 30 h 45"/>
                  <a:gd name="T38" fmla="*/ 0 w 4"/>
                  <a:gd name="T39" fmla="*/ 29 h 45"/>
                  <a:gd name="T40" fmla="*/ 0 w 4"/>
                  <a:gd name="T41" fmla="*/ 29 h 45"/>
                  <a:gd name="T42" fmla="*/ 0 w 4"/>
                  <a:gd name="T43" fmla="*/ 28 h 45"/>
                  <a:gd name="T44" fmla="*/ 0 w 4"/>
                  <a:gd name="T45" fmla="*/ 27 h 45"/>
                  <a:gd name="T46" fmla="*/ 0 w 4"/>
                  <a:gd name="T47" fmla="*/ 26 h 45"/>
                  <a:gd name="T48" fmla="*/ 0 w 4"/>
                  <a:gd name="T49" fmla="*/ 26 h 45"/>
                  <a:gd name="T50" fmla="*/ 0 w 4"/>
                  <a:gd name="T51" fmla="*/ 25 h 45"/>
                  <a:gd name="T52" fmla="*/ 0 w 4"/>
                  <a:gd name="T53" fmla="*/ 24 h 45"/>
                  <a:gd name="T54" fmla="*/ 0 w 4"/>
                  <a:gd name="T55" fmla="*/ 23 h 45"/>
                  <a:gd name="T56" fmla="*/ 0 w 4"/>
                  <a:gd name="T57" fmla="*/ 22 h 45"/>
                  <a:gd name="T58" fmla="*/ 0 w 4"/>
                  <a:gd name="T59" fmla="*/ 22 h 45"/>
                  <a:gd name="T60" fmla="*/ 0 w 4"/>
                  <a:gd name="T61" fmla="*/ 21 h 45"/>
                  <a:gd name="T62" fmla="*/ 0 w 4"/>
                  <a:gd name="T63" fmla="*/ 20 h 45"/>
                  <a:gd name="T64" fmla="*/ 0 w 4"/>
                  <a:gd name="T65" fmla="*/ 19 h 45"/>
                  <a:gd name="T66" fmla="*/ 0 w 4"/>
                  <a:gd name="T67" fmla="*/ 18 h 45"/>
                  <a:gd name="T68" fmla="*/ 0 w 4"/>
                  <a:gd name="T69" fmla="*/ 18 h 45"/>
                  <a:gd name="T70" fmla="*/ 0 w 4"/>
                  <a:gd name="T71" fmla="*/ 17 h 45"/>
                  <a:gd name="T72" fmla="*/ 1 w 4"/>
                  <a:gd name="T73" fmla="*/ 16 h 45"/>
                  <a:gd name="T74" fmla="*/ 1 w 4"/>
                  <a:gd name="T75" fmla="*/ 15 h 45"/>
                  <a:gd name="T76" fmla="*/ 1 w 4"/>
                  <a:gd name="T77" fmla="*/ 15 h 45"/>
                  <a:gd name="T78" fmla="*/ 1 w 4"/>
                  <a:gd name="T79" fmla="*/ 13 h 45"/>
                  <a:gd name="T80" fmla="*/ 1 w 4"/>
                  <a:gd name="T81" fmla="*/ 12 h 45"/>
                  <a:gd name="T82" fmla="*/ 1 w 4"/>
                  <a:gd name="T83" fmla="*/ 12 h 45"/>
                  <a:gd name="T84" fmla="*/ 1 w 4"/>
                  <a:gd name="T85" fmla="*/ 11 h 45"/>
                  <a:gd name="T86" fmla="*/ 2 w 4"/>
                  <a:gd name="T87" fmla="*/ 10 h 45"/>
                  <a:gd name="T88" fmla="*/ 2 w 4"/>
                  <a:gd name="T89" fmla="*/ 10 h 45"/>
                  <a:gd name="T90" fmla="*/ 2 w 4"/>
                  <a:gd name="T91" fmla="*/ 9 h 45"/>
                  <a:gd name="T92" fmla="*/ 2 w 4"/>
                  <a:gd name="T93" fmla="*/ 8 h 45"/>
                  <a:gd name="T94" fmla="*/ 2 w 4"/>
                  <a:gd name="T95" fmla="*/ 8 h 45"/>
                  <a:gd name="T96" fmla="*/ 2 w 4"/>
                  <a:gd name="T97" fmla="*/ 7 h 45"/>
                  <a:gd name="T98" fmla="*/ 3 w 4"/>
                  <a:gd name="T99" fmla="*/ 6 h 45"/>
                  <a:gd name="T100" fmla="*/ 3 w 4"/>
                  <a:gd name="T101" fmla="*/ 6 h 45"/>
                  <a:gd name="T102" fmla="*/ 3 w 4"/>
                  <a:gd name="T103" fmla="*/ 5 h 45"/>
                  <a:gd name="T104" fmla="*/ 3 w 4"/>
                  <a:gd name="T105" fmla="*/ 4 h 45"/>
                  <a:gd name="T106" fmla="*/ 3 w 4"/>
                  <a:gd name="T107" fmla="*/ 4 h 45"/>
                  <a:gd name="T108" fmla="*/ 3 w 4"/>
                  <a:gd name="T109" fmla="*/ 3 h 45"/>
                  <a:gd name="T110" fmla="*/ 4 w 4"/>
                  <a:gd name="T111" fmla="*/ 2 h 45"/>
                  <a:gd name="T112" fmla="*/ 4 w 4"/>
                  <a:gd name="T113" fmla="*/ 1 h 45"/>
                  <a:gd name="T114" fmla="*/ 4 w 4"/>
                  <a:gd name="T115" fmla="*/ 0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4" h="45">
                    <a:moveTo>
                      <a:pt x="1" y="45"/>
                    </a:moveTo>
                    <a:cubicBezTo>
                      <a:pt x="1" y="45"/>
                      <a:pt x="1" y="45"/>
                      <a:pt x="1" y="45"/>
                    </a:cubicBezTo>
                    <a:cubicBezTo>
                      <a:pt x="1" y="45"/>
                      <a:pt x="1" y="45"/>
                      <a:pt x="1" y="45"/>
                    </a:cubicBezTo>
                    <a:moveTo>
                      <a:pt x="0" y="43"/>
                    </a:moveTo>
                    <a:cubicBezTo>
                      <a:pt x="0" y="43"/>
                      <a:pt x="0" y="43"/>
                      <a:pt x="0" y="43"/>
                    </a:cubicBezTo>
                    <a:cubicBezTo>
                      <a:pt x="0" y="43"/>
                      <a:pt x="0" y="43"/>
                      <a:pt x="0" y="43"/>
                    </a:cubicBezTo>
                    <a:moveTo>
                      <a:pt x="0" y="43"/>
                    </a:moveTo>
                    <a:cubicBezTo>
                      <a:pt x="0" y="43"/>
                      <a:pt x="0" y="43"/>
                      <a:pt x="0" y="43"/>
                    </a:cubicBezTo>
                    <a:cubicBezTo>
                      <a:pt x="0" y="43"/>
                      <a:pt x="0" y="43"/>
                      <a:pt x="0" y="43"/>
                    </a:cubicBezTo>
                    <a:moveTo>
                      <a:pt x="0" y="42"/>
                    </a:moveTo>
                    <a:cubicBezTo>
                      <a:pt x="0" y="42"/>
                      <a:pt x="0" y="42"/>
                      <a:pt x="0" y="42"/>
                    </a:cubicBezTo>
                    <a:cubicBezTo>
                      <a:pt x="0" y="42"/>
                      <a:pt x="0" y="42"/>
                      <a:pt x="0" y="42"/>
                    </a:cubicBezTo>
                    <a:moveTo>
                      <a:pt x="0" y="42"/>
                    </a:moveTo>
                    <a:cubicBezTo>
                      <a:pt x="0" y="42"/>
                      <a:pt x="0" y="42"/>
                      <a:pt x="0" y="42"/>
                    </a:cubicBezTo>
                    <a:cubicBezTo>
                      <a:pt x="0" y="42"/>
                      <a:pt x="0" y="42"/>
                      <a:pt x="0" y="42"/>
                    </a:cubicBezTo>
                    <a:moveTo>
                      <a:pt x="0" y="42"/>
                    </a:moveTo>
                    <a:cubicBezTo>
                      <a:pt x="0" y="42"/>
                      <a:pt x="0" y="42"/>
                      <a:pt x="0" y="42"/>
                    </a:cubicBezTo>
                    <a:cubicBezTo>
                      <a:pt x="0" y="42"/>
                      <a:pt x="0" y="42"/>
                      <a:pt x="0" y="42"/>
                    </a:cubicBezTo>
                    <a:moveTo>
                      <a:pt x="0" y="41"/>
                    </a:moveTo>
                    <a:cubicBezTo>
                      <a:pt x="0" y="41"/>
                      <a:pt x="0" y="41"/>
                      <a:pt x="0" y="41"/>
                    </a:cubicBezTo>
                    <a:cubicBezTo>
                      <a:pt x="0" y="41"/>
                      <a:pt x="0" y="41"/>
                      <a:pt x="0" y="41"/>
                    </a:cubicBezTo>
                    <a:moveTo>
                      <a:pt x="0" y="41"/>
                    </a:moveTo>
                    <a:cubicBezTo>
                      <a:pt x="0" y="41"/>
                      <a:pt x="0" y="41"/>
                      <a:pt x="0" y="41"/>
                    </a:cubicBezTo>
                    <a:cubicBezTo>
                      <a:pt x="0" y="41"/>
                      <a:pt x="0" y="41"/>
                      <a:pt x="0" y="41"/>
                    </a:cubicBezTo>
                    <a:moveTo>
                      <a:pt x="0" y="40"/>
                    </a:moveTo>
                    <a:cubicBezTo>
                      <a:pt x="0" y="40"/>
                      <a:pt x="0" y="40"/>
                      <a:pt x="0" y="40"/>
                    </a:cubicBezTo>
                    <a:cubicBezTo>
                      <a:pt x="0" y="40"/>
                      <a:pt x="0" y="40"/>
                      <a:pt x="0" y="40"/>
                    </a:cubicBezTo>
                    <a:moveTo>
                      <a:pt x="0" y="40"/>
                    </a:moveTo>
                    <a:cubicBezTo>
                      <a:pt x="0" y="40"/>
                      <a:pt x="0" y="40"/>
                      <a:pt x="0" y="40"/>
                    </a:cubicBezTo>
                    <a:cubicBezTo>
                      <a:pt x="0" y="40"/>
                      <a:pt x="0" y="40"/>
                      <a:pt x="0" y="40"/>
                    </a:cubicBezTo>
                    <a:moveTo>
                      <a:pt x="0" y="40"/>
                    </a:moveTo>
                    <a:cubicBezTo>
                      <a:pt x="0" y="40"/>
                      <a:pt x="0" y="40"/>
                      <a:pt x="0" y="40"/>
                    </a:cubicBezTo>
                    <a:cubicBezTo>
                      <a:pt x="0" y="40"/>
                      <a:pt x="0" y="40"/>
                      <a:pt x="0" y="40"/>
                    </a:cubicBezTo>
                    <a:moveTo>
                      <a:pt x="0" y="40"/>
                    </a:moveTo>
                    <a:cubicBezTo>
                      <a:pt x="0" y="40"/>
                      <a:pt x="0" y="40"/>
                      <a:pt x="0" y="40"/>
                    </a:cubicBezTo>
                    <a:cubicBezTo>
                      <a:pt x="0" y="40"/>
                      <a:pt x="0" y="40"/>
                      <a:pt x="0" y="40"/>
                    </a:cubicBezTo>
                    <a:moveTo>
                      <a:pt x="0" y="39"/>
                    </a:moveTo>
                    <a:cubicBezTo>
                      <a:pt x="0" y="39"/>
                      <a:pt x="0" y="39"/>
                      <a:pt x="0" y="39"/>
                    </a:cubicBezTo>
                    <a:cubicBezTo>
                      <a:pt x="0" y="39"/>
                      <a:pt x="0" y="39"/>
                      <a:pt x="0" y="39"/>
                    </a:cubicBezTo>
                    <a:moveTo>
                      <a:pt x="0" y="39"/>
                    </a:moveTo>
                    <a:cubicBezTo>
                      <a:pt x="0" y="39"/>
                      <a:pt x="0" y="39"/>
                      <a:pt x="0" y="39"/>
                    </a:cubicBezTo>
                    <a:cubicBezTo>
                      <a:pt x="0" y="39"/>
                      <a:pt x="0" y="39"/>
                      <a:pt x="0" y="39"/>
                    </a:cubicBezTo>
                    <a:moveTo>
                      <a:pt x="0" y="39"/>
                    </a:moveTo>
                    <a:cubicBezTo>
                      <a:pt x="0" y="39"/>
                      <a:pt x="0" y="39"/>
                      <a:pt x="0" y="39"/>
                    </a:cubicBezTo>
                    <a:cubicBezTo>
                      <a:pt x="0" y="39"/>
                      <a:pt x="0" y="39"/>
                      <a:pt x="0" y="39"/>
                    </a:cubicBezTo>
                    <a:moveTo>
                      <a:pt x="0" y="38"/>
                    </a:moveTo>
                    <a:cubicBezTo>
                      <a:pt x="0" y="38"/>
                      <a:pt x="0" y="39"/>
                      <a:pt x="0" y="39"/>
                    </a:cubicBezTo>
                    <a:cubicBezTo>
                      <a:pt x="0" y="39"/>
                      <a:pt x="0" y="39"/>
                      <a:pt x="0" y="38"/>
                    </a:cubicBezTo>
                    <a:moveTo>
                      <a:pt x="0" y="38"/>
                    </a:moveTo>
                    <a:cubicBezTo>
                      <a:pt x="0" y="38"/>
                      <a:pt x="0" y="38"/>
                      <a:pt x="0" y="38"/>
                    </a:cubicBezTo>
                    <a:cubicBezTo>
                      <a:pt x="0" y="38"/>
                      <a:pt x="0" y="38"/>
                      <a:pt x="0" y="38"/>
                    </a:cubicBezTo>
                    <a:moveTo>
                      <a:pt x="0" y="38"/>
                    </a:moveTo>
                    <a:cubicBezTo>
                      <a:pt x="0" y="38"/>
                      <a:pt x="0" y="38"/>
                      <a:pt x="0" y="38"/>
                    </a:cubicBezTo>
                    <a:cubicBezTo>
                      <a:pt x="0" y="38"/>
                      <a:pt x="0" y="38"/>
                      <a:pt x="0" y="38"/>
                    </a:cubicBezTo>
                    <a:moveTo>
                      <a:pt x="0" y="37"/>
                    </a:moveTo>
                    <a:cubicBezTo>
                      <a:pt x="0" y="38"/>
                      <a:pt x="0" y="38"/>
                      <a:pt x="0" y="38"/>
                    </a:cubicBezTo>
                    <a:cubicBezTo>
                      <a:pt x="0" y="38"/>
                      <a:pt x="0" y="38"/>
                      <a:pt x="0" y="37"/>
                    </a:cubicBezTo>
                    <a:moveTo>
                      <a:pt x="0" y="37"/>
                    </a:moveTo>
                    <a:cubicBezTo>
                      <a:pt x="0" y="37"/>
                      <a:pt x="0" y="37"/>
                      <a:pt x="0" y="37"/>
                    </a:cubicBezTo>
                    <a:cubicBezTo>
                      <a:pt x="0" y="37"/>
                      <a:pt x="0" y="37"/>
                      <a:pt x="0" y="37"/>
                    </a:cubicBezTo>
                    <a:moveTo>
                      <a:pt x="0" y="37"/>
                    </a:moveTo>
                    <a:cubicBezTo>
                      <a:pt x="0" y="37"/>
                      <a:pt x="0" y="37"/>
                      <a:pt x="0" y="37"/>
                    </a:cubicBezTo>
                    <a:cubicBezTo>
                      <a:pt x="0" y="37"/>
                      <a:pt x="0" y="37"/>
                      <a:pt x="0" y="37"/>
                    </a:cubicBezTo>
                    <a:moveTo>
                      <a:pt x="0" y="37"/>
                    </a:moveTo>
                    <a:cubicBezTo>
                      <a:pt x="0" y="37"/>
                      <a:pt x="0" y="37"/>
                      <a:pt x="0" y="37"/>
                    </a:cubicBezTo>
                    <a:cubicBezTo>
                      <a:pt x="0" y="37"/>
                      <a:pt x="0" y="37"/>
                      <a:pt x="0" y="37"/>
                    </a:cubicBezTo>
                    <a:moveTo>
                      <a:pt x="0" y="36"/>
                    </a:moveTo>
                    <a:cubicBezTo>
                      <a:pt x="0" y="36"/>
                      <a:pt x="0" y="36"/>
                      <a:pt x="0" y="36"/>
                    </a:cubicBezTo>
                    <a:cubicBezTo>
                      <a:pt x="0" y="36"/>
                      <a:pt x="0" y="36"/>
                      <a:pt x="0" y="36"/>
                    </a:cubicBezTo>
                    <a:moveTo>
                      <a:pt x="0" y="36"/>
                    </a:moveTo>
                    <a:cubicBezTo>
                      <a:pt x="0" y="36"/>
                      <a:pt x="0" y="36"/>
                      <a:pt x="0" y="36"/>
                    </a:cubicBezTo>
                    <a:cubicBezTo>
                      <a:pt x="0" y="36"/>
                      <a:pt x="0" y="36"/>
                      <a:pt x="0" y="36"/>
                    </a:cubicBezTo>
                    <a:moveTo>
                      <a:pt x="0" y="36"/>
                    </a:moveTo>
                    <a:cubicBezTo>
                      <a:pt x="0" y="36"/>
                      <a:pt x="0" y="36"/>
                      <a:pt x="0" y="36"/>
                    </a:cubicBezTo>
                    <a:cubicBezTo>
                      <a:pt x="0" y="36"/>
                      <a:pt x="0" y="36"/>
                      <a:pt x="0" y="36"/>
                    </a:cubicBezTo>
                    <a:moveTo>
                      <a:pt x="0" y="35"/>
                    </a:moveTo>
                    <a:cubicBezTo>
                      <a:pt x="0" y="35"/>
                      <a:pt x="0" y="36"/>
                      <a:pt x="0" y="36"/>
                    </a:cubicBezTo>
                    <a:cubicBezTo>
                      <a:pt x="0" y="36"/>
                      <a:pt x="0" y="35"/>
                      <a:pt x="0" y="35"/>
                    </a:cubicBezTo>
                    <a:moveTo>
                      <a:pt x="0" y="35"/>
                    </a:moveTo>
                    <a:cubicBezTo>
                      <a:pt x="0" y="35"/>
                      <a:pt x="0" y="35"/>
                      <a:pt x="0" y="35"/>
                    </a:cubicBezTo>
                    <a:cubicBezTo>
                      <a:pt x="0" y="35"/>
                      <a:pt x="0" y="35"/>
                      <a:pt x="0" y="35"/>
                    </a:cubicBezTo>
                    <a:moveTo>
                      <a:pt x="0" y="35"/>
                    </a:moveTo>
                    <a:cubicBezTo>
                      <a:pt x="0" y="35"/>
                      <a:pt x="0" y="35"/>
                      <a:pt x="0" y="35"/>
                    </a:cubicBezTo>
                    <a:cubicBezTo>
                      <a:pt x="0" y="35"/>
                      <a:pt x="0" y="35"/>
                      <a:pt x="0" y="35"/>
                    </a:cubicBezTo>
                    <a:moveTo>
                      <a:pt x="0" y="35"/>
                    </a:moveTo>
                    <a:cubicBezTo>
                      <a:pt x="0" y="35"/>
                      <a:pt x="0" y="35"/>
                      <a:pt x="0" y="35"/>
                    </a:cubicBezTo>
                    <a:cubicBezTo>
                      <a:pt x="0" y="35"/>
                      <a:pt x="0" y="35"/>
                      <a:pt x="0" y="35"/>
                    </a:cubicBezTo>
                    <a:moveTo>
                      <a:pt x="0" y="34"/>
                    </a:moveTo>
                    <a:cubicBezTo>
                      <a:pt x="0" y="34"/>
                      <a:pt x="0" y="34"/>
                      <a:pt x="0" y="34"/>
                    </a:cubicBezTo>
                    <a:cubicBezTo>
                      <a:pt x="0" y="34"/>
                      <a:pt x="0" y="34"/>
                      <a:pt x="0" y="34"/>
                    </a:cubicBezTo>
                    <a:moveTo>
                      <a:pt x="0" y="34"/>
                    </a:moveTo>
                    <a:cubicBezTo>
                      <a:pt x="0" y="34"/>
                      <a:pt x="0" y="34"/>
                      <a:pt x="0" y="34"/>
                    </a:cubicBezTo>
                    <a:cubicBezTo>
                      <a:pt x="0" y="34"/>
                      <a:pt x="0" y="34"/>
                      <a:pt x="0" y="34"/>
                    </a:cubicBezTo>
                    <a:moveTo>
                      <a:pt x="0" y="34"/>
                    </a:moveTo>
                    <a:cubicBezTo>
                      <a:pt x="0" y="34"/>
                      <a:pt x="0" y="34"/>
                      <a:pt x="0" y="34"/>
                    </a:cubicBezTo>
                    <a:cubicBezTo>
                      <a:pt x="0" y="34"/>
                      <a:pt x="0" y="34"/>
                      <a:pt x="0" y="34"/>
                    </a:cubicBezTo>
                    <a:moveTo>
                      <a:pt x="0" y="33"/>
                    </a:moveTo>
                    <a:cubicBezTo>
                      <a:pt x="0" y="33"/>
                      <a:pt x="0" y="33"/>
                      <a:pt x="0" y="34"/>
                    </a:cubicBezTo>
                    <a:cubicBezTo>
                      <a:pt x="0" y="33"/>
                      <a:pt x="0" y="33"/>
                      <a:pt x="0" y="33"/>
                    </a:cubicBezTo>
                    <a:moveTo>
                      <a:pt x="0" y="33"/>
                    </a:moveTo>
                    <a:cubicBezTo>
                      <a:pt x="0" y="33"/>
                      <a:pt x="0" y="33"/>
                      <a:pt x="0" y="33"/>
                    </a:cubicBezTo>
                    <a:cubicBezTo>
                      <a:pt x="0" y="33"/>
                      <a:pt x="0" y="33"/>
                      <a:pt x="0" y="33"/>
                    </a:cubicBezTo>
                    <a:moveTo>
                      <a:pt x="0" y="33"/>
                    </a:moveTo>
                    <a:cubicBezTo>
                      <a:pt x="0" y="33"/>
                      <a:pt x="0" y="33"/>
                      <a:pt x="0" y="33"/>
                    </a:cubicBezTo>
                    <a:cubicBezTo>
                      <a:pt x="0" y="33"/>
                      <a:pt x="0" y="33"/>
                      <a:pt x="0" y="33"/>
                    </a:cubicBezTo>
                    <a:moveTo>
                      <a:pt x="0" y="32"/>
                    </a:moveTo>
                    <a:cubicBezTo>
                      <a:pt x="0" y="32"/>
                      <a:pt x="0" y="33"/>
                      <a:pt x="0" y="33"/>
                    </a:cubicBezTo>
                    <a:cubicBezTo>
                      <a:pt x="0" y="33"/>
                      <a:pt x="0" y="32"/>
                      <a:pt x="0" y="32"/>
                    </a:cubicBezTo>
                    <a:moveTo>
                      <a:pt x="0" y="32"/>
                    </a:moveTo>
                    <a:cubicBezTo>
                      <a:pt x="0" y="32"/>
                      <a:pt x="0" y="32"/>
                      <a:pt x="0" y="32"/>
                    </a:cubicBezTo>
                    <a:cubicBezTo>
                      <a:pt x="0" y="32"/>
                      <a:pt x="0" y="32"/>
                      <a:pt x="0" y="32"/>
                    </a:cubicBezTo>
                    <a:moveTo>
                      <a:pt x="0" y="32"/>
                    </a:moveTo>
                    <a:cubicBezTo>
                      <a:pt x="0" y="32"/>
                      <a:pt x="0" y="32"/>
                      <a:pt x="0" y="32"/>
                    </a:cubicBezTo>
                    <a:cubicBezTo>
                      <a:pt x="0" y="32"/>
                      <a:pt x="0" y="32"/>
                      <a:pt x="0" y="32"/>
                    </a:cubicBezTo>
                    <a:moveTo>
                      <a:pt x="0" y="32"/>
                    </a:moveTo>
                    <a:cubicBezTo>
                      <a:pt x="0" y="32"/>
                      <a:pt x="0" y="32"/>
                      <a:pt x="0" y="32"/>
                    </a:cubicBezTo>
                    <a:cubicBezTo>
                      <a:pt x="0" y="32"/>
                      <a:pt x="0" y="32"/>
                      <a:pt x="0" y="32"/>
                    </a:cubicBezTo>
                    <a:moveTo>
                      <a:pt x="0" y="31"/>
                    </a:moveTo>
                    <a:cubicBezTo>
                      <a:pt x="0" y="31"/>
                      <a:pt x="0" y="31"/>
                      <a:pt x="0" y="31"/>
                    </a:cubicBezTo>
                    <a:cubicBezTo>
                      <a:pt x="0" y="31"/>
                      <a:pt x="0" y="31"/>
                      <a:pt x="0" y="31"/>
                    </a:cubicBezTo>
                    <a:moveTo>
                      <a:pt x="0" y="31"/>
                    </a:moveTo>
                    <a:cubicBezTo>
                      <a:pt x="0" y="31"/>
                      <a:pt x="0" y="31"/>
                      <a:pt x="0" y="31"/>
                    </a:cubicBezTo>
                    <a:cubicBezTo>
                      <a:pt x="0" y="31"/>
                      <a:pt x="0" y="31"/>
                      <a:pt x="0" y="31"/>
                    </a:cubicBezTo>
                    <a:moveTo>
                      <a:pt x="0" y="31"/>
                    </a:moveTo>
                    <a:cubicBezTo>
                      <a:pt x="0" y="31"/>
                      <a:pt x="0" y="31"/>
                      <a:pt x="0" y="31"/>
                    </a:cubicBezTo>
                    <a:cubicBezTo>
                      <a:pt x="0" y="31"/>
                      <a:pt x="0" y="31"/>
                      <a:pt x="0" y="31"/>
                    </a:cubicBezTo>
                    <a:moveTo>
                      <a:pt x="0" y="30"/>
                    </a:moveTo>
                    <a:cubicBezTo>
                      <a:pt x="0" y="30"/>
                      <a:pt x="0" y="30"/>
                      <a:pt x="0" y="31"/>
                    </a:cubicBezTo>
                    <a:cubicBezTo>
                      <a:pt x="0" y="30"/>
                      <a:pt x="0" y="30"/>
                      <a:pt x="0" y="30"/>
                    </a:cubicBezTo>
                    <a:moveTo>
                      <a:pt x="0" y="30"/>
                    </a:moveTo>
                    <a:cubicBezTo>
                      <a:pt x="0" y="30"/>
                      <a:pt x="0" y="30"/>
                      <a:pt x="0" y="30"/>
                    </a:cubicBezTo>
                    <a:cubicBezTo>
                      <a:pt x="0" y="30"/>
                      <a:pt x="0" y="30"/>
                      <a:pt x="0" y="30"/>
                    </a:cubicBezTo>
                    <a:moveTo>
                      <a:pt x="0" y="30"/>
                    </a:moveTo>
                    <a:cubicBezTo>
                      <a:pt x="0" y="30"/>
                      <a:pt x="0" y="30"/>
                      <a:pt x="0" y="30"/>
                    </a:cubicBezTo>
                    <a:cubicBezTo>
                      <a:pt x="0" y="30"/>
                      <a:pt x="0" y="30"/>
                      <a:pt x="0" y="30"/>
                    </a:cubicBezTo>
                    <a:cubicBezTo>
                      <a:pt x="0" y="30"/>
                      <a:pt x="0" y="30"/>
                      <a:pt x="0" y="30"/>
                    </a:cubicBezTo>
                    <a:moveTo>
                      <a:pt x="0" y="29"/>
                    </a:moveTo>
                    <a:cubicBezTo>
                      <a:pt x="0" y="29"/>
                      <a:pt x="0" y="30"/>
                      <a:pt x="0" y="30"/>
                    </a:cubicBezTo>
                    <a:cubicBezTo>
                      <a:pt x="0" y="30"/>
                      <a:pt x="0" y="29"/>
                      <a:pt x="0" y="29"/>
                    </a:cubicBezTo>
                    <a:moveTo>
                      <a:pt x="0" y="29"/>
                    </a:moveTo>
                    <a:cubicBezTo>
                      <a:pt x="0" y="29"/>
                      <a:pt x="0" y="29"/>
                      <a:pt x="0" y="29"/>
                    </a:cubicBezTo>
                    <a:cubicBezTo>
                      <a:pt x="0" y="29"/>
                      <a:pt x="0" y="29"/>
                      <a:pt x="0" y="29"/>
                    </a:cubicBezTo>
                    <a:moveTo>
                      <a:pt x="0" y="29"/>
                    </a:moveTo>
                    <a:cubicBezTo>
                      <a:pt x="0" y="29"/>
                      <a:pt x="0" y="29"/>
                      <a:pt x="0" y="29"/>
                    </a:cubicBezTo>
                    <a:cubicBezTo>
                      <a:pt x="0" y="29"/>
                      <a:pt x="0" y="29"/>
                      <a:pt x="0" y="29"/>
                    </a:cubicBezTo>
                    <a:moveTo>
                      <a:pt x="0" y="28"/>
                    </a:moveTo>
                    <a:cubicBezTo>
                      <a:pt x="0" y="29"/>
                      <a:pt x="0" y="29"/>
                      <a:pt x="0" y="29"/>
                    </a:cubicBezTo>
                    <a:cubicBezTo>
                      <a:pt x="0" y="29"/>
                      <a:pt x="0" y="29"/>
                      <a:pt x="0" y="28"/>
                    </a:cubicBezTo>
                    <a:moveTo>
                      <a:pt x="0" y="28"/>
                    </a:moveTo>
                    <a:cubicBezTo>
                      <a:pt x="0" y="28"/>
                      <a:pt x="0" y="28"/>
                      <a:pt x="0" y="28"/>
                    </a:cubicBezTo>
                    <a:cubicBezTo>
                      <a:pt x="0" y="28"/>
                      <a:pt x="0" y="28"/>
                      <a:pt x="0" y="28"/>
                    </a:cubicBezTo>
                    <a:moveTo>
                      <a:pt x="0" y="28"/>
                    </a:moveTo>
                    <a:cubicBezTo>
                      <a:pt x="0" y="28"/>
                      <a:pt x="0" y="28"/>
                      <a:pt x="0" y="28"/>
                    </a:cubicBezTo>
                    <a:cubicBezTo>
                      <a:pt x="0" y="28"/>
                      <a:pt x="0" y="28"/>
                      <a:pt x="0" y="28"/>
                    </a:cubicBezTo>
                    <a:moveTo>
                      <a:pt x="0" y="28"/>
                    </a:moveTo>
                    <a:cubicBezTo>
                      <a:pt x="0" y="28"/>
                      <a:pt x="0" y="28"/>
                      <a:pt x="0" y="28"/>
                    </a:cubicBezTo>
                    <a:cubicBezTo>
                      <a:pt x="0" y="28"/>
                      <a:pt x="0" y="28"/>
                      <a:pt x="0" y="28"/>
                    </a:cubicBezTo>
                    <a:moveTo>
                      <a:pt x="0" y="27"/>
                    </a:moveTo>
                    <a:cubicBezTo>
                      <a:pt x="0" y="27"/>
                      <a:pt x="0" y="27"/>
                      <a:pt x="0" y="28"/>
                    </a:cubicBezTo>
                    <a:cubicBezTo>
                      <a:pt x="0" y="27"/>
                      <a:pt x="0" y="27"/>
                      <a:pt x="0" y="27"/>
                    </a:cubicBezTo>
                    <a:moveTo>
                      <a:pt x="0" y="27"/>
                    </a:moveTo>
                    <a:cubicBezTo>
                      <a:pt x="0" y="27"/>
                      <a:pt x="0" y="27"/>
                      <a:pt x="0" y="27"/>
                    </a:cubicBezTo>
                    <a:cubicBezTo>
                      <a:pt x="0" y="27"/>
                      <a:pt x="0" y="27"/>
                      <a:pt x="0" y="27"/>
                    </a:cubicBezTo>
                    <a:moveTo>
                      <a:pt x="0" y="26"/>
                    </a:moveTo>
                    <a:cubicBezTo>
                      <a:pt x="0" y="27"/>
                      <a:pt x="0" y="27"/>
                      <a:pt x="0" y="27"/>
                    </a:cubicBezTo>
                    <a:cubicBezTo>
                      <a:pt x="0" y="27"/>
                      <a:pt x="0" y="27"/>
                      <a:pt x="0" y="26"/>
                    </a:cubicBezTo>
                    <a:moveTo>
                      <a:pt x="0" y="26"/>
                    </a:moveTo>
                    <a:cubicBezTo>
                      <a:pt x="0" y="26"/>
                      <a:pt x="0" y="26"/>
                      <a:pt x="0" y="26"/>
                    </a:cubicBezTo>
                    <a:cubicBezTo>
                      <a:pt x="0" y="26"/>
                      <a:pt x="0" y="26"/>
                      <a:pt x="0" y="26"/>
                    </a:cubicBezTo>
                    <a:moveTo>
                      <a:pt x="0" y="26"/>
                    </a:moveTo>
                    <a:cubicBezTo>
                      <a:pt x="0" y="26"/>
                      <a:pt x="0" y="26"/>
                      <a:pt x="0" y="26"/>
                    </a:cubicBezTo>
                    <a:cubicBezTo>
                      <a:pt x="0" y="26"/>
                      <a:pt x="0" y="26"/>
                      <a:pt x="0" y="26"/>
                    </a:cubicBezTo>
                    <a:moveTo>
                      <a:pt x="0" y="26"/>
                    </a:moveTo>
                    <a:cubicBezTo>
                      <a:pt x="0" y="26"/>
                      <a:pt x="0" y="26"/>
                      <a:pt x="0" y="26"/>
                    </a:cubicBezTo>
                    <a:cubicBezTo>
                      <a:pt x="0" y="26"/>
                      <a:pt x="0" y="26"/>
                      <a:pt x="0" y="26"/>
                    </a:cubicBezTo>
                    <a:moveTo>
                      <a:pt x="0" y="25"/>
                    </a:moveTo>
                    <a:cubicBezTo>
                      <a:pt x="0" y="25"/>
                      <a:pt x="0" y="25"/>
                      <a:pt x="0" y="25"/>
                    </a:cubicBezTo>
                    <a:cubicBezTo>
                      <a:pt x="0" y="25"/>
                      <a:pt x="0" y="25"/>
                      <a:pt x="0" y="25"/>
                    </a:cubicBezTo>
                    <a:moveTo>
                      <a:pt x="0" y="25"/>
                    </a:moveTo>
                    <a:cubicBezTo>
                      <a:pt x="0" y="25"/>
                      <a:pt x="0" y="25"/>
                      <a:pt x="0" y="25"/>
                    </a:cubicBezTo>
                    <a:cubicBezTo>
                      <a:pt x="0" y="25"/>
                      <a:pt x="0" y="25"/>
                      <a:pt x="0" y="25"/>
                    </a:cubicBezTo>
                    <a:moveTo>
                      <a:pt x="0" y="25"/>
                    </a:moveTo>
                    <a:cubicBezTo>
                      <a:pt x="0" y="25"/>
                      <a:pt x="0" y="25"/>
                      <a:pt x="0" y="25"/>
                    </a:cubicBezTo>
                    <a:cubicBezTo>
                      <a:pt x="0" y="25"/>
                      <a:pt x="0" y="25"/>
                      <a:pt x="0" y="25"/>
                    </a:cubicBezTo>
                    <a:moveTo>
                      <a:pt x="0" y="24"/>
                    </a:moveTo>
                    <a:cubicBezTo>
                      <a:pt x="0" y="24"/>
                      <a:pt x="0" y="24"/>
                      <a:pt x="0" y="25"/>
                    </a:cubicBezTo>
                    <a:cubicBezTo>
                      <a:pt x="0" y="24"/>
                      <a:pt x="0" y="24"/>
                      <a:pt x="0" y="24"/>
                    </a:cubicBezTo>
                    <a:moveTo>
                      <a:pt x="0" y="24"/>
                    </a:moveTo>
                    <a:cubicBezTo>
                      <a:pt x="0" y="24"/>
                      <a:pt x="0" y="24"/>
                      <a:pt x="0" y="24"/>
                    </a:cubicBezTo>
                    <a:cubicBezTo>
                      <a:pt x="0" y="24"/>
                      <a:pt x="0" y="24"/>
                      <a:pt x="0" y="24"/>
                    </a:cubicBezTo>
                    <a:moveTo>
                      <a:pt x="0" y="24"/>
                    </a:moveTo>
                    <a:cubicBezTo>
                      <a:pt x="0" y="24"/>
                      <a:pt x="0" y="24"/>
                      <a:pt x="0" y="24"/>
                    </a:cubicBezTo>
                    <a:cubicBezTo>
                      <a:pt x="0" y="24"/>
                      <a:pt x="0" y="24"/>
                      <a:pt x="0" y="24"/>
                    </a:cubicBezTo>
                    <a:moveTo>
                      <a:pt x="0" y="23"/>
                    </a:moveTo>
                    <a:cubicBezTo>
                      <a:pt x="0" y="23"/>
                      <a:pt x="0" y="23"/>
                      <a:pt x="0" y="24"/>
                    </a:cubicBezTo>
                    <a:cubicBezTo>
                      <a:pt x="0" y="23"/>
                      <a:pt x="0" y="23"/>
                      <a:pt x="0" y="23"/>
                    </a:cubicBezTo>
                    <a:moveTo>
                      <a:pt x="0" y="23"/>
                    </a:moveTo>
                    <a:cubicBezTo>
                      <a:pt x="0" y="23"/>
                      <a:pt x="0" y="23"/>
                      <a:pt x="0" y="23"/>
                    </a:cubicBezTo>
                    <a:cubicBezTo>
                      <a:pt x="0" y="23"/>
                      <a:pt x="0" y="23"/>
                      <a:pt x="0" y="23"/>
                    </a:cubicBezTo>
                    <a:moveTo>
                      <a:pt x="0" y="23"/>
                    </a:moveTo>
                    <a:cubicBezTo>
                      <a:pt x="0" y="23"/>
                      <a:pt x="0" y="23"/>
                      <a:pt x="0" y="23"/>
                    </a:cubicBezTo>
                    <a:cubicBezTo>
                      <a:pt x="0" y="23"/>
                      <a:pt x="0" y="23"/>
                      <a:pt x="0" y="23"/>
                    </a:cubicBezTo>
                    <a:moveTo>
                      <a:pt x="0" y="22"/>
                    </a:moveTo>
                    <a:cubicBezTo>
                      <a:pt x="0" y="22"/>
                      <a:pt x="0" y="22"/>
                      <a:pt x="0" y="22"/>
                    </a:cubicBezTo>
                    <a:cubicBezTo>
                      <a:pt x="0" y="22"/>
                      <a:pt x="0" y="22"/>
                      <a:pt x="0" y="22"/>
                    </a:cubicBezTo>
                    <a:moveTo>
                      <a:pt x="0" y="22"/>
                    </a:moveTo>
                    <a:cubicBezTo>
                      <a:pt x="0" y="22"/>
                      <a:pt x="0" y="22"/>
                      <a:pt x="0" y="22"/>
                    </a:cubicBezTo>
                    <a:cubicBezTo>
                      <a:pt x="0" y="22"/>
                      <a:pt x="0" y="22"/>
                      <a:pt x="0" y="22"/>
                    </a:cubicBezTo>
                    <a:moveTo>
                      <a:pt x="0" y="22"/>
                    </a:moveTo>
                    <a:cubicBezTo>
                      <a:pt x="0" y="22"/>
                      <a:pt x="0" y="22"/>
                      <a:pt x="0" y="22"/>
                    </a:cubicBezTo>
                    <a:cubicBezTo>
                      <a:pt x="0" y="22"/>
                      <a:pt x="0" y="22"/>
                      <a:pt x="0" y="22"/>
                    </a:cubicBezTo>
                    <a:moveTo>
                      <a:pt x="0" y="21"/>
                    </a:moveTo>
                    <a:cubicBezTo>
                      <a:pt x="0" y="21"/>
                      <a:pt x="0" y="22"/>
                      <a:pt x="0" y="22"/>
                    </a:cubicBezTo>
                    <a:cubicBezTo>
                      <a:pt x="0" y="22"/>
                      <a:pt x="0" y="21"/>
                      <a:pt x="0" y="21"/>
                    </a:cubicBezTo>
                    <a:moveTo>
                      <a:pt x="0" y="21"/>
                    </a:moveTo>
                    <a:cubicBezTo>
                      <a:pt x="0" y="21"/>
                      <a:pt x="0" y="21"/>
                      <a:pt x="0" y="21"/>
                    </a:cubicBezTo>
                    <a:cubicBezTo>
                      <a:pt x="0" y="21"/>
                      <a:pt x="0" y="21"/>
                      <a:pt x="0" y="21"/>
                    </a:cubicBezTo>
                    <a:moveTo>
                      <a:pt x="0" y="21"/>
                    </a:moveTo>
                    <a:cubicBezTo>
                      <a:pt x="0" y="21"/>
                      <a:pt x="0" y="21"/>
                      <a:pt x="0" y="21"/>
                    </a:cubicBezTo>
                    <a:cubicBezTo>
                      <a:pt x="0" y="21"/>
                      <a:pt x="0" y="21"/>
                      <a:pt x="0" y="21"/>
                    </a:cubicBezTo>
                    <a:moveTo>
                      <a:pt x="0" y="20"/>
                    </a:moveTo>
                    <a:cubicBezTo>
                      <a:pt x="0" y="21"/>
                      <a:pt x="0" y="21"/>
                      <a:pt x="0" y="21"/>
                    </a:cubicBezTo>
                    <a:cubicBezTo>
                      <a:pt x="0" y="21"/>
                      <a:pt x="0" y="21"/>
                      <a:pt x="0" y="20"/>
                    </a:cubicBezTo>
                    <a:moveTo>
                      <a:pt x="0" y="20"/>
                    </a:moveTo>
                    <a:cubicBezTo>
                      <a:pt x="0" y="20"/>
                      <a:pt x="0" y="20"/>
                      <a:pt x="0" y="20"/>
                    </a:cubicBezTo>
                    <a:cubicBezTo>
                      <a:pt x="0" y="20"/>
                      <a:pt x="0" y="20"/>
                      <a:pt x="0" y="20"/>
                    </a:cubicBezTo>
                    <a:moveTo>
                      <a:pt x="0" y="19"/>
                    </a:moveTo>
                    <a:cubicBezTo>
                      <a:pt x="0" y="19"/>
                      <a:pt x="0" y="20"/>
                      <a:pt x="0" y="20"/>
                    </a:cubicBezTo>
                    <a:cubicBezTo>
                      <a:pt x="0" y="20"/>
                      <a:pt x="0" y="19"/>
                      <a:pt x="0" y="19"/>
                    </a:cubicBezTo>
                    <a:moveTo>
                      <a:pt x="0" y="19"/>
                    </a:moveTo>
                    <a:cubicBezTo>
                      <a:pt x="0" y="19"/>
                      <a:pt x="0" y="19"/>
                      <a:pt x="0" y="19"/>
                    </a:cubicBezTo>
                    <a:cubicBezTo>
                      <a:pt x="0" y="19"/>
                      <a:pt x="0" y="19"/>
                      <a:pt x="0" y="19"/>
                    </a:cubicBezTo>
                    <a:moveTo>
                      <a:pt x="0" y="19"/>
                    </a:moveTo>
                    <a:cubicBezTo>
                      <a:pt x="0" y="19"/>
                      <a:pt x="0" y="19"/>
                      <a:pt x="0" y="19"/>
                    </a:cubicBezTo>
                    <a:cubicBezTo>
                      <a:pt x="0" y="19"/>
                      <a:pt x="0" y="19"/>
                      <a:pt x="0" y="19"/>
                    </a:cubicBezTo>
                    <a:moveTo>
                      <a:pt x="0" y="18"/>
                    </a:moveTo>
                    <a:cubicBezTo>
                      <a:pt x="0" y="18"/>
                      <a:pt x="0" y="19"/>
                      <a:pt x="0" y="19"/>
                    </a:cubicBezTo>
                    <a:cubicBezTo>
                      <a:pt x="0" y="19"/>
                      <a:pt x="0" y="18"/>
                      <a:pt x="0" y="18"/>
                    </a:cubicBezTo>
                    <a:moveTo>
                      <a:pt x="0" y="18"/>
                    </a:moveTo>
                    <a:cubicBezTo>
                      <a:pt x="0" y="18"/>
                      <a:pt x="0" y="18"/>
                      <a:pt x="0" y="18"/>
                    </a:cubicBezTo>
                    <a:cubicBezTo>
                      <a:pt x="0" y="18"/>
                      <a:pt x="0" y="18"/>
                      <a:pt x="0" y="18"/>
                    </a:cubicBezTo>
                    <a:moveTo>
                      <a:pt x="0" y="18"/>
                    </a:moveTo>
                    <a:cubicBezTo>
                      <a:pt x="0" y="18"/>
                      <a:pt x="0" y="18"/>
                      <a:pt x="0" y="18"/>
                    </a:cubicBezTo>
                    <a:cubicBezTo>
                      <a:pt x="0" y="18"/>
                      <a:pt x="0" y="18"/>
                      <a:pt x="0" y="18"/>
                    </a:cubicBezTo>
                    <a:moveTo>
                      <a:pt x="0" y="18"/>
                    </a:moveTo>
                    <a:cubicBezTo>
                      <a:pt x="0" y="18"/>
                      <a:pt x="0" y="18"/>
                      <a:pt x="0" y="18"/>
                    </a:cubicBezTo>
                    <a:cubicBezTo>
                      <a:pt x="0" y="18"/>
                      <a:pt x="0" y="18"/>
                      <a:pt x="0" y="18"/>
                    </a:cubicBezTo>
                    <a:moveTo>
                      <a:pt x="0" y="17"/>
                    </a:moveTo>
                    <a:cubicBezTo>
                      <a:pt x="0" y="17"/>
                      <a:pt x="0" y="17"/>
                      <a:pt x="0" y="18"/>
                    </a:cubicBezTo>
                    <a:cubicBezTo>
                      <a:pt x="0" y="17"/>
                      <a:pt x="0" y="17"/>
                      <a:pt x="0" y="17"/>
                    </a:cubicBezTo>
                    <a:moveTo>
                      <a:pt x="0" y="17"/>
                    </a:moveTo>
                    <a:cubicBezTo>
                      <a:pt x="0" y="17"/>
                      <a:pt x="0" y="17"/>
                      <a:pt x="0" y="17"/>
                    </a:cubicBezTo>
                    <a:cubicBezTo>
                      <a:pt x="0" y="17"/>
                      <a:pt x="0" y="17"/>
                      <a:pt x="0" y="17"/>
                    </a:cubicBezTo>
                    <a:moveTo>
                      <a:pt x="1" y="16"/>
                    </a:moveTo>
                    <a:cubicBezTo>
                      <a:pt x="1" y="16"/>
                      <a:pt x="0" y="16"/>
                      <a:pt x="0" y="17"/>
                    </a:cubicBezTo>
                    <a:cubicBezTo>
                      <a:pt x="0" y="16"/>
                      <a:pt x="1" y="16"/>
                      <a:pt x="1" y="16"/>
                    </a:cubicBezTo>
                    <a:moveTo>
                      <a:pt x="1" y="16"/>
                    </a:moveTo>
                    <a:cubicBezTo>
                      <a:pt x="1" y="16"/>
                      <a:pt x="1" y="16"/>
                      <a:pt x="1" y="16"/>
                    </a:cubicBezTo>
                    <a:cubicBezTo>
                      <a:pt x="1" y="16"/>
                      <a:pt x="1" y="16"/>
                      <a:pt x="1" y="16"/>
                    </a:cubicBezTo>
                    <a:moveTo>
                      <a:pt x="1" y="15"/>
                    </a:moveTo>
                    <a:cubicBezTo>
                      <a:pt x="1" y="16"/>
                      <a:pt x="1" y="16"/>
                      <a:pt x="1" y="16"/>
                    </a:cubicBezTo>
                    <a:cubicBezTo>
                      <a:pt x="1" y="16"/>
                      <a:pt x="1" y="16"/>
                      <a:pt x="1" y="15"/>
                    </a:cubicBezTo>
                    <a:moveTo>
                      <a:pt x="1" y="15"/>
                    </a:moveTo>
                    <a:cubicBezTo>
                      <a:pt x="1" y="15"/>
                      <a:pt x="1" y="15"/>
                      <a:pt x="1" y="15"/>
                    </a:cubicBezTo>
                    <a:cubicBezTo>
                      <a:pt x="1" y="15"/>
                      <a:pt x="1" y="15"/>
                      <a:pt x="1" y="15"/>
                    </a:cubicBezTo>
                    <a:moveTo>
                      <a:pt x="1" y="15"/>
                    </a:moveTo>
                    <a:cubicBezTo>
                      <a:pt x="1" y="15"/>
                      <a:pt x="1" y="15"/>
                      <a:pt x="1" y="15"/>
                    </a:cubicBezTo>
                    <a:cubicBezTo>
                      <a:pt x="1" y="15"/>
                      <a:pt x="1" y="15"/>
                      <a:pt x="1" y="15"/>
                    </a:cubicBezTo>
                    <a:moveTo>
                      <a:pt x="1" y="15"/>
                    </a:moveTo>
                    <a:cubicBezTo>
                      <a:pt x="1" y="15"/>
                      <a:pt x="1" y="15"/>
                      <a:pt x="1" y="15"/>
                    </a:cubicBezTo>
                    <a:cubicBezTo>
                      <a:pt x="1" y="15"/>
                      <a:pt x="1" y="15"/>
                      <a:pt x="1" y="15"/>
                    </a:cubicBezTo>
                    <a:moveTo>
                      <a:pt x="1" y="14"/>
                    </a:moveTo>
                    <a:cubicBezTo>
                      <a:pt x="1" y="14"/>
                      <a:pt x="1" y="15"/>
                      <a:pt x="1" y="15"/>
                    </a:cubicBezTo>
                    <a:cubicBezTo>
                      <a:pt x="1" y="15"/>
                      <a:pt x="1" y="14"/>
                      <a:pt x="1" y="14"/>
                    </a:cubicBezTo>
                    <a:moveTo>
                      <a:pt x="1" y="14"/>
                    </a:moveTo>
                    <a:cubicBezTo>
                      <a:pt x="1" y="14"/>
                      <a:pt x="1" y="14"/>
                      <a:pt x="1" y="14"/>
                    </a:cubicBezTo>
                    <a:cubicBezTo>
                      <a:pt x="1" y="14"/>
                      <a:pt x="1" y="14"/>
                      <a:pt x="1" y="14"/>
                    </a:cubicBezTo>
                    <a:moveTo>
                      <a:pt x="1" y="13"/>
                    </a:moveTo>
                    <a:cubicBezTo>
                      <a:pt x="1" y="14"/>
                      <a:pt x="1" y="14"/>
                      <a:pt x="1" y="14"/>
                    </a:cubicBezTo>
                    <a:cubicBezTo>
                      <a:pt x="1" y="14"/>
                      <a:pt x="1" y="14"/>
                      <a:pt x="1" y="13"/>
                    </a:cubicBezTo>
                    <a:moveTo>
                      <a:pt x="1" y="13"/>
                    </a:moveTo>
                    <a:cubicBezTo>
                      <a:pt x="1" y="13"/>
                      <a:pt x="1" y="13"/>
                      <a:pt x="1" y="13"/>
                    </a:cubicBezTo>
                    <a:cubicBezTo>
                      <a:pt x="1" y="13"/>
                      <a:pt x="1" y="13"/>
                      <a:pt x="1" y="13"/>
                    </a:cubicBezTo>
                    <a:moveTo>
                      <a:pt x="1" y="12"/>
                    </a:moveTo>
                    <a:cubicBezTo>
                      <a:pt x="1" y="13"/>
                      <a:pt x="1" y="13"/>
                      <a:pt x="1" y="13"/>
                    </a:cubicBezTo>
                    <a:cubicBezTo>
                      <a:pt x="1" y="13"/>
                      <a:pt x="1" y="13"/>
                      <a:pt x="1" y="12"/>
                    </a:cubicBezTo>
                    <a:moveTo>
                      <a:pt x="1" y="12"/>
                    </a:moveTo>
                    <a:cubicBezTo>
                      <a:pt x="1" y="12"/>
                      <a:pt x="1" y="12"/>
                      <a:pt x="1" y="12"/>
                    </a:cubicBezTo>
                    <a:cubicBezTo>
                      <a:pt x="1" y="12"/>
                      <a:pt x="1" y="12"/>
                      <a:pt x="1" y="12"/>
                    </a:cubicBezTo>
                    <a:moveTo>
                      <a:pt x="1" y="12"/>
                    </a:moveTo>
                    <a:cubicBezTo>
                      <a:pt x="1" y="12"/>
                      <a:pt x="1" y="12"/>
                      <a:pt x="1" y="12"/>
                    </a:cubicBezTo>
                    <a:cubicBezTo>
                      <a:pt x="1" y="12"/>
                      <a:pt x="1" y="12"/>
                      <a:pt x="1" y="12"/>
                    </a:cubicBezTo>
                    <a:moveTo>
                      <a:pt x="1" y="11"/>
                    </a:moveTo>
                    <a:cubicBezTo>
                      <a:pt x="1" y="12"/>
                      <a:pt x="1" y="12"/>
                      <a:pt x="1" y="12"/>
                    </a:cubicBezTo>
                    <a:cubicBezTo>
                      <a:pt x="1" y="12"/>
                      <a:pt x="1" y="12"/>
                      <a:pt x="1" y="11"/>
                    </a:cubicBezTo>
                    <a:moveTo>
                      <a:pt x="1" y="11"/>
                    </a:moveTo>
                    <a:cubicBezTo>
                      <a:pt x="1" y="11"/>
                      <a:pt x="1" y="11"/>
                      <a:pt x="1" y="11"/>
                    </a:cubicBezTo>
                    <a:cubicBezTo>
                      <a:pt x="1" y="11"/>
                      <a:pt x="1" y="11"/>
                      <a:pt x="1" y="11"/>
                    </a:cubicBezTo>
                    <a:moveTo>
                      <a:pt x="1" y="11"/>
                    </a:moveTo>
                    <a:cubicBezTo>
                      <a:pt x="1" y="11"/>
                      <a:pt x="1" y="11"/>
                      <a:pt x="1" y="11"/>
                    </a:cubicBezTo>
                    <a:cubicBezTo>
                      <a:pt x="1" y="11"/>
                      <a:pt x="1" y="11"/>
                      <a:pt x="1" y="11"/>
                    </a:cubicBezTo>
                    <a:moveTo>
                      <a:pt x="2" y="11"/>
                    </a:moveTo>
                    <a:cubicBezTo>
                      <a:pt x="2" y="11"/>
                      <a:pt x="1" y="11"/>
                      <a:pt x="1" y="11"/>
                    </a:cubicBezTo>
                    <a:cubicBezTo>
                      <a:pt x="1" y="11"/>
                      <a:pt x="2" y="11"/>
                      <a:pt x="2" y="11"/>
                    </a:cubicBezTo>
                    <a:moveTo>
                      <a:pt x="2" y="10"/>
                    </a:moveTo>
                    <a:cubicBezTo>
                      <a:pt x="2" y="10"/>
                      <a:pt x="2" y="11"/>
                      <a:pt x="2" y="11"/>
                    </a:cubicBezTo>
                    <a:cubicBezTo>
                      <a:pt x="2" y="11"/>
                      <a:pt x="2" y="10"/>
                      <a:pt x="2" y="10"/>
                    </a:cubicBezTo>
                    <a:moveTo>
                      <a:pt x="2" y="10"/>
                    </a:moveTo>
                    <a:cubicBezTo>
                      <a:pt x="2" y="10"/>
                      <a:pt x="2" y="10"/>
                      <a:pt x="2" y="10"/>
                    </a:cubicBezTo>
                    <a:cubicBezTo>
                      <a:pt x="2" y="10"/>
                      <a:pt x="2" y="10"/>
                      <a:pt x="2" y="10"/>
                    </a:cubicBezTo>
                    <a:moveTo>
                      <a:pt x="2" y="10"/>
                    </a:moveTo>
                    <a:cubicBezTo>
                      <a:pt x="2" y="10"/>
                      <a:pt x="2" y="10"/>
                      <a:pt x="2" y="10"/>
                    </a:cubicBezTo>
                    <a:cubicBezTo>
                      <a:pt x="2" y="10"/>
                      <a:pt x="2" y="10"/>
                      <a:pt x="2" y="10"/>
                    </a:cubicBezTo>
                    <a:moveTo>
                      <a:pt x="2" y="9"/>
                    </a:moveTo>
                    <a:cubicBezTo>
                      <a:pt x="2" y="10"/>
                      <a:pt x="2" y="10"/>
                      <a:pt x="2" y="10"/>
                    </a:cubicBezTo>
                    <a:cubicBezTo>
                      <a:pt x="2" y="10"/>
                      <a:pt x="2" y="10"/>
                      <a:pt x="2" y="9"/>
                    </a:cubicBezTo>
                    <a:moveTo>
                      <a:pt x="2" y="9"/>
                    </a:moveTo>
                    <a:cubicBezTo>
                      <a:pt x="2" y="9"/>
                      <a:pt x="2" y="9"/>
                      <a:pt x="2" y="9"/>
                    </a:cubicBezTo>
                    <a:cubicBezTo>
                      <a:pt x="2" y="9"/>
                      <a:pt x="2" y="9"/>
                      <a:pt x="2" y="9"/>
                    </a:cubicBezTo>
                    <a:moveTo>
                      <a:pt x="2" y="9"/>
                    </a:moveTo>
                    <a:cubicBezTo>
                      <a:pt x="2" y="9"/>
                      <a:pt x="2" y="9"/>
                      <a:pt x="2" y="9"/>
                    </a:cubicBezTo>
                    <a:cubicBezTo>
                      <a:pt x="2" y="9"/>
                      <a:pt x="2" y="9"/>
                      <a:pt x="2" y="9"/>
                    </a:cubicBezTo>
                    <a:moveTo>
                      <a:pt x="2" y="9"/>
                    </a:moveTo>
                    <a:cubicBezTo>
                      <a:pt x="2" y="9"/>
                      <a:pt x="2" y="9"/>
                      <a:pt x="2" y="9"/>
                    </a:cubicBezTo>
                    <a:cubicBezTo>
                      <a:pt x="2" y="9"/>
                      <a:pt x="2" y="9"/>
                      <a:pt x="2" y="9"/>
                    </a:cubicBezTo>
                    <a:moveTo>
                      <a:pt x="2" y="8"/>
                    </a:moveTo>
                    <a:cubicBezTo>
                      <a:pt x="2" y="8"/>
                      <a:pt x="2" y="9"/>
                      <a:pt x="2" y="9"/>
                    </a:cubicBezTo>
                    <a:cubicBezTo>
                      <a:pt x="2" y="9"/>
                      <a:pt x="2" y="8"/>
                      <a:pt x="2" y="8"/>
                    </a:cubicBezTo>
                    <a:moveTo>
                      <a:pt x="2" y="8"/>
                    </a:moveTo>
                    <a:cubicBezTo>
                      <a:pt x="2" y="8"/>
                      <a:pt x="2" y="8"/>
                      <a:pt x="2" y="8"/>
                    </a:cubicBezTo>
                    <a:cubicBezTo>
                      <a:pt x="2" y="8"/>
                      <a:pt x="2" y="8"/>
                      <a:pt x="2" y="8"/>
                    </a:cubicBezTo>
                    <a:moveTo>
                      <a:pt x="2" y="8"/>
                    </a:moveTo>
                    <a:cubicBezTo>
                      <a:pt x="2" y="8"/>
                      <a:pt x="2" y="8"/>
                      <a:pt x="2" y="8"/>
                    </a:cubicBezTo>
                    <a:cubicBezTo>
                      <a:pt x="2" y="8"/>
                      <a:pt x="2" y="8"/>
                      <a:pt x="2" y="8"/>
                    </a:cubicBezTo>
                    <a:moveTo>
                      <a:pt x="2" y="8"/>
                    </a:moveTo>
                    <a:cubicBezTo>
                      <a:pt x="2" y="8"/>
                      <a:pt x="2" y="8"/>
                      <a:pt x="2" y="8"/>
                    </a:cubicBezTo>
                    <a:cubicBezTo>
                      <a:pt x="2" y="8"/>
                      <a:pt x="2" y="8"/>
                      <a:pt x="2" y="8"/>
                    </a:cubicBezTo>
                    <a:moveTo>
                      <a:pt x="2" y="7"/>
                    </a:moveTo>
                    <a:cubicBezTo>
                      <a:pt x="2" y="7"/>
                      <a:pt x="2" y="7"/>
                      <a:pt x="2" y="7"/>
                    </a:cubicBezTo>
                    <a:cubicBezTo>
                      <a:pt x="2" y="7"/>
                      <a:pt x="2" y="7"/>
                      <a:pt x="2" y="7"/>
                    </a:cubicBezTo>
                    <a:moveTo>
                      <a:pt x="2" y="7"/>
                    </a:moveTo>
                    <a:cubicBezTo>
                      <a:pt x="2" y="7"/>
                      <a:pt x="2" y="7"/>
                      <a:pt x="2" y="7"/>
                    </a:cubicBezTo>
                    <a:cubicBezTo>
                      <a:pt x="2" y="7"/>
                      <a:pt x="2" y="7"/>
                      <a:pt x="2" y="7"/>
                    </a:cubicBezTo>
                    <a:moveTo>
                      <a:pt x="2" y="7"/>
                    </a:moveTo>
                    <a:cubicBezTo>
                      <a:pt x="2" y="7"/>
                      <a:pt x="2" y="7"/>
                      <a:pt x="2" y="7"/>
                    </a:cubicBezTo>
                    <a:cubicBezTo>
                      <a:pt x="2" y="7"/>
                      <a:pt x="2" y="7"/>
                      <a:pt x="2" y="7"/>
                    </a:cubicBezTo>
                    <a:moveTo>
                      <a:pt x="3" y="6"/>
                    </a:moveTo>
                    <a:cubicBezTo>
                      <a:pt x="3" y="6"/>
                      <a:pt x="2" y="7"/>
                      <a:pt x="2" y="7"/>
                    </a:cubicBezTo>
                    <a:cubicBezTo>
                      <a:pt x="2" y="7"/>
                      <a:pt x="3" y="6"/>
                      <a:pt x="3" y="6"/>
                    </a:cubicBezTo>
                    <a:moveTo>
                      <a:pt x="3" y="6"/>
                    </a:moveTo>
                    <a:cubicBezTo>
                      <a:pt x="3" y="6"/>
                      <a:pt x="3" y="6"/>
                      <a:pt x="3" y="6"/>
                    </a:cubicBezTo>
                    <a:cubicBezTo>
                      <a:pt x="3" y="6"/>
                      <a:pt x="3" y="6"/>
                      <a:pt x="3" y="6"/>
                    </a:cubicBezTo>
                    <a:moveTo>
                      <a:pt x="3" y="6"/>
                    </a:moveTo>
                    <a:cubicBezTo>
                      <a:pt x="3" y="6"/>
                      <a:pt x="3" y="6"/>
                      <a:pt x="3" y="6"/>
                    </a:cubicBezTo>
                    <a:cubicBezTo>
                      <a:pt x="3" y="6"/>
                      <a:pt x="3" y="6"/>
                      <a:pt x="3" y="6"/>
                    </a:cubicBezTo>
                    <a:moveTo>
                      <a:pt x="3" y="6"/>
                    </a:moveTo>
                    <a:cubicBezTo>
                      <a:pt x="3" y="6"/>
                      <a:pt x="3" y="6"/>
                      <a:pt x="3" y="6"/>
                    </a:cubicBezTo>
                    <a:cubicBezTo>
                      <a:pt x="3" y="6"/>
                      <a:pt x="3" y="6"/>
                      <a:pt x="3" y="6"/>
                    </a:cubicBezTo>
                    <a:moveTo>
                      <a:pt x="3" y="5"/>
                    </a:moveTo>
                    <a:cubicBezTo>
                      <a:pt x="3" y="5"/>
                      <a:pt x="3" y="5"/>
                      <a:pt x="3" y="5"/>
                    </a:cubicBezTo>
                    <a:cubicBezTo>
                      <a:pt x="3" y="5"/>
                      <a:pt x="3" y="5"/>
                      <a:pt x="3" y="5"/>
                    </a:cubicBezTo>
                    <a:moveTo>
                      <a:pt x="3" y="5"/>
                    </a:moveTo>
                    <a:cubicBezTo>
                      <a:pt x="3" y="5"/>
                      <a:pt x="3" y="5"/>
                      <a:pt x="3" y="5"/>
                    </a:cubicBezTo>
                    <a:cubicBezTo>
                      <a:pt x="3" y="5"/>
                      <a:pt x="3" y="5"/>
                      <a:pt x="3" y="5"/>
                    </a:cubicBezTo>
                    <a:moveTo>
                      <a:pt x="3" y="5"/>
                    </a:moveTo>
                    <a:cubicBezTo>
                      <a:pt x="3" y="5"/>
                      <a:pt x="3" y="5"/>
                      <a:pt x="3" y="5"/>
                    </a:cubicBezTo>
                    <a:cubicBezTo>
                      <a:pt x="3" y="5"/>
                      <a:pt x="3" y="5"/>
                      <a:pt x="3" y="5"/>
                    </a:cubicBezTo>
                    <a:moveTo>
                      <a:pt x="3" y="4"/>
                    </a:moveTo>
                    <a:cubicBezTo>
                      <a:pt x="3" y="5"/>
                      <a:pt x="3" y="5"/>
                      <a:pt x="3" y="5"/>
                    </a:cubicBezTo>
                    <a:cubicBezTo>
                      <a:pt x="3" y="5"/>
                      <a:pt x="3" y="5"/>
                      <a:pt x="3" y="4"/>
                    </a:cubicBezTo>
                    <a:moveTo>
                      <a:pt x="3" y="4"/>
                    </a:moveTo>
                    <a:cubicBezTo>
                      <a:pt x="3" y="4"/>
                      <a:pt x="3" y="4"/>
                      <a:pt x="3" y="4"/>
                    </a:cubicBezTo>
                    <a:cubicBezTo>
                      <a:pt x="3" y="4"/>
                      <a:pt x="3" y="4"/>
                      <a:pt x="3" y="4"/>
                    </a:cubicBezTo>
                    <a:moveTo>
                      <a:pt x="3" y="4"/>
                    </a:moveTo>
                    <a:cubicBezTo>
                      <a:pt x="3" y="4"/>
                      <a:pt x="3" y="4"/>
                      <a:pt x="3" y="4"/>
                    </a:cubicBezTo>
                    <a:cubicBezTo>
                      <a:pt x="3" y="4"/>
                      <a:pt x="3" y="4"/>
                      <a:pt x="3" y="4"/>
                    </a:cubicBezTo>
                    <a:moveTo>
                      <a:pt x="3" y="4"/>
                    </a:moveTo>
                    <a:cubicBezTo>
                      <a:pt x="3" y="4"/>
                      <a:pt x="3" y="4"/>
                      <a:pt x="3" y="4"/>
                    </a:cubicBezTo>
                    <a:cubicBezTo>
                      <a:pt x="3" y="4"/>
                      <a:pt x="3" y="4"/>
                      <a:pt x="3" y="4"/>
                    </a:cubicBezTo>
                    <a:moveTo>
                      <a:pt x="3" y="3"/>
                    </a:moveTo>
                    <a:cubicBezTo>
                      <a:pt x="3" y="3"/>
                      <a:pt x="3" y="3"/>
                      <a:pt x="3" y="4"/>
                    </a:cubicBezTo>
                    <a:cubicBezTo>
                      <a:pt x="3" y="3"/>
                      <a:pt x="3" y="3"/>
                      <a:pt x="3" y="3"/>
                    </a:cubicBezTo>
                    <a:moveTo>
                      <a:pt x="3" y="3"/>
                    </a:moveTo>
                    <a:cubicBezTo>
                      <a:pt x="3" y="3"/>
                      <a:pt x="3" y="3"/>
                      <a:pt x="3" y="3"/>
                    </a:cubicBezTo>
                    <a:cubicBezTo>
                      <a:pt x="3" y="3"/>
                      <a:pt x="3" y="3"/>
                      <a:pt x="3" y="3"/>
                    </a:cubicBezTo>
                    <a:moveTo>
                      <a:pt x="4" y="3"/>
                    </a:moveTo>
                    <a:cubicBezTo>
                      <a:pt x="4" y="3"/>
                      <a:pt x="4" y="3"/>
                      <a:pt x="3" y="3"/>
                    </a:cubicBezTo>
                    <a:cubicBezTo>
                      <a:pt x="4" y="3"/>
                      <a:pt x="4" y="3"/>
                      <a:pt x="4" y="3"/>
                    </a:cubicBezTo>
                    <a:moveTo>
                      <a:pt x="4" y="3"/>
                    </a:moveTo>
                    <a:cubicBezTo>
                      <a:pt x="4" y="3"/>
                      <a:pt x="4" y="3"/>
                      <a:pt x="4" y="3"/>
                    </a:cubicBezTo>
                    <a:cubicBezTo>
                      <a:pt x="4" y="3"/>
                      <a:pt x="4" y="3"/>
                      <a:pt x="4" y="3"/>
                    </a:cubicBezTo>
                    <a:moveTo>
                      <a:pt x="4" y="2"/>
                    </a:moveTo>
                    <a:cubicBezTo>
                      <a:pt x="4" y="2"/>
                      <a:pt x="4" y="2"/>
                      <a:pt x="4" y="2"/>
                    </a:cubicBezTo>
                    <a:cubicBezTo>
                      <a:pt x="4" y="2"/>
                      <a:pt x="4" y="2"/>
                      <a:pt x="4" y="2"/>
                    </a:cubicBezTo>
                    <a:moveTo>
                      <a:pt x="4" y="2"/>
                    </a:moveTo>
                    <a:cubicBezTo>
                      <a:pt x="4" y="2"/>
                      <a:pt x="4" y="2"/>
                      <a:pt x="4" y="2"/>
                    </a:cubicBezTo>
                    <a:cubicBezTo>
                      <a:pt x="4" y="2"/>
                      <a:pt x="4" y="2"/>
                      <a:pt x="4" y="2"/>
                    </a:cubicBezTo>
                    <a:moveTo>
                      <a:pt x="4" y="1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4" y="1"/>
                      <a:pt x="4" y="1"/>
                    </a:cubicBezTo>
                    <a:moveTo>
                      <a:pt x="4" y="1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4" y="1"/>
                      <a:pt x="4" y="1"/>
                    </a:cubicBezTo>
                    <a:moveTo>
                      <a:pt x="4" y="0"/>
                    </a:moveTo>
                    <a:cubicBezTo>
                      <a:pt x="4" y="0"/>
                      <a:pt x="4" y="0"/>
                      <a:pt x="4" y="0"/>
                    </a:cubicBezTo>
                    <a:cubicBezTo>
                      <a:pt x="4" y="0"/>
                      <a:pt x="4" y="0"/>
                      <a:pt x="4" y="0"/>
                    </a:cubicBezTo>
                  </a:path>
                </a:pathLst>
              </a:custGeom>
              <a:solidFill>
                <a:srgbClr val="E56A0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169" name="Freeform 35"/>
              <p:cNvSpPr>
                <a:spLocks/>
              </p:cNvSpPr>
              <p:nvPr/>
            </p:nvSpPr>
            <p:spPr bwMode="auto">
              <a:xfrm>
                <a:off x="2511425" y="2494353"/>
                <a:ext cx="190500" cy="425450"/>
              </a:xfrm>
              <a:custGeom>
                <a:avLst/>
                <a:gdLst>
                  <a:gd name="T0" fmla="*/ 4 w 78"/>
                  <a:gd name="T1" fmla="*/ 53 h 174"/>
                  <a:gd name="T2" fmla="*/ 4 w 78"/>
                  <a:gd name="T3" fmla="*/ 54 h 174"/>
                  <a:gd name="T4" fmla="*/ 3 w 78"/>
                  <a:gd name="T5" fmla="*/ 55 h 174"/>
                  <a:gd name="T6" fmla="*/ 3 w 78"/>
                  <a:gd name="T7" fmla="*/ 56 h 174"/>
                  <a:gd name="T8" fmla="*/ 3 w 78"/>
                  <a:gd name="T9" fmla="*/ 56 h 174"/>
                  <a:gd name="T10" fmla="*/ 3 w 78"/>
                  <a:gd name="T11" fmla="*/ 57 h 174"/>
                  <a:gd name="T12" fmla="*/ 3 w 78"/>
                  <a:gd name="T13" fmla="*/ 58 h 174"/>
                  <a:gd name="T14" fmla="*/ 3 w 78"/>
                  <a:gd name="T15" fmla="*/ 58 h 174"/>
                  <a:gd name="T16" fmla="*/ 2 w 78"/>
                  <a:gd name="T17" fmla="*/ 59 h 174"/>
                  <a:gd name="T18" fmla="*/ 2 w 78"/>
                  <a:gd name="T19" fmla="*/ 60 h 174"/>
                  <a:gd name="T20" fmla="*/ 2 w 78"/>
                  <a:gd name="T21" fmla="*/ 61 h 174"/>
                  <a:gd name="T22" fmla="*/ 2 w 78"/>
                  <a:gd name="T23" fmla="*/ 61 h 174"/>
                  <a:gd name="T24" fmla="*/ 2 w 78"/>
                  <a:gd name="T25" fmla="*/ 62 h 174"/>
                  <a:gd name="T26" fmla="*/ 2 w 78"/>
                  <a:gd name="T27" fmla="*/ 63 h 174"/>
                  <a:gd name="T28" fmla="*/ 1 w 78"/>
                  <a:gd name="T29" fmla="*/ 63 h 174"/>
                  <a:gd name="T30" fmla="*/ 1 w 78"/>
                  <a:gd name="T31" fmla="*/ 64 h 174"/>
                  <a:gd name="T32" fmla="*/ 1 w 78"/>
                  <a:gd name="T33" fmla="*/ 65 h 174"/>
                  <a:gd name="T34" fmla="*/ 1 w 78"/>
                  <a:gd name="T35" fmla="*/ 66 h 174"/>
                  <a:gd name="T36" fmla="*/ 1 w 78"/>
                  <a:gd name="T37" fmla="*/ 67 h 174"/>
                  <a:gd name="T38" fmla="*/ 1 w 78"/>
                  <a:gd name="T39" fmla="*/ 68 h 174"/>
                  <a:gd name="T40" fmla="*/ 0 w 78"/>
                  <a:gd name="T41" fmla="*/ 69 h 174"/>
                  <a:gd name="T42" fmla="*/ 0 w 78"/>
                  <a:gd name="T43" fmla="*/ 70 h 174"/>
                  <a:gd name="T44" fmla="*/ 0 w 78"/>
                  <a:gd name="T45" fmla="*/ 71 h 174"/>
                  <a:gd name="T46" fmla="*/ 0 w 78"/>
                  <a:gd name="T47" fmla="*/ 71 h 174"/>
                  <a:gd name="T48" fmla="*/ 0 w 78"/>
                  <a:gd name="T49" fmla="*/ 73 h 174"/>
                  <a:gd name="T50" fmla="*/ 0 w 78"/>
                  <a:gd name="T51" fmla="*/ 73 h 174"/>
                  <a:gd name="T52" fmla="*/ 0 w 78"/>
                  <a:gd name="T53" fmla="*/ 74 h 174"/>
                  <a:gd name="T54" fmla="*/ 0 w 78"/>
                  <a:gd name="T55" fmla="*/ 75 h 174"/>
                  <a:gd name="T56" fmla="*/ 0 w 78"/>
                  <a:gd name="T57" fmla="*/ 76 h 174"/>
                  <a:gd name="T58" fmla="*/ 0 w 78"/>
                  <a:gd name="T59" fmla="*/ 77 h 174"/>
                  <a:gd name="T60" fmla="*/ 0 w 78"/>
                  <a:gd name="T61" fmla="*/ 77 h 174"/>
                  <a:gd name="T62" fmla="*/ 0 w 78"/>
                  <a:gd name="T63" fmla="*/ 78 h 174"/>
                  <a:gd name="T64" fmla="*/ 0 w 78"/>
                  <a:gd name="T65" fmla="*/ 79 h 174"/>
                  <a:gd name="T66" fmla="*/ 0 w 78"/>
                  <a:gd name="T67" fmla="*/ 80 h 174"/>
                  <a:gd name="T68" fmla="*/ 0 w 78"/>
                  <a:gd name="T69" fmla="*/ 81 h 174"/>
                  <a:gd name="T70" fmla="*/ 0 w 78"/>
                  <a:gd name="T71" fmla="*/ 81 h 174"/>
                  <a:gd name="T72" fmla="*/ 0 w 78"/>
                  <a:gd name="T73" fmla="*/ 82 h 174"/>
                  <a:gd name="T74" fmla="*/ 0 w 78"/>
                  <a:gd name="T75" fmla="*/ 83 h 174"/>
                  <a:gd name="T76" fmla="*/ 0 w 78"/>
                  <a:gd name="T77" fmla="*/ 84 h 174"/>
                  <a:gd name="T78" fmla="*/ 0 w 78"/>
                  <a:gd name="T79" fmla="*/ 84 h 174"/>
                  <a:gd name="T80" fmla="*/ 0 w 78"/>
                  <a:gd name="T81" fmla="*/ 85 h 174"/>
                  <a:gd name="T82" fmla="*/ 0 w 78"/>
                  <a:gd name="T83" fmla="*/ 86 h 174"/>
                  <a:gd name="T84" fmla="*/ 0 w 78"/>
                  <a:gd name="T85" fmla="*/ 87 h 174"/>
                  <a:gd name="T86" fmla="*/ 0 w 78"/>
                  <a:gd name="T87" fmla="*/ 87 h 174"/>
                  <a:gd name="T88" fmla="*/ 0 w 78"/>
                  <a:gd name="T89" fmla="*/ 88 h 174"/>
                  <a:gd name="T90" fmla="*/ 0 w 78"/>
                  <a:gd name="T91" fmla="*/ 89 h 174"/>
                  <a:gd name="T92" fmla="*/ 0 w 78"/>
                  <a:gd name="T93" fmla="*/ 90 h 174"/>
                  <a:gd name="T94" fmla="*/ 0 w 78"/>
                  <a:gd name="T95" fmla="*/ 90 h 174"/>
                  <a:gd name="T96" fmla="*/ 0 w 78"/>
                  <a:gd name="T97" fmla="*/ 91 h 174"/>
                  <a:gd name="T98" fmla="*/ 0 w 78"/>
                  <a:gd name="T99" fmla="*/ 92 h 174"/>
                  <a:gd name="T100" fmla="*/ 0 w 78"/>
                  <a:gd name="T101" fmla="*/ 92 h 174"/>
                  <a:gd name="T102" fmla="*/ 0 w 78"/>
                  <a:gd name="T103" fmla="*/ 94 h 174"/>
                  <a:gd name="T104" fmla="*/ 0 w 78"/>
                  <a:gd name="T105" fmla="*/ 94 h 174"/>
                  <a:gd name="T106" fmla="*/ 1 w 78"/>
                  <a:gd name="T107" fmla="*/ 97 h 174"/>
                  <a:gd name="T108" fmla="*/ 15 w 78"/>
                  <a:gd name="T109" fmla="*/ 78 h 1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78" h="174">
                    <a:moveTo>
                      <a:pt x="48" y="0"/>
                    </a:moveTo>
                    <a:cubicBezTo>
                      <a:pt x="28" y="11"/>
                      <a:pt x="12" y="30"/>
                      <a:pt x="4" y="52"/>
                    </a:cubicBezTo>
                    <a:cubicBezTo>
                      <a:pt x="4" y="52"/>
                      <a:pt x="4" y="52"/>
                      <a:pt x="4" y="52"/>
                    </a:cubicBezTo>
                    <a:cubicBezTo>
                      <a:pt x="4" y="52"/>
                      <a:pt x="4" y="52"/>
                      <a:pt x="4" y="53"/>
                    </a:cubicBezTo>
                    <a:cubicBezTo>
                      <a:pt x="4" y="53"/>
                      <a:pt x="4" y="53"/>
                      <a:pt x="4" y="53"/>
                    </a:cubicBezTo>
                    <a:cubicBezTo>
                      <a:pt x="4" y="53"/>
                      <a:pt x="4" y="53"/>
                      <a:pt x="4" y="53"/>
                    </a:cubicBezTo>
                    <a:cubicBezTo>
                      <a:pt x="4" y="53"/>
                      <a:pt x="4" y="53"/>
                      <a:pt x="4" y="53"/>
                    </a:cubicBezTo>
                    <a:cubicBezTo>
                      <a:pt x="4" y="53"/>
                      <a:pt x="4" y="54"/>
                      <a:pt x="4" y="54"/>
                    </a:cubicBezTo>
                    <a:cubicBezTo>
                      <a:pt x="4" y="54"/>
                      <a:pt x="4" y="54"/>
                      <a:pt x="4" y="54"/>
                    </a:cubicBezTo>
                    <a:cubicBezTo>
                      <a:pt x="4" y="54"/>
                      <a:pt x="4" y="54"/>
                      <a:pt x="4" y="54"/>
                    </a:cubicBezTo>
                    <a:cubicBezTo>
                      <a:pt x="4" y="54"/>
                      <a:pt x="4" y="54"/>
                      <a:pt x="4" y="54"/>
                    </a:cubicBezTo>
                    <a:cubicBezTo>
                      <a:pt x="4" y="54"/>
                      <a:pt x="4" y="54"/>
                      <a:pt x="4" y="55"/>
                    </a:cubicBezTo>
                    <a:cubicBezTo>
                      <a:pt x="4" y="55"/>
                      <a:pt x="4" y="55"/>
                      <a:pt x="4" y="55"/>
                    </a:cubicBezTo>
                    <a:cubicBezTo>
                      <a:pt x="4" y="55"/>
                      <a:pt x="4" y="55"/>
                      <a:pt x="4" y="55"/>
                    </a:cubicBezTo>
                    <a:cubicBezTo>
                      <a:pt x="4" y="55"/>
                      <a:pt x="4" y="55"/>
                      <a:pt x="3" y="55"/>
                    </a:cubicBezTo>
                    <a:cubicBezTo>
                      <a:pt x="3" y="55"/>
                      <a:pt x="3" y="55"/>
                      <a:pt x="3" y="55"/>
                    </a:cubicBezTo>
                    <a:cubicBezTo>
                      <a:pt x="3" y="55"/>
                      <a:pt x="3" y="55"/>
                      <a:pt x="3" y="55"/>
                    </a:cubicBezTo>
                    <a:cubicBezTo>
                      <a:pt x="3" y="55"/>
                      <a:pt x="3" y="55"/>
                      <a:pt x="3" y="55"/>
                    </a:cubicBezTo>
                    <a:cubicBezTo>
                      <a:pt x="3" y="55"/>
                      <a:pt x="3" y="55"/>
                      <a:pt x="3" y="56"/>
                    </a:cubicBezTo>
                    <a:cubicBezTo>
                      <a:pt x="3" y="56"/>
                      <a:pt x="3" y="56"/>
                      <a:pt x="3" y="56"/>
                    </a:cubicBezTo>
                    <a:cubicBezTo>
                      <a:pt x="3" y="56"/>
                      <a:pt x="3" y="56"/>
                      <a:pt x="3" y="56"/>
                    </a:cubicBezTo>
                    <a:cubicBezTo>
                      <a:pt x="3" y="56"/>
                      <a:pt x="3" y="56"/>
                      <a:pt x="3" y="56"/>
                    </a:cubicBezTo>
                    <a:cubicBezTo>
                      <a:pt x="3" y="56"/>
                      <a:pt x="3" y="56"/>
                      <a:pt x="3" y="56"/>
                    </a:cubicBezTo>
                    <a:cubicBezTo>
                      <a:pt x="3" y="56"/>
                      <a:pt x="3" y="56"/>
                      <a:pt x="3" y="56"/>
                    </a:cubicBezTo>
                    <a:cubicBezTo>
                      <a:pt x="3" y="56"/>
                      <a:pt x="3" y="56"/>
                      <a:pt x="3" y="56"/>
                    </a:cubicBezTo>
                    <a:cubicBezTo>
                      <a:pt x="3" y="56"/>
                      <a:pt x="3" y="56"/>
                      <a:pt x="3" y="56"/>
                    </a:cubicBezTo>
                    <a:cubicBezTo>
                      <a:pt x="3" y="57"/>
                      <a:pt x="3" y="57"/>
                      <a:pt x="3" y="57"/>
                    </a:cubicBezTo>
                    <a:cubicBezTo>
                      <a:pt x="3" y="57"/>
                      <a:pt x="3" y="57"/>
                      <a:pt x="3" y="57"/>
                    </a:cubicBezTo>
                    <a:cubicBezTo>
                      <a:pt x="3" y="57"/>
                      <a:pt x="3" y="57"/>
                      <a:pt x="3" y="57"/>
                    </a:cubicBezTo>
                    <a:cubicBezTo>
                      <a:pt x="3" y="57"/>
                      <a:pt x="3" y="57"/>
                      <a:pt x="3" y="57"/>
                    </a:cubicBezTo>
                    <a:cubicBezTo>
                      <a:pt x="3" y="57"/>
                      <a:pt x="3" y="57"/>
                      <a:pt x="3" y="57"/>
                    </a:cubicBezTo>
                    <a:cubicBezTo>
                      <a:pt x="3" y="57"/>
                      <a:pt x="3" y="57"/>
                      <a:pt x="3" y="57"/>
                    </a:cubicBezTo>
                    <a:cubicBezTo>
                      <a:pt x="3" y="57"/>
                      <a:pt x="3" y="57"/>
                      <a:pt x="3" y="57"/>
                    </a:cubicBezTo>
                    <a:cubicBezTo>
                      <a:pt x="3" y="58"/>
                      <a:pt x="3" y="58"/>
                      <a:pt x="3" y="58"/>
                    </a:cubicBezTo>
                    <a:cubicBezTo>
                      <a:pt x="3" y="58"/>
                      <a:pt x="3" y="58"/>
                      <a:pt x="3" y="58"/>
                    </a:cubicBezTo>
                    <a:cubicBezTo>
                      <a:pt x="3" y="58"/>
                      <a:pt x="3" y="58"/>
                      <a:pt x="3" y="58"/>
                    </a:cubicBezTo>
                    <a:cubicBezTo>
                      <a:pt x="3" y="58"/>
                      <a:pt x="3" y="58"/>
                      <a:pt x="3" y="58"/>
                    </a:cubicBezTo>
                    <a:cubicBezTo>
                      <a:pt x="3" y="58"/>
                      <a:pt x="3" y="58"/>
                      <a:pt x="3" y="58"/>
                    </a:cubicBezTo>
                    <a:cubicBezTo>
                      <a:pt x="3" y="58"/>
                      <a:pt x="3" y="58"/>
                      <a:pt x="3" y="58"/>
                    </a:cubicBezTo>
                    <a:cubicBezTo>
                      <a:pt x="3" y="58"/>
                      <a:pt x="3" y="58"/>
                      <a:pt x="3" y="58"/>
                    </a:cubicBezTo>
                    <a:cubicBezTo>
                      <a:pt x="3" y="58"/>
                      <a:pt x="2" y="59"/>
                      <a:pt x="2" y="59"/>
                    </a:cubicBezTo>
                    <a:cubicBezTo>
                      <a:pt x="2" y="59"/>
                      <a:pt x="2" y="59"/>
                      <a:pt x="2" y="59"/>
                    </a:cubicBezTo>
                    <a:cubicBezTo>
                      <a:pt x="2" y="59"/>
                      <a:pt x="2" y="59"/>
                      <a:pt x="2" y="59"/>
                    </a:cubicBezTo>
                    <a:cubicBezTo>
                      <a:pt x="2" y="59"/>
                      <a:pt x="2" y="59"/>
                      <a:pt x="2" y="59"/>
                    </a:cubicBezTo>
                    <a:cubicBezTo>
                      <a:pt x="2" y="59"/>
                      <a:pt x="2" y="59"/>
                      <a:pt x="2" y="59"/>
                    </a:cubicBezTo>
                    <a:cubicBezTo>
                      <a:pt x="2" y="59"/>
                      <a:pt x="2" y="59"/>
                      <a:pt x="2" y="59"/>
                    </a:cubicBezTo>
                    <a:cubicBezTo>
                      <a:pt x="2" y="59"/>
                      <a:pt x="2" y="59"/>
                      <a:pt x="2" y="59"/>
                    </a:cubicBezTo>
                    <a:cubicBezTo>
                      <a:pt x="2" y="59"/>
                      <a:pt x="2" y="59"/>
                      <a:pt x="2" y="60"/>
                    </a:cubicBezTo>
                    <a:cubicBezTo>
                      <a:pt x="2" y="60"/>
                      <a:pt x="2" y="60"/>
                      <a:pt x="2" y="60"/>
                    </a:cubicBezTo>
                    <a:cubicBezTo>
                      <a:pt x="2" y="60"/>
                      <a:pt x="2" y="60"/>
                      <a:pt x="2" y="60"/>
                    </a:cubicBezTo>
                    <a:cubicBezTo>
                      <a:pt x="2" y="60"/>
                      <a:pt x="2" y="60"/>
                      <a:pt x="2" y="60"/>
                    </a:cubicBezTo>
                    <a:cubicBezTo>
                      <a:pt x="2" y="60"/>
                      <a:pt x="2" y="60"/>
                      <a:pt x="2" y="60"/>
                    </a:cubicBezTo>
                    <a:cubicBezTo>
                      <a:pt x="2" y="60"/>
                      <a:pt x="2" y="60"/>
                      <a:pt x="2" y="60"/>
                    </a:cubicBezTo>
                    <a:cubicBezTo>
                      <a:pt x="2" y="60"/>
                      <a:pt x="2" y="60"/>
                      <a:pt x="2" y="60"/>
                    </a:cubicBezTo>
                    <a:cubicBezTo>
                      <a:pt x="2" y="60"/>
                      <a:pt x="2" y="61"/>
                      <a:pt x="2" y="61"/>
                    </a:cubicBezTo>
                    <a:cubicBezTo>
                      <a:pt x="2" y="61"/>
                      <a:pt x="2" y="61"/>
                      <a:pt x="2" y="61"/>
                    </a:cubicBezTo>
                    <a:cubicBezTo>
                      <a:pt x="2" y="61"/>
                      <a:pt x="2" y="61"/>
                      <a:pt x="2" y="61"/>
                    </a:cubicBezTo>
                    <a:cubicBezTo>
                      <a:pt x="2" y="61"/>
                      <a:pt x="2" y="61"/>
                      <a:pt x="2" y="61"/>
                    </a:cubicBezTo>
                    <a:cubicBezTo>
                      <a:pt x="2" y="61"/>
                      <a:pt x="2" y="61"/>
                      <a:pt x="2" y="61"/>
                    </a:cubicBezTo>
                    <a:cubicBezTo>
                      <a:pt x="2" y="61"/>
                      <a:pt x="2" y="61"/>
                      <a:pt x="2" y="61"/>
                    </a:cubicBezTo>
                    <a:cubicBezTo>
                      <a:pt x="2" y="61"/>
                      <a:pt x="2" y="61"/>
                      <a:pt x="2" y="61"/>
                    </a:cubicBezTo>
                    <a:cubicBezTo>
                      <a:pt x="2" y="61"/>
                      <a:pt x="2" y="61"/>
                      <a:pt x="2" y="61"/>
                    </a:cubicBezTo>
                    <a:cubicBezTo>
                      <a:pt x="2" y="62"/>
                      <a:pt x="2" y="62"/>
                      <a:pt x="2" y="62"/>
                    </a:cubicBezTo>
                    <a:cubicBezTo>
                      <a:pt x="2" y="62"/>
                      <a:pt x="2" y="62"/>
                      <a:pt x="2" y="62"/>
                    </a:cubicBezTo>
                    <a:cubicBezTo>
                      <a:pt x="2" y="62"/>
                      <a:pt x="2" y="62"/>
                      <a:pt x="2" y="62"/>
                    </a:cubicBezTo>
                    <a:cubicBezTo>
                      <a:pt x="2" y="62"/>
                      <a:pt x="2" y="62"/>
                      <a:pt x="2" y="62"/>
                    </a:cubicBezTo>
                    <a:cubicBezTo>
                      <a:pt x="2" y="62"/>
                      <a:pt x="2" y="62"/>
                      <a:pt x="2" y="62"/>
                    </a:cubicBezTo>
                    <a:cubicBezTo>
                      <a:pt x="2" y="62"/>
                      <a:pt x="2" y="62"/>
                      <a:pt x="2" y="62"/>
                    </a:cubicBezTo>
                    <a:cubicBezTo>
                      <a:pt x="2" y="62"/>
                      <a:pt x="2" y="63"/>
                      <a:pt x="2" y="63"/>
                    </a:cubicBezTo>
                    <a:cubicBezTo>
                      <a:pt x="2" y="63"/>
                      <a:pt x="2" y="63"/>
                      <a:pt x="2" y="63"/>
                    </a:cubicBezTo>
                    <a:cubicBezTo>
                      <a:pt x="2" y="63"/>
                      <a:pt x="1" y="63"/>
                      <a:pt x="1" y="63"/>
                    </a:cubicBezTo>
                    <a:cubicBezTo>
                      <a:pt x="1" y="63"/>
                      <a:pt x="1" y="63"/>
                      <a:pt x="1" y="63"/>
                    </a:cubicBezTo>
                    <a:cubicBezTo>
                      <a:pt x="1" y="63"/>
                      <a:pt x="1" y="63"/>
                      <a:pt x="1" y="63"/>
                    </a:cubicBezTo>
                    <a:cubicBezTo>
                      <a:pt x="1" y="63"/>
                      <a:pt x="1" y="63"/>
                      <a:pt x="1" y="63"/>
                    </a:cubicBezTo>
                    <a:cubicBezTo>
                      <a:pt x="1" y="63"/>
                      <a:pt x="1" y="63"/>
                      <a:pt x="1" y="63"/>
                    </a:cubicBezTo>
                    <a:cubicBezTo>
                      <a:pt x="1" y="63"/>
                      <a:pt x="1" y="63"/>
                      <a:pt x="1" y="63"/>
                    </a:cubicBezTo>
                    <a:cubicBezTo>
                      <a:pt x="1" y="64"/>
                      <a:pt x="1" y="64"/>
                      <a:pt x="1" y="64"/>
                    </a:cubicBezTo>
                    <a:cubicBezTo>
                      <a:pt x="1" y="64"/>
                      <a:pt x="1" y="64"/>
                      <a:pt x="1" y="64"/>
                    </a:cubicBezTo>
                    <a:cubicBezTo>
                      <a:pt x="1" y="64"/>
                      <a:pt x="1" y="64"/>
                      <a:pt x="1" y="64"/>
                    </a:cubicBezTo>
                    <a:cubicBezTo>
                      <a:pt x="1" y="64"/>
                      <a:pt x="1" y="64"/>
                      <a:pt x="1" y="64"/>
                    </a:cubicBezTo>
                    <a:cubicBezTo>
                      <a:pt x="1" y="64"/>
                      <a:pt x="1" y="64"/>
                      <a:pt x="1" y="64"/>
                    </a:cubicBezTo>
                    <a:cubicBezTo>
                      <a:pt x="1" y="64"/>
                      <a:pt x="1" y="64"/>
                      <a:pt x="1" y="64"/>
                    </a:cubicBezTo>
                    <a:cubicBezTo>
                      <a:pt x="1" y="65"/>
                      <a:pt x="1" y="65"/>
                      <a:pt x="1" y="65"/>
                    </a:cubicBezTo>
                    <a:cubicBezTo>
                      <a:pt x="1" y="65"/>
                      <a:pt x="1" y="65"/>
                      <a:pt x="1" y="65"/>
                    </a:cubicBezTo>
                    <a:cubicBezTo>
                      <a:pt x="1" y="65"/>
                      <a:pt x="1" y="65"/>
                      <a:pt x="1" y="65"/>
                    </a:cubicBezTo>
                    <a:cubicBezTo>
                      <a:pt x="1" y="65"/>
                      <a:pt x="1" y="65"/>
                      <a:pt x="1" y="65"/>
                    </a:cubicBezTo>
                    <a:cubicBezTo>
                      <a:pt x="1" y="66"/>
                      <a:pt x="1" y="66"/>
                      <a:pt x="1" y="66"/>
                    </a:cubicBezTo>
                    <a:cubicBezTo>
                      <a:pt x="1" y="66"/>
                      <a:pt x="1" y="66"/>
                      <a:pt x="1" y="66"/>
                    </a:cubicBezTo>
                    <a:cubicBezTo>
                      <a:pt x="1" y="66"/>
                      <a:pt x="1" y="66"/>
                      <a:pt x="1" y="66"/>
                    </a:cubicBezTo>
                    <a:cubicBezTo>
                      <a:pt x="1" y="66"/>
                      <a:pt x="1" y="66"/>
                      <a:pt x="1" y="66"/>
                    </a:cubicBezTo>
                    <a:cubicBezTo>
                      <a:pt x="1" y="66"/>
                      <a:pt x="1" y="67"/>
                      <a:pt x="1" y="67"/>
                    </a:cubicBezTo>
                    <a:cubicBezTo>
                      <a:pt x="1" y="67"/>
                      <a:pt x="1" y="67"/>
                      <a:pt x="1" y="67"/>
                    </a:cubicBezTo>
                    <a:cubicBezTo>
                      <a:pt x="1" y="67"/>
                      <a:pt x="1" y="67"/>
                      <a:pt x="1" y="67"/>
                    </a:cubicBezTo>
                    <a:cubicBezTo>
                      <a:pt x="1" y="67"/>
                      <a:pt x="1" y="67"/>
                      <a:pt x="1" y="67"/>
                    </a:cubicBezTo>
                    <a:cubicBezTo>
                      <a:pt x="1" y="67"/>
                      <a:pt x="1" y="67"/>
                      <a:pt x="1" y="67"/>
                    </a:cubicBezTo>
                    <a:cubicBezTo>
                      <a:pt x="1" y="67"/>
                      <a:pt x="1" y="67"/>
                      <a:pt x="1" y="67"/>
                    </a:cubicBezTo>
                    <a:cubicBezTo>
                      <a:pt x="1" y="67"/>
                      <a:pt x="1" y="67"/>
                      <a:pt x="1" y="67"/>
                    </a:cubicBezTo>
                    <a:cubicBezTo>
                      <a:pt x="1" y="67"/>
                      <a:pt x="1" y="67"/>
                      <a:pt x="1" y="67"/>
                    </a:cubicBezTo>
                    <a:cubicBezTo>
                      <a:pt x="1" y="68"/>
                      <a:pt x="1" y="68"/>
                      <a:pt x="1" y="68"/>
                    </a:cubicBezTo>
                    <a:cubicBezTo>
                      <a:pt x="1" y="68"/>
                      <a:pt x="1" y="68"/>
                      <a:pt x="1" y="68"/>
                    </a:cubicBezTo>
                    <a:cubicBezTo>
                      <a:pt x="1" y="68"/>
                      <a:pt x="1" y="68"/>
                      <a:pt x="1" y="68"/>
                    </a:cubicBezTo>
                    <a:cubicBezTo>
                      <a:pt x="1" y="68"/>
                      <a:pt x="1" y="68"/>
                      <a:pt x="1" y="68"/>
                    </a:cubicBezTo>
                    <a:cubicBezTo>
                      <a:pt x="1" y="68"/>
                      <a:pt x="0" y="68"/>
                      <a:pt x="0" y="69"/>
                    </a:cubicBezTo>
                    <a:cubicBezTo>
                      <a:pt x="0" y="69"/>
                      <a:pt x="0" y="69"/>
                      <a:pt x="0" y="69"/>
                    </a:cubicBezTo>
                    <a:cubicBezTo>
                      <a:pt x="0" y="69"/>
                      <a:pt x="0" y="69"/>
                      <a:pt x="0" y="69"/>
                    </a:cubicBezTo>
                    <a:cubicBezTo>
                      <a:pt x="0" y="69"/>
                      <a:pt x="0" y="69"/>
                      <a:pt x="0" y="69"/>
                    </a:cubicBezTo>
                    <a:cubicBezTo>
                      <a:pt x="0" y="69"/>
                      <a:pt x="0" y="69"/>
                      <a:pt x="0" y="70"/>
                    </a:cubicBezTo>
                    <a:cubicBezTo>
                      <a:pt x="0" y="70"/>
                      <a:pt x="0" y="70"/>
                      <a:pt x="0" y="70"/>
                    </a:cubicBezTo>
                    <a:cubicBezTo>
                      <a:pt x="0" y="70"/>
                      <a:pt x="0" y="70"/>
                      <a:pt x="0" y="70"/>
                    </a:cubicBezTo>
                    <a:cubicBezTo>
                      <a:pt x="0" y="70"/>
                      <a:pt x="0" y="70"/>
                      <a:pt x="0" y="70"/>
                    </a:cubicBezTo>
                    <a:cubicBezTo>
                      <a:pt x="0" y="70"/>
                      <a:pt x="0" y="70"/>
                      <a:pt x="0" y="70"/>
                    </a:cubicBezTo>
                    <a:cubicBezTo>
                      <a:pt x="0" y="70"/>
                      <a:pt x="0" y="70"/>
                      <a:pt x="0" y="70"/>
                    </a:cubicBezTo>
                    <a:cubicBezTo>
                      <a:pt x="0" y="70"/>
                      <a:pt x="0" y="70"/>
                      <a:pt x="0" y="70"/>
                    </a:cubicBezTo>
                    <a:cubicBezTo>
                      <a:pt x="0" y="70"/>
                      <a:pt x="0" y="70"/>
                      <a:pt x="0" y="70"/>
                    </a:cubicBezTo>
                    <a:cubicBezTo>
                      <a:pt x="0" y="70"/>
                      <a:pt x="0" y="71"/>
                      <a:pt x="0" y="71"/>
                    </a:cubicBezTo>
                    <a:cubicBezTo>
                      <a:pt x="0" y="71"/>
                      <a:pt x="0" y="71"/>
                      <a:pt x="0" y="71"/>
                    </a:cubicBezTo>
                    <a:cubicBezTo>
                      <a:pt x="0" y="71"/>
                      <a:pt x="0" y="71"/>
                      <a:pt x="0" y="71"/>
                    </a:cubicBezTo>
                    <a:cubicBezTo>
                      <a:pt x="0" y="71"/>
                      <a:pt x="0" y="71"/>
                      <a:pt x="0" y="71"/>
                    </a:cubicBezTo>
                    <a:cubicBezTo>
                      <a:pt x="0" y="71"/>
                      <a:pt x="0" y="71"/>
                      <a:pt x="0" y="71"/>
                    </a:cubicBezTo>
                    <a:cubicBezTo>
                      <a:pt x="0" y="71"/>
                      <a:pt x="0" y="71"/>
                      <a:pt x="0" y="71"/>
                    </a:cubicBezTo>
                    <a:cubicBezTo>
                      <a:pt x="0" y="71"/>
                      <a:pt x="0" y="72"/>
                      <a:pt x="0" y="72"/>
                    </a:cubicBezTo>
                    <a:cubicBezTo>
                      <a:pt x="0" y="72"/>
                      <a:pt x="0" y="72"/>
                      <a:pt x="0" y="72"/>
                    </a:cubicBezTo>
                    <a:cubicBezTo>
                      <a:pt x="0" y="72"/>
                      <a:pt x="0" y="72"/>
                      <a:pt x="0" y="72"/>
                    </a:cubicBezTo>
                    <a:cubicBezTo>
                      <a:pt x="0" y="72"/>
                      <a:pt x="0" y="72"/>
                      <a:pt x="0" y="72"/>
                    </a:cubicBezTo>
                    <a:cubicBezTo>
                      <a:pt x="0" y="73"/>
                      <a:pt x="0" y="73"/>
                      <a:pt x="0" y="73"/>
                    </a:cubicBezTo>
                    <a:cubicBezTo>
                      <a:pt x="0" y="73"/>
                      <a:pt x="0" y="73"/>
                      <a:pt x="0" y="73"/>
                    </a:cubicBezTo>
                    <a:cubicBezTo>
                      <a:pt x="0" y="73"/>
                      <a:pt x="0" y="73"/>
                      <a:pt x="0" y="73"/>
                    </a:cubicBezTo>
                    <a:cubicBezTo>
                      <a:pt x="0" y="73"/>
                      <a:pt x="0" y="73"/>
                      <a:pt x="0" y="73"/>
                    </a:cubicBezTo>
                    <a:cubicBezTo>
                      <a:pt x="0" y="73"/>
                      <a:pt x="0" y="73"/>
                      <a:pt x="0" y="73"/>
                    </a:cubicBezTo>
                    <a:cubicBezTo>
                      <a:pt x="0" y="73"/>
                      <a:pt x="0" y="73"/>
                      <a:pt x="0" y="73"/>
                    </a:cubicBezTo>
                    <a:cubicBezTo>
                      <a:pt x="0" y="73"/>
                      <a:pt x="0" y="74"/>
                      <a:pt x="0" y="74"/>
                    </a:cubicBezTo>
                    <a:cubicBezTo>
                      <a:pt x="0" y="74"/>
                      <a:pt x="0" y="74"/>
                      <a:pt x="0" y="74"/>
                    </a:cubicBezTo>
                    <a:cubicBezTo>
                      <a:pt x="0" y="74"/>
                      <a:pt x="0" y="74"/>
                      <a:pt x="0" y="74"/>
                    </a:cubicBezTo>
                    <a:cubicBezTo>
                      <a:pt x="0" y="74"/>
                      <a:pt x="0" y="74"/>
                      <a:pt x="0" y="74"/>
                    </a:cubicBezTo>
                    <a:cubicBezTo>
                      <a:pt x="0" y="74"/>
                      <a:pt x="0" y="74"/>
                      <a:pt x="0" y="74"/>
                    </a:cubicBezTo>
                    <a:cubicBezTo>
                      <a:pt x="0" y="74"/>
                      <a:pt x="0" y="74"/>
                      <a:pt x="0" y="74"/>
                    </a:cubicBezTo>
                    <a:cubicBezTo>
                      <a:pt x="0" y="74"/>
                      <a:pt x="0" y="74"/>
                      <a:pt x="0" y="74"/>
                    </a:cubicBezTo>
                    <a:cubicBezTo>
                      <a:pt x="0" y="74"/>
                      <a:pt x="0" y="75"/>
                      <a:pt x="0" y="75"/>
                    </a:cubicBezTo>
                    <a:cubicBezTo>
                      <a:pt x="0" y="75"/>
                      <a:pt x="0" y="75"/>
                      <a:pt x="0" y="75"/>
                    </a:cubicBezTo>
                    <a:cubicBezTo>
                      <a:pt x="0" y="75"/>
                      <a:pt x="0" y="75"/>
                      <a:pt x="0" y="75"/>
                    </a:cubicBezTo>
                    <a:cubicBezTo>
                      <a:pt x="0" y="75"/>
                      <a:pt x="0" y="75"/>
                      <a:pt x="0" y="75"/>
                    </a:cubicBezTo>
                    <a:cubicBezTo>
                      <a:pt x="0" y="75"/>
                      <a:pt x="0" y="75"/>
                      <a:pt x="0" y="75"/>
                    </a:cubicBezTo>
                    <a:cubicBezTo>
                      <a:pt x="0" y="75"/>
                      <a:pt x="0" y="75"/>
                      <a:pt x="0" y="76"/>
                    </a:cubicBezTo>
                    <a:cubicBezTo>
                      <a:pt x="0" y="76"/>
                      <a:pt x="0" y="76"/>
                      <a:pt x="0" y="76"/>
                    </a:cubicBezTo>
                    <a:cubicBezTo>
                      <a:pt x="0" y="76"/>
                      <a:pt x="0" y="76"/>
                      <a:pt x="0" y="76"/>
                    </a:cubicBezTo>
                    <a:cubicBezTo>
                      <a:pt x="0" y="76"/>
                      <a:pt x="0" y="76"/>
                      <a:pt x="0" y="76"/>
                    </a:cubicBezTo>
                    <a:cubicBezTo>
                      <a:pt x="0" y="76"/>
                      <a:pt x="0" y="76"/>
                      <a:pt x="0" y="76"/>
                    </a:cubicBezTo>
                    <a:cubicBezTo>
                      <a:pt x="0" y="76"/>
                      <a:pt x="0" y="76"/>
                      <a:pt x="0" y="76"/>
                    </a:cubicBezTo>
                    <a:cubicBezTo>
                      <a:pt x="0" y="76"/>
                      <a:pt x="0" y="76"/>
                      <a:pt x="0" y="77"/>
                    </a:cubicBezTo>
                    <a:cubicBezTo>
                      <a:pt x="0" y="77"/>
                      <a:pt x="0" y="77"/>
                      <a:pt x="0" y="77"/>
                    </a:cubicBezTo>
                    <a:cubicBezTo>
                      <a:pt x="0" y="77"/>
                      <a:pt x="0" y="77"/>
                      <a:pt x="0" y="77"/>
                    </a:cubicBezTo>
                    <a:cubicBezTo>
                      <a:pt x="0" y="77"/>
                      <a:pt x="0" y="77"/>
                      <a:pt x="0" y="77"/>
                    </a:cubicBezTo>
                    <a:cubicBezTo>
                      <a:pt x="0" y="77"/>
                      <a:pt x="0" y="77"/>
                      <a:pt x="0" y="77"/>
                    </a:cubicBezTo>
                    <a:cubicBezTo>
                      <a:pt x="0" y="77"/>
                      <a:pt x="0" y="77"/>
                      <a:pt x="0" y="77"/>
                    </a:cubicBezTo>
                    <a:cubicBezTo>
                      <a:pt x="0" y="77"/>
                      <a:pt x="0" y="77"/>
                      <a:pt x="0" y="77"/>
                    </a:cubicBezTo>
                    <a:cubicBezTo>
                      <a:pt x="0" y="77"/>
                      <a:pt x="0" y="77"/>
                      <a:pt x="0" y="78"/>
                    </a:cubicBezTo>
                    <a:cubicBezTo>
                      <a:pt x="0" y="78"/>
                      <a:pt x="0" y="78"/>
                      <a:pt x="0" y="78"/>
                    </a:cubicBezTo>
                    <a:cubicBezTo>
                      <a:pt x="0" y="78"/>
                      <a:pt x="0" y="78"/>
                      <a:pt x="0" y="78"/>
                    </a:cubicBezTo>
                    <a:cubicBezTo>
                      <a:pt x="0" y="78"/>
                      <a:pt x="0" y="78"/>
                      <a:pt x="0" y="78"/>
                    </a:cubicBezTo>
                    <a:cubicBezTo>
                      <a:pt x="0" y="78"/>
                      <a:pt x="0" y="78"/>
                      <a:pt x="0" y="78"/>
                    </a:cubicBezTo>
                    <a:cubicBezTo>
                      <a:pt x="0" y="78"/>
                      <a:pt x="0" y="78"/>
                      <a:pt x="0" y="78"/>
                    </a:cubicBezTo>
                    <a:cubicBezTo>
                      <a:pt x="0" y="78"/>
                      <a:pt x="0" y="78"/>
                      <a:pt x="0" y="78"/>
                    </a:cubicBezTo>
                    <a:cubicBezTo>
                      <a:pt x="0" y="79"/>
                      <a:pt x="0" y="79"/>
                      <a:pt x="0" y="79"/>
                    </a:cubicBezTo>
                    <a:cubicBezTo>
                      <a:pt x="0" y="79"/>
                      <a:pt x="0" y="79"/>
                      <a:pt x="0" y="79"/>
                    </a:cubicBezTo>
                    <a:cubicBezTo>
                      <a:pt x="0" y="79"/>
                      <a:pt x="0" y="79"/>
                      <a:pt x="0" y="79"/>
                    </a:cubicBezTo>
                    <a:cubicBezTo>
                      <a:pt x="0" y="79"/>
                      <a:pt x="0" y="79"/>
                      <a:pt x="0" y="79"/>
                    </a:cubicBezTo>
                    <a:cubicBezTo>
                      <a:pt x="0" y="79"/>
                      <a:pt x="0" y="79"/>
                      <a:pt x="0" y="80"/>
                    </a:cubicBezTo>
                    <a:cubicBezTo>
                      <a:pt x="0" y="80"/>
                      <a:pt x="0" y="80"/>
                      <a:pt x="0" y="80"/>
                    </a:cubicBezTo>
                    <a:cubicBezTo>
                      <a:pt x="0" y="80"/>
                      <a:pt x="0" y="80"/>
                      <a:pt x="0" y="80"/>
                    </a:cubicBezTo>
                    <a:cubicBezTo>
                      <a:pt x="0" y="80"/>
                      <a:pt x="0" y="80"/>
                      <a:pt x="0" y="80"/>
                    </a:cubicBezTo>
                    <a:cubicBezTo>
                      <a:pt x="0" y="80"/>
                      <a:pt x="0" y="80"/>
                      <a:pt x="0" y="80"/>
                    </a:cubicBezTo>
                    <a:cubicBezTo>
                      <a:pt x="0" y="80"/>
                      <a:pt x="0" y="80"/>
                      <a:pt x="0" y="80"/>
                    </a:cubicBezTo>
                    <a:cubicBezTo>
                      <a:pt x="0" y="80"/>
                      <a:pt x="0" y="80"/>
                      <a:pt x="0" y="80"/>
                    </a:cubicBezTo>
                    <a:cubicBezTo>
                      <a:pt x="0" y="80"/>
                      <a:pt x="0" y="80"/>
                      <a:pt x="0" y="80"/>
                    </a:cubicBezTo>
                    <a:cubicBezTo>
                      <a:pt x="0" y="81"/>
                      <a:pt x="0" y="81"/>
                      <a:pt x="0" y="81"/>
                    </a:cubicBezTo>
                    <a:cubicBezTo>
                      <a:pt x="0" y="81"/>
                      <a:pt x="0" y="81"/>
                      <a:pt x="0" y="81"/>
                    </a:cubicBezTo>
                    <a:cubicBezTo>
                      <a:pt x="0" y="81"/>
                      <a:pt x="0" y="81"/>
                      <a:pt x="0" y="81"/>
                    </a:cubicBezTo>
                    <a:cubicBezTo>
                      <a:pt x="0" y="81"/>
                      <a:pt x="0" y="81"/>
                      <a:pt x="0" y="81"/>
                    </a:cubicBezTo>
                    <a:cubicBezTo>
                      <a:pt x="0" y="81"/>
                      <a:pt x="0" y="81"/>
                      <a:pt x="0" y="81"/>
                    </a:cubicBezTo>
                    <a:cubicBezTo>
                      <a:pt x="0" y="81"/>
                      <a:pt x="0" y="81"/>
                      <a:pt x="0" y="81"/>
                    </a:cubicBezTo>
                    <a:cubicBezTo>
                      <a:pt x="0" y="81"/>
                      <a:pt x="0" y="82"/>
                      <a:pt x="0" y="82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82"/>
                      <a:pt x="0" y="82"/>
                      <a:pt x="0" y="83"/>
                    </a:cubicBezTo>
                    <a:cubicBezTo>
                      <a:pt x="0" y="83"/>
                      <a:pt x="0" y="83"/>
                      <a:pt x="0" y="83"/>
                    </a:cubicBezTo>
                    <a:cubicBezTo>
                      <a:pt x="0" y="83"/>
                      <a:pt x="0" y="83"/>
                      <a:pt x="0" y="83"/>
                    </a:cubicBezTo>
                    <a:cubicBezTo>
                      <a:pt x="0" y="83"/>
                      <a:pt x="0" y="83"/>
                      <a:pt x="0" y="83"/>
                    </a:cubicBezTo>
                    <a:cubicBezTo>
                      <a:pt x="0" y="83"/>
                      <a:pt x="0" y="83"/>
                      <a:pt x="0" y="83"/>
                    </a:cubicBezTo>
                    <a:cubicBezTo>
                      <a:pt x="0" y="83"/>
                      <a:pt x="0" y="83"/>
                      <a:pt x="0" y="83"/>
                    </a:cubicBezTo>
                    <a:cubicBezTo>
                      <a:pt x="0" y="83"/>
                      <a:pt x="0" y="83"/>
                      <a:pt x="0" y="83"/>
                    </a:cubicBezTo>
                    <a:cubicBezTo>
                      <a:pt x="0" y="83"/>
                      <a:pt x="0" y="83"/>
                      <a:pt x="0" y="84"/>
                    </a:cubicBezTo>
                    <a:cubicBezTo>
                      <a:pt x="0" y="84"/>
                      <a:pt x="0" y="84"/>
                      <a:pt x="0" y="84"/>
                    </a:cubicBezTo>
                    <a:cubicBezTo>
                      <a:pt x="0" y="84"/>
                      <a:pt x="0" y="84"/>
                      <a:pt x="0" y="84"/>
                    </a:cubicBezTo>
                    <a:cubicBezTo>
                      <a:pt x="0" y="84"/>
                      <a:pt x="0" y="84"/>
                      <a:pt x="0" y="84"/>
                    </a:cubicBezTo>
                    <a:cubicBezTo>
                      <a:pt x="0" y="84"/>
                      <a:pt x="0" y="84"/>
                      <a:pt x="0" y="84"/>
                    </a:cubicBezTo>
                    <a:cubicBezTo>
                      <a:pt x="0" y="84"/>
                      <a:pt x="0" y="84"/>
                      <a:pt x="0" y="84"/>
                    </a:cubicBezTo>
                    <a:cubicBezTo>
                      <a:pt x="0" y="84"/>
                      <a:pt x="0" y="84"/>
                      <a:pt x="0" y="84"/>
                    </a:cubicBezTo>
                    <a:cubicBezTo>
                      <a:pt x="0" y="84"/>
                      <a:pt x="0" y="85"/>
                      <a:pt x="0" y="85"/>
                    </a:cubicBezTo>
                    <a:cubicBezTo>
                      <a:pt x="0" y="85"/>
                      <a:pt x="0" y="85"/>
                      <a:pt x="0" y="85"/>
                    </a:cubicBezTo>
                    <a:cubicBezTo>
                      <a:pt x="0" y="85"/>
                      <a:pt x="0" y="85"/>
                      <a:pt x="0" y="85"/>
                    </a:cubicBezTo>
                    <a:cubicBezTo>
                      <a:pt x="0" y="85"/>
                      <a:pt x="0" y="85"/>
                      <a:pt x="0" y="85"/>
                    </a:cubicBezTo>
                    <a:cubicBezTo>
                      <a:pt x="0" y="85"/>
                      <a:pt x="0" y="85"/>
                      <a:pt x="0" y="85"/>
                    </a:cubicBezTo>
                    <a:cubicBezTo>
                      <a:pt x="0" y="85"/>
                      <a:pt x="0" y="85"/>
                      <a:pt x="0" y="85"/>
                    </a:cubicBezTo>
                    <a:cubicBezTo>
                      <a:pt x="0" y="85"/>
                      <a:pt x="0" y="85"/>
                      <a:pt x="0" y="86"/>
                    </a:cubicBezTo>
                    <a:cubicBezTo>
                      <a:pt x="0" y="86"/>
                      <a:pt x="0" y="86"/>
                      <a:pt x="0" y="86"/>
                    </a:cubicBezTo>
                    <a:cubicBezTo>
                      <a:pt x="0" y="86"/>
                      <a:pt x="0" y="86"/>
                      <a:pt x="0" y="86"/>
                    </a:cubicBezTo>
                    <a:cubicBezTo>
                      <a:pt x="0" y="86"/>
                      <a:pt x="0" y="86"/>
                      <a:pt x="0" y="86"/>
                    </a:cubicBezTo>
                    <a:cubicBezTo>
                      <a:pt x="0" y="86"/>
                      <a:pt x="0" y="86"/>
                      <a:pt x="0" y="86"/>
                    </a:cubicBezTo>
                    <a:cubicBezTo>
                      <a:pt x="0" y="86"/>
                      <a:pt x="0" y="86"/>
                      <a:pt x="0" y="86"/>
                    </a:cubicBezTo>
                    <a:cubicBezTo>
                      <a:pt x="0" y="86"/>
                      <a:pt x="0" y="86"/>
                      <a:pt x="0" y="86"/>
                    </a:cubicBezTo>
                    <a:cubicBezTo>
                      <a:pt x="0" y="86"/>
                      <a:pt x="0" y="86"/>
                      <a:pt x="0" y="87"/>
                    </a:cubicBezTo>
                    <a:cubicBezTo>
                      <a:pt x="0" y="87"/>
                      <a:pt x="0" y="87"/>
                      <a:pt x="0" y="87"/>
                    </a:cubicBezTo>
                    <a:cubicBezTo>
                      <a:pt x="0" y="87"/>
                      <a:pt x="0" y="87"/>
                      <a:pt x="0" y="87"/>
                    </a:cubicBezTo>
                    <a:cubicBezTo>
                      <a:pt x="0" y="87"/>
                      <a:pt x="0" y="87"/>
                      <a:pt x="0" y="87"/>
                    </a:cubicBezTo>
                    <a:cubicBezTo>
                      <a:pt x="0" y="87"/>
                      <a:pt x="0" y="87"/>
                      <a:pt x="0" y="87"/>
                    </a:cubicBezTo>
                    <a:cubicBezTo>
                      <a:pt x="0" y="87"/>
                      <a:pt x="0" y="87"/>
                      <a:pt x="0" y="87"/>
                    </a:cubicBezTo>
                    <a:cubicBezTo>
                      <a:pt x="0" y="87"/>
                      <a:pt x="0" y="87"/>
                      <a:pt x="0" y="87"/>
                    </a:cubicBezTo>
                    <a:cubicBezTo>
                      <a:pt x="0" y="87"/>
                      <a:pt x="0" y="88"/>
                      <a:pt x="0" y="88"/>
                    </a:cubicBezTo>
                    <a:cubicBezTo>
                      <a:pt x="0" y="88"/>
                      <a:pt x="0" y="88"/>
                      <a:pt x="0" y="88"/>
                    </a:cubicBezTo>
                    <a:cubicBezTo>
                      <a:pt x="0" y="88"/>
                      <a:pt x="0" y="88"/>
                      <a:pt x="0" y="88"/>
                    </a:cubicBezTo>
                    <a:cubicBezTo>
                      <a:pt x="0" y="88"/>
                      <a:pt x="0" y="88"/>
                      <a:pt x="0" y="88"/>
                    </a:cubicBezTo>
                    <a:cubicBezTo>
                      <a:pt x="0" y="88"/>
                      <a:pt x="0" y="88"/>
                      <a:pt x="0" y="88"/>
                    </a:cubicBezTo>
                    <a:cubicBezTo>
                      <a:pt x="0" y="88"/>
                      <a:pt x="0" y="88"/>
                      <a:pt x="0" y="88"/>
                    </a:cubicBezTo>
                    <a:cubicBezTo>
                      <a:pt x="0" y="88"/>
                      <a:pt x="0" y="88"/>
                      <a:pt x="0" y="88"/>
                    </a:cubicBezTo>
                    <a:cubicBezTo>
                      <a:pt x="0" y="89"/>
                      <a:pt x="0" y="89"/>
                      <a:pt x="0" y="89"/>
                    </a:cubicBezTo>
                    <a:cubicBezTo>
                      <a:pt x="0" y="89"/>
                      <a:pt x="0" y="89"/>
                      <a:pt x="0" y="89"/>
                    </a:cubicBezTo>
                    <a:cubicBezTo>
                      <a:pt x="0" y="89"/>
                      <a:pt x="0" y="89"/>
                      <a:pt x="0" y="89"/>
                    </a:cubicBezTo>
                    <a:cubicBezTo>
                      <a:pt x="0" y="89"/>
                      <a:pt x="0" y="89"/>
                      <a:pt x="0" y="89"/>
                    </a:cubicBezTo>
                    <a:cubicBezTo>
                      <a:pt x="0" y="89"/>
                      <a:pt x="0" y="89"/>
                      <a:pt x="0" y="89"/>
                    </a:cubicBezTo>
                    <a:cubicBezTo>
                      <a:pt x="0" y="89"/>
                      <a:pt x="0" y="89"/>
                      <a:pt x="0" y="89"/>
                    </a:cubicBezTo>
                    <a:cubicBezTo>
                      <a:pt x="0" y="89"/>
                      <a:pt x="0" y="89"/>
                      <a:pt x="0" y="89"/>
                    </a:cubicBezTo>
                    <a:cubicBezTo>
                      <a:pt x="0" y="90"/>
                      <a:pt x="0" y="90"/>
                      <a:pt x="0" y="90"/>
                    </a:cubicBezTo>
                    <a:cubicBezTo>
                      <a:pt x="0" y="90"/>
                      <a:pt x="0" y="90"/>
                      <a:pt x="0" y="90"/>
                    </a:cubicBezTo>
                    <a:cubicBezTo>
                      <a:pt x="0" y="90"/>
                      <a:pt x="0" y="90"/>
                      <a:pt x="0" y="90"/>
                    </a:cubicBezTo>
                    <a:cubicBezTo>
                      <a:pt x="0" y="90"/>
                      <a:pt x="0" y="90"/>
                      <a:pt x="0" y="90"/>
                    </a:cubicBezTo>
                    <a:cubicBezTo>
                      <a:pt x="0" y="90"/>
                      <a:pt x="0" y="90"/>
                      <a:pt x="0" y="90"/>
                    </a:cubicBezTo>
                    <a:cubicBezTo>
                      <a:pt x="0" y="90"/>
                      <a:pt x="0" y="90"/>
                      <a:pt x="0" y="90"/>
                    </a:cubicBezTo>
                    <a:cubicBezTo>
                      <a:pt x="0" y="91"/>
                      <a:pt x="0" y="91"/>
                      <a:pt x="0" y="91"/>
                    </a:cubicBezTo>
                    <a:cubicBezTo>
                      <a:pt x="0" y="91"/>
                      <a:pt x="0" y="91"/>
                      <a:pt x="0" y="91"/>
                    </a:cubicBezTo>
                    <a:cubicBezTo>
                      <a:pt x="0" y="91"/>
                      <a:pt x="0" y="91"/>
                      <a:pt x="0" y="91"/>
                    </a:cubicBezTo>
                    <a:cubicBezTo>
                      <a:pt x="0" y="91"/>
                      <a:pt x="0" y="91"/>
                      <a:pt x="0" y="91"/>
                    </a:cubicBezTo>
                    <a:cubicBezTo>
                      <a:pt x="0" y="91"/>
                      <a:pt x="0" y="91"/>
                      <a:pt x="0" y="91"/>
                    </a:cubicBezTo>
                    <a:cubicBezTo>
                      <a:pt x="0" y="91"/>
                      <a:pt x="0" y="91"/>
                      <a:pt x="0" y="91"/>
                    </a:cubicBezTo>
                    <a:cubicBezTo>
                      <a:pt x="0" y="91"/>
                      <a:pt x="0" y="91"/>
                      <a:pt x="0" y="91"/>
                    </a:cubicBezTo>
                    <a:cubicBezTo>
                      <a:pt x="0" y="91"/>
                      <a:pt x="0" y="92"/>
                      <a:pt x="0" y="92"/>
                    </a:cubicBezTo>
                    <a:cubicBezTo>
                      <a:pt x="0" y="92"/>
                      <a:pt x="0" y="92"/>
                      <a:pt x="0" y="92"/>
                    </a:cubicBezTo>
                    <a:cubicBezTo>
                      <a:pt x="0" y="92"/>
                      <a:pt x="0" y="92"/>
                      <a:pt x="0" y="92"/>
                    </a:cubicBezTo>
                    <a:cubicBezTo>
                      <a:pt x="0" y="92"/>
                      <a:pt x="0" y="92"/>
                      <a:pt x="0" y="92"/>
                    </a:cubicBezTo>
                    <a:cubicBezTo>
                      <a:pt x="0" y="92"/>
                      <a:pt x="0" y="92"/>
                      <a:pt x="0" y="92"/>
                    </a:cubicBezTo>
                    <a:cubicBezTo>
                      <a:pt x="0" y="92"/>
                      <a:pt x="0" y="92"/>
                      <a:pt x="0" y="92"/>
                    </a:cubicBezTo>
                    <a:cubicBezTo>
                      <a:pt x="0" y="92"/>
                      <a:pt x="0" y="92"/>
                      <a:pt x="0" y="92"/>
                    </a:cubicBezTo>
                    <a:cubicBezTo>
                      <a:pt x="0" y="92"/>
                      <a:pt x="0" y="92"/>
                      <a:pt x="0" y="92"/>
                    </a:cubicBezTo>
                    <a:cubicBezTo>
                      <a:pt x="0" y="93"/>
                      <a:pt x="0" y="93"/>
                      <a:pt x="0" y="93"/>
                    </a:cubicBezTo>
                    <a:cubicBezTo>
                      <a:pt x="0" y="93"/>
                      <a:pt x="0" y="93"/>
                      <a:pt x="0" y="93"/>
                    </a:cubicBezTo>
                    <a:cubicBezTo>
                      <a:pt x="0" y="93"/>
                      <a:pt x="0" y="93"/>
                      <a:pt x="0" y="93"/>
                    </a:cubicBezTo>
                    <a:cubicBezTo>
                      <a:pt x="0" y="93"/>
                      <a:pt x="0" y="93"/>
                      <a:pt x="0" y="93"/>
                    </a:cubicBezTo>
                    <a:cubicBezTo>
                      <a:pt x="0" y="94"/>
                      <a:pt x="0" y="94"/>
                      <a:pt x="0" y="94"/>
                    </a:cubicBezTo>
                    <a:cubicBezTo>
                      <a:pt x="0" y="94"/>
                      <a:pt x="0" y="94"/>
                      <a:pt x="0" y="94"/>
                    </a:cubicBezTo>
                    <a:cubicBezTo>
                      <a:pt x="0" y="94"/>
                      <a:pt x="0" y="94"/>
                      <a:pt x="0" y="94"/>
                    </a:cubicBezTo>
                    <a:cubicBezTo>
                      <a:pt x="0" y="94"/>
                      <a:pt x="0" y="94"/>
                      <a:pt x="0" y="94"/>
                    </a:cubicBezTo>
                    <a:cubicBezTo>
                      <a:pt x="0" y="94"/>
                      <a:pt x="0" y="94"/>
                      <a:pt x="0" y="94"/>
                    </a:cubicBezTo>
                    <a:cubicBezTo>
                      <a:pt x="0" y="94"/>
                      <a:pt x="0" y="94"/>
                      <a:pt x="0" y="94"/>
                    </a:cubicBezTo>
                    <a:cubicBezTo>
                      <a:pt x="0" y="94"/>
                      <a:pt x="0" y="94"/>
                      <a:pt x="0" y="95"/>
                    </a:cubicBezTo>
                    <a:cubicBezTo>
                      <a:pt x="0" y="95"/>
                      <a:pt x="0" y="95"/>
                      <a:pt x="0" y="95"/>
                    </a:cubicBezTo>
                    <a:cubicBezTo>
                      <a:pt x="0" y="95"/>
                      <a:pt x="0" y="95"/>
                      <a:pt x="0" y="95"/>
                    </a:cubicBezTo>
                    <a:cubicBezTo>
                      <a:pt x="0" y="95"/>
                      <a:pt x="0" y="95"/>
                      <a:pt x="0" y="95"/>
                    </a:cubicBezTo>
                    <a:cubicBezTo>
                      <a:pt x="0" y="96"/>
                      <a:pt x="1" y="96"/>
                      <a:pt x="1" y="97"/>
                    </a:cubicBezTo>
                    <a:cubicBezTo>
                      <a:pt x="1" y="97"/>
                      <a:pt x="1" y="97"/>
                      <a:pt x="1" y="97"/>
                    </a:cubicBezTo>
                    <a:cubicBezTo>
                      <a:pt x="7" y="136"/>
                      <a:pt x="38" y="168"/>
                      <a:pt x="78" y="174"/>
                    </a:cubicBezTo>
                    <a:cubicBezTo>
                      <a:pt x="66" y="169"/>
                      <a:pt x="55" y="162"/>
                      <a:pt x="46" y="152"/>
                    </a:cubicBezTo>
                    <a:cubicBezTo>
                      <a:pt x="33" y="139"/>
                      <a:pt x="24" y="124"/>
                      <a:pt x="19" y="106"/>
                    </a:cubicBezTo>
                    <a:cubicBezTo>
                      <a:pt x="18" y="97"/>
                      <a:pt x="16" y="87"/>
                      <a:pt x="15" y="78"/>
                    </a:cubicBezTo>
                    <a:cubicBezTo>
                      <a:pt x="15" y="77"/>
                      <a:pt x="15" y="77"/>
                      <a:pt x="15" y="77"/>
                    </a:cubicBezTo>
                    <a:cubicBezTo>
                      <a:pt x="15" y="58"/>
                      <a:pt x="20" y="40"/>
                      <a:pt x="30" y="23"/>
                    </a:cubicBezTo>
                    <a:cubicBezTo>
                      <a:pt x="35" y="16"/>
                      <a:pt x="41" y="9"/>
                      <a:pt x="46" y="2"/>
                    </a:cubicBezTo>
                    <a:cubicBezTo>
                      <a:pt x="47" y="1"/>
                      <a:pt x="48" y="1"/>
                      <a:pt x="48" y="0"/>
                    </a:cubicBezTo>
                  </a:path>
                </a:pathLst>
              </a:custGeom>
              <a:solidFill>
                <a:srgbClr val="FFB5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170" name="Rectangle 36"/>
              <p:cNvSpPr>
                <a:spLocks noChangeArrowheads="1"/>
              </p:cNvSpPr>
              <p:nvPr/>
            </p:nvSpPr>
            <p:spPr bwMode="auto">
              <a:xfrm>
                <a:off x="2605088" y="2592778"/>
                <a:ext cx="268288" cy="153988"/>
              </a:xfrm>
              <a:prstGeom prst="rect">
                <a:avLst/>
              </a:prstGeom>
              <a:solidFill>
                <a:srgbClr val="FFD57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171" name="Rectangle 37"/>
              <p:cNvSpPr>
                <a:spLocks noChangeArrowheads="1"/>
              </p:cNvSpPr>
              <p:nvPr/>
            </p:nvSpPr>
            <p:spPr bwMode="auto">
              <a:xfrm>
                <a:off x="2593975" y="2499116"/>
                <a:ext cx="315792" cy="3231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2100" b="1" i="0" u="none" strike="noStrike" cap="none" normalizeH="0" baseline="0" dirty="0">
                    <a:ln>
                      <a:noFill/>
                    </a:ln>
                    <a:solidFill>
                      <a:srgbClr val="FF9936"/>
                    </a:solidFill>
                    <a:effectLst/>
                    <a:latin typeface="Raleway" panose="020B0003030101060003" pitchFamily="34" charset="0"/>
                  </a:rPr>
                  <a:t>30</a:t>
                </a:r>
                <a:endParaRPr kumimoji="0" lang="en-US" alt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</a:endParaRPr>
              </a:p>
            </p:txBody>
          </p:sp>
        </p:grpSp>
        <p:sp>
          <p:nvSpPr>
            <p:cNvPr id="174" name="Freeform 40"/>
            <p:cNvSpPr>
              <a:spLocks noEditPoints="1"/>
            </p:cNvSpPr>
            <p:nvPr/>
          </p:nvSpPr>
          <p:spPr bwMode="auto">
            <a:xfrm>
              <a:off x="3244850" y="2851541"/>
              <a:ext cx="20638" cy="122238"/>
            </a:xfrm>
            <a:custGeom>
              <a:avLst/>
              <a:gdLst>
                <a:gd name="T0" fmla="*/ 8 w 8"/>
                <a:gd name="T1" fmla="*/ 50 h 50"/>
                <a:gd name="T2" fmla="*/ 8 w 8"/>
                <a:gd name="T3" fmla="*/ 50 h 50"/>
                <a:gd name="T4" fmla="*/ 8 w 8"/>
                <a:gd name="T5" fmla="*/ 50 h 50"/>
                <a:gd name="T6" fmla="*/ 8 w 8"/>
                <a:gd name="T7" fmla="*/ 50 h 50"/>
                <a:gd name="T8" fmla="*/ 0 w 8"/>
                <a:gd name="T9" fmla="*/ 11 h 50"/>
                <a:gd name="T10" fmla="*/ 0 w 8"/>
                <a:gd name="T11" fmla="*/ 11 h 50"/>
                <a:gd name="T12" fmla="*/ 0 w 8"/>
                <a:gd name="T13" fmla="*/ 11 h 50"/>
                <a:gd name="T14" fmla="*/ 0 w 8"/>
                <a:gd name="T15" fmla="*/ 11 h 50"/>
                <a:gd name="T16" fmla="*/ 0 w 8"/>
                <a:gd name="T17" fmla="*/ 11 h 50"/>
                <a:gd name="T18" fmla="*/ 0 w 8"/>
                <a:gd name="T19" fmla="*/ 11 h 50"/>
                <a:gd name="T20" fmla="*/ 0 w 8"/>
                <a:gd name="T21" fmla="*/ 10 h 50"/>
                <a:gd name="T22" fmla="*/ 0 w 8"/>
                <a:gd name="T23" fmla="*/ 10 h 50"/>
                <a:gd name="T24" fmla="*/ 0 w 8"/>
                <a:gd name="T25" fmla="*/ 10 h 50"/>
                <a:gd name="T26" fmla="*/ 0 w 8"/>
                <a:gd name="T27" fmla="*/ 10 h 50"/>
                <a:gd name="T28" fmla="*/ 0 w 8"/>
                <a:gd name="T29" fmla="*/ 9 h 50"/>
                <a:gd name="T30" fmla="*/ 0 w 8"/>
                <a:gd name="T31" fmla="*/ 9 h 50"/>
                <a:gd name="T32" fmla="*/ 0 w 8"/>
                <a:gd name="T33" fmla="*/ 9 h 50"/>
                <a:gd name="T34" fmla="*/ 0 w 8"/>
                <a:gd name="T35" fmla="*/ 9 h 50"/>
                <a:gd name="T36" fmla="*/ 0 w 8"/>
                <a:gd name="T37" fmla="*/ 9 h 50"/>
                <a:gd name="T38" fmla="*/ 0 w 8"/>
                <a:gd name="T39" fmla="*/ 9 h 50"/>
                <a:gd name="T40" fmla="*/ 0 w 8"/>
                <a:gd name="T41" fmla="*/ 8 h 50"/>
                <a:gd name="T42" fmla="*/ 0 w 8"/>
                <a:gd name="T43" fmla="*/ 8 h 50"/>
                <a:gd name="T44" fmla="*/ 0 w 8"/>
                <a:gd name="T45" fmla="*/ 8 h 50"/>
                <a:gd name="T46" fmla="*/ 0 w 8"/>
                <a:gd name="T47" fmla="*/ 7 h 50"/>
                <a:gd name="T48" fmla="*/ 0 w 8"/>
                <a:gd name="T49" fmla="*/ 7 h 50"/>
                <a:gd name="T50" fmla="*/ 0 w 8"/>
                <a:gd name="T51" fmla="*/ 7 h 50"/>
                <a:gd name="T52" fmla="*/ 0 w 8"/>
                <a:gd name="T53" fmla="*/ 7 h 50"/>
                <a:gd name="T54" fmla="*/ 0 w 8"/>
                <a:gd name="T55" fmla="*/ 7 h 50"/>
                <a:gd name="T56" fmla="*/ 0 w 8"/>
                <a:gd name="T57" fmla="*/ 7 h 50"/>
                <a:gd name="T58" fmla="*/ 0 w 8"/>
                <a:gd name="T59" fmla="*/ 6 h 50"/>
                <a:gd name="T60" fmla="*/ 0 w 8"/>
                <a:gd name="T61" fmla="*/ 6 h 50"/>
                <a:gd name="T62" fmla="*/ 0 w 8"/>
                <a:gd name="T63" fmla="*/ 6 h 50"/>
                <a:gd name="T64" fmla="*/ 0 w 8"/>
                <a:gd name="T65" fmla="*/ 6 h 50"/>
                <a:gd name="T66" fmla="*/ 0 w 8"/>
                <a:gd name="T67" fmla="*/ 6 h 50"/>
                <a:gd name="T68" fmla="*/ 0 w 8"/>
                <a:gd name="T69" fmla="*/ 6 h 50"/>
                <a:gd name="T70" fmla="*/ 0 w 8"/>
                <a:gd name="T71" fmla="*/ 5 h 50"/>
                <a:gd name="T72" fmla="*/ 0 w 8"/>
                <a:gd name="T73" fmla="*/ 5 h 50"/>
                <a:gd name="T74" fmla="*/ 0 w 8"/>
                <a:gd name="T75" fmla="*/ 5 h 50"/>
                <a:gd name="T76" fmla="*/ 0 w 8"/>
                <a:gd name="T77" fmla="*/ 5 h 50"/>
                <a:gd name="T78" fmla="*/ 0 w 8"/>
                <a:gd name="T79" fmla="*/ 5 h 50"/>
                <a:gd name="T80" fmla="*/ 0 w 8"/>
                <a:gd name="T81" fmla="*/ 4 h 50"/>
                <a:gd name="T82" fmla="*/ 0 w 8"/>
                <a:gd name="T83" fmla="*/ 4 h 50"/>
                <a:gd name="T84" fmla="*/ 0 w 8"/>
                <a:gd name="T85" fmla="*/ 4 h 50"/>
                <a:gd name="T86" fmla="*/ 0 w 8"/>
                <a:gd name="T87" fmla="*/ 4 h 50"/>
                <a:gd name="T88" fmla="*/ 0 w 8"/>
                <a:gd name="T89" fmla="*/ 3 h 50"/>
                <a:gd name="T90" fmla="*/ 0 w 8"/>
                <a:gd name="T91" fmla="*/ 3 h 50"/>
                <a:gd name="T92" fmla="*/ 0 w 8"/>
                <a:gd name="T93" fmla="*/ 3 h 50"/>
                <a:gd name="T94" fmla="*/ 0 w 8"/>
                <a:gd name="T95" fmla="*/ 3 h 50"/>
                <a:gd name="T96" fmla="*/ 0 w 8"/>
                <a:gd name="T97" fmla="*/ 3 h 50"/>
                <a:gd name="T98" fmla="*/ 0 w 8"/>
                <a:gd name="T99" fmla="*/ 3 h 50"/>
                <a:gd name="T100" fmla="*/ 0 w 8"/>
                <a:gd name="T101" fmla="*/ 2 h 50"/>
                <a:gd name="T102" fmla="*/ 0 w 8"/>
                <a:gd name="T103" fmla="*/ 2 h 50"/>
                <a:gd name="T104" fmla="*/ 0 w 8"/>
                <a:gd name="T105" fmla="*/ 2 h 50"/>
                <a:gd name="T106" fmla="*/ 0 w 8"/>
                <a:gd name="T107" fmla="*/ 2 h 50"/>
                <a:gd name="T108" fmla="*/ 0 w 8"/>
                <a:gd name="T109" fmla="*/ 2 h 50"/>
                <a:gd name="T110" fmla="*/ 0 w 8"/>
                <a:gd name="T111" fmla="*/ 1 h 50"/>
                <a:gd name="T112" fmla="*/ 0 w 8"/>
                <a:gd name="T113" fmla="*/ 0 h 50"/>
                <a:gd name="T114" fmla="*/ 0 w 8"/>
                <a:gd name="T115" fmla="*/ 0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8" h="50">
                  <a:moveTo>
                    <a:pt x="8" y="50"/>
                  </a:moveTo>
                  <a:cubicBezTo>
                    <a:pt x="8" y="50"/>
                    <a:pt x="8" y="50"/>
                    <a:pt x="8" y="50"/>
                  </a:cubicBezTo>
                  <a:cubicBezTo>
                    <a:pt x="8" y="50"/>
                    <a:pt x="8" y="50"/>
                    <a:pt x="8" y="50"/>
                  </a:cubicBezTo>
                  <a:moveTo>
                    <a:pt x="8" y="50"/>
                  </a:moveTo>
                  <a:cubicBezTo>
                    <a:pt x="8" y="50"/>
                    <a:pt x="8" y="50"/>
                    <a:pt x="8" y="50"/>
                  </a:cubicBezTo>
                  <a:cubicBezTo>
                    <a:pt x="8" y="50"/>
                    <a:pt x="8" y="50"/>
                    <a:pt x="8" y="50"/>
                  </a:cubicBezTo>
                  <a:moveTo>
                    <a:pt x="8" y="49"/>
                  </a:moveTo>
                  <a:cubicBezTo>
                    <a:pt x="8" y="50"/>
                    <a:pt x="8" y="50"/>
                    <a:pt x="8" y="50"/>
                  </a:cubicBezTo>
                  <a:cubicBezTo>
                    <a:pt x="8" y="50"/>
                    <a:pt x="8" y="50"/>
                    <a:pt x="8" y="49"/>
                  </a:cubicBezTo>
                  <a:moveTo>
                    <a:pt x="0" y="11"/>
                  </a:moveTo>
                  <a:cubicBezTo>
                    <a:pt x="0" y="25"/>
                    <a:pt x="2" y="38"/>
                    <a:pt x="8" y="49"/>
                  </a:cubicBezTo>
                  <a:cubicBezTo>
                    <a:pt x="2" y="38"/>
                    <a:pt x="0" y="25"/>
                    <a:pt x="0" y="11"/>
                  </a:cubicBezTo>
                  <a:moveTo>
                    <a:pt x="0" y="11"/>
                  </a:moveTo>
                  <a:cubicBezTo>
                    <a:pt x="0" y="11"/>
                    <a:pt x="0" y="11"/>
                    <a:pt x="0" y="11"/>
                  </a:cubicBezTo>
                  <a:cubicBezTo>
                    <a:pt x="0" y="11"/>
                    <a:pt x="0" y="11"/>
                    <a:pt x="0" y="11"/>
                  </a:cubicBezTo>
                  <a:moveTo>
                    <a:pt x="0" y="11"/>
                  </a:moveTo>
                  <a:cubicBezTo>
                    <a:pt x="0" y="11"/>
                    <a:pt x="0" y="11"/>
                    <a:pt x="0" y="11"/>
                  </a:cubicBezTo>
                  <a:cubicBezTo>
                    <a:pt x="0" y="11"/>
                    <a:pt x="0" y="11"/>
                    <a:pt x="0" y="11"/>
                  </a:cubicBezTo>
                  <a:moveTo>
                    <a:pt x="0" y="10"/>
                  </a:moveTo>
                  <a:cubicBezTo>
                    <a:pt x="0" y="11"/>
                    <a:pt x="0" y="11"/>
                    <a:pt x="0" y="11"/>
                  </a:cubicBezTo>
                  <a:cubicBezTo>
                    <a:pt x="0" y="11"/>
                    <a:pt x="0" y="11"/>
                    <a:pt x="0" y="10"/>
                  </a:cubicBezTo>
                  <a:moveTo>
                    <a:pt x="0" y="10"/>
                  </a:moveTo>
                  <a:cubicBezTo>
                    <a:pt x="0" y="10"/>
                    <a:pt x="0" y="10"/>
                    <a:pt x="0" y="10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0" y="10"/>
                    <a:pt x="0" y="10"/>
                    <a:pt x="0" y="10"/>
                  </a:cubicBezTo>
                  <a:moveTo>
                    <a:pt x="0" y="10"/>
                  </a:moveTo>
                  <a:cubicBezTo>
                    <a:pt x="0" y="10"/>
                    <a:pt x="0" y="10"/>
                    <a:pt x="0" y="10"/>
                  </a:cubicBezTo>
                  <a:cubicBezTo>
                    <a:pt x="0" y="10"/>
                    <a:pt x="0" y="10"/>
                    <a:pt x="0" y="10"/>
                  </a:cubicBezTo>
                  <a:moveTo>
                    <a:pt x="0" y="9"/>
                  </a:move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0" y="9"/>
                    <a:pt x="0" y="9"/>
                  </a:cubicBezTo>
                  <a:moveTo>
                    <a:pt x="0" y="9"/>
                  </a:move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0" y="9"/>
                    <a:pt x="0" y="9"/>
                  </a:cubicBezTo>
                  <a:moveTo>
                    <a:pt x="0" y="9"/>
                  </a:move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0" y="9"/>
                    <a:pt x="0" y="9"/>
                  </a:cubicBezTo>
                  <a:moveTo>
                    <a:pt x="0" y="8"/>
                  </a:moveTo>
                  <a:cubicBezTo>
                    <a:pt x="0" y="8"/>
                    <a:pt x="0" y="8"/>
                    <a:pt x="0" y="9"/>
                  </a:cubicBezTo>
                  <a:cubicBezTo>
                    <a:pt x="0" y="8"/>
                    <a:pt x="0" y="8"/>
                    <a:pt x="0" y="8"/>
                  </a:cubicBezTo>
                  <a:moveTo>
                    <a:pt x="0" y="8"/>
                  </a:moveTo>
                  <a:cubicBezTo>
                    <a:pt x="0" y="8"/>
                    <a:pt x="0" y="8"/>
                    <a:pt x="0" y="8"/>
                  </a:cubicBezTo>
                  <a:cubicBezTo>
                    <a:pt x="0" y="8"/>
                    <a:pt x="0" y="8"/>
                    <a:pt x="0" y="8"/>
                  </a:cubicBezTo>
                  <a:moveTo>
                    <a:pt x="0" y="8"/>
                  </a:moveTo>
                  <a:cubicBezTo>
                    <a:pt x="0" y="8"/>
                    <a:pt x="0" y="8"/>
                    <a:pt x="0" y="8"/>
                  </a:cubicBezTo>
                  <a:cubicBezTo>
                    <a:pt x="0" y="8"/>
                    <a:pt x="0" y="8"/>
                    <a:pt x="0" y="8"/>
                  </a:cubicBezTo>
                  <a:moveTo>
                    <a:pt x="0" y="7"/>
                  </a:moveTo>
                  <a:cubicBezTo>
                    <a:pt x="0" y="8"/>
                    <a:pt x="0" y="8"/>
                    <a:pt x="0" y="8"/>
                  </a:cubicBezTo>
                  <a:cubicBezTo>
                    <a:pt x="0" y="8"/>
                    <a:pt x="0" y="8"/>
                    <a:pt x="0" y="7"/>
                  </a:cubicBezTo>
                  <a:moveTo>
                    <a:pt x="0" y="7"/>
                  </a:moveTo>
                  <a:cubicBezTo>
                    <a:pt x="0" y="7"/>
                    <a:pt x="0" y="7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moveTo>
                    <a:pt x="0" y="7"/>
                  </a:moveTo>
                  <a:cubicBezTo>
                    <a:pt x="0" y="7"/>
                    <a:pt x="0" y="7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moveTo>
                    <a:pt x="0" y="7"/>
                  </a:moveTo>
                  <a:cubicBezTo>
                    <a:pt x="0" y="7"/>
                    <a:pt x="0" y="7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moveTo>
                    <a:pt x="0" y="6"/>
                  </a:moveTo>
                  <a:cubicBezTo>
                    <a:pt x="0" y="6"/>
                    <a:pt x="0" y="6"/>
                    <a:pt x="0" y="6"/>
                  </a:cubicBezTo>
                  <a:cubicBezTo>
                    <a:pt x="0" y="6"/>
                    <a:pt x="0" y="6"/>
                    <a:pt x="0" y="6"/>
                  </a:cubicBezTo>
                  <a:moveTo>
                    <a:pt x="0" y="6"/>
                  </a:moveTo>
                  <a:cubicBezTo>
                    <a:pt x="0" y="6"/>
                    <a:pt x="0" y="6"/>
                    <a:pt x="0" y="6"/>
                  </a:cubicBezTo>
                  <a:cubicBezTo>
                    <a:pt x="0" y="6"/>
                    <a:pt x="0" y="6"/>
                    <a:pt x="0" y="6"/>
                  </a:cubicBezTo>
                  <a:moveTo>
                    <a:pt x="0" y="6"/>
                  </a:moveTo>
                  <a:cubicBezTo>
                    <a:pt x="0" y="6"/>
                    <a:pt x="0" y="6"/>
                    <a:pt x="0" y="6"/>
                  </a:cubicBezTo>
                  <a:cubicBezTo>
                    <a:pt x="0" y="6"/>
                    <a:pt x="0" y="6"/>
                    <a:pt x="0" y="6"/>
                  </a:cubicBezTo>
                  <a:moveTo>
                    <a:pt x="0" y="5"/>
                  </a:moveTo>
                  <a:cubicBezTo>
                    <a:pt x="0" y="5"/>
                    <a:pt x="0" y="6"/>
                    <a:pt x="0" y="6"/>
                  </a:cubicBezTo>
                  <a:cubicBezTo>
                    <a:pt x="0" y="6"/>
                    <a:pt x="0" y="5"/>
                    <a:pt x="0" y="5"/>
                  </a:cubicBezTo>
                  <a:moveTo>
                    <a:pt x="0" y="5"/>
                  </a:moveTo>
                  <a:cubicBezTo>
                    <a:pt x="0" y="5"/>
                    <a:pt x="0" y="5"/>
                    <a:pt x="0" y="5"/>
                  </a:cubicBezTo>
                  <a:cubicBezTo>
                    <a:pt x="0" y="5"/>
                    <a:pt x="0" y="5"/>
                    <a:pt x="0" y="5"/>
                  </a:cubicBezTo>
                  <a:moveTo>
                    <a:pt x="0" y="5"/>
                  </a:moveTo>
                  <a:cubicBezTo>
                    <a:pt x="0" y="5"/>
                    <a:pt x="0" y="5"/>
                    <a:pt x="0" y="5"/>
                  </a:cubicBezTo>
                  <a:cubicBezTo>
                    <a:pt x="0" y="5"/>
                    <a:pt x="0" y="5"/>
                    <a:pt x="0" y="5"/>
                  </a:cubicBezTo>
                  <a:moveTo>
                    <a:pt x="0" y="5"/>
                  </a:moveTo>
                  <a:cubicBezTo>
                    <a:pt x="0" y="5"/>
                    <a:pt x="0" y="5"/>
                    <a:pt x="0" y="5"/>
                  </a:cubicBezTo>
                  <a:cubicBezTo>
                    <a:pt x="0" y="5"/>
                    <a:pt x="0" y="5"/>
                    <a:pt x="0" y="5"/>
                  </a:cubicBezTo>
                  <a:moveTo>
                    <a:pt x="0" y="4"/>
                  </a:moveTo>
                  <a:cubicBezTo>
                    <a:pt x="0" y="4"/>
                    <a:pt x="0" y="4"/>
                    <a:pt x="0" y="4"/>
                  </a:cubicBezTo>
                  <a:cubicBezTo>
                    <a:pt x="0" y="4"/>
                    <a:pt x="0" y="4"/>
                    <a:pt x="0" y="4"/>
                  </a:cubicBezTo>
                  <a:moveTo>
                    <a:pt x="0" y="4"/>
                  </a:moveTo>
                  <a:cubicBezTo>
                    <a:pt x="0" y="4"/>
                    <a:pt x="0" y="4"/>
                    <a:pt x="0" y="4"/>
                  </a:cubicBezTo>
                  <a:cubicBezTo>
                    <a:pt x="0" y="4"/>
                    <a:pt x="0" y="4"/>
                    <a:pt x="0" y="4"/>
                  </a:cubicBezTo>
                  <a:moveTo>
                    <a:pt x="0" y="4"/>
                  </a:moveTo>
                  <a:cubicBezTo>
                    <a:pt x="0" y="4"/>
                    <a:pt x="0" y="4"/>
                    <a:pt x="0" y="4"/>
                  </a:cubicBezTo>
                  <a:cubicBezTo>
                    <a:pt x="0" y="4"/>
                    <a:pt x="0" y="4"/>
                    <a:pt x="0" y="4"/>
                  </a:cubicBezTo>
                  <a:moveTo>
                    <a:pt x="0" y="3"/>
                  </a:moveTo>
                  <a:cubicBezTo>
                    <a:pt x="0" y="3"/>
                    <a:pt x="0" y="3"/>
                    <a:pt x="0" y="4"/>
                  </a:cubicBezTo>
                  <a:cubicBezTo>
                    <a:pt x="0" y="3"/>
                    <a:pt x="0" y="3"/>
                    <a:pt x="0" y="3"/>
                  </a:cubicBezTo>
                  <a:moveTo>
                    <a:pt x="0" y="3"/>
                  </a:moveTo>
                  <a:cubicBezTo>
                    <a:pt x="0" y="3"/>
                    <a:pt x="0" y="3"/>
                    <a:pt x="0" y="3"/>
                  </a:cubicBezTo>
                  <a:cubicBezTo>
                    <a:pt x="0" y="3"/>
                    <a:pt x="0" y="3"/>
                    <a:pt x="0" y="3"/>
                  </a:cubicBezTo>
                  <a:moveTo>
                    <a:pt x="0" y="3"/>
                  </a:moveTo>
                  <a:cubicBezTo>
                    <a:pt x="0" y="3"/>
                    <a:pt x="0" y="3"/>
                    <a:pt x="0" y="3"/>
                  </a:cubicBezTo>
                  <a:cubicBezTo>
                    <a:pt x="0" y="3"/>
                    <a:pt x="0" y="3"/>
                    <a:pt x="0" y="3"/>
                  </a:cubicBezTo>
                  <a:moveTo>
                    <a:pt x="0" y="2"/>
                  </a:moveTo>
                  <a:cubicBezTo>
                    <a:pt x="0" y="3"/>
                    <a:pt x="0" y="3"/>
                    <a:pt x="0" y="3"/>
                  </a:cubicBezTo>
                  <a:cubicBezTo>
                    <a:pt x="0" y="3"/>
                    <a:pt x="0" y="3"/>
                    <a:pt x="0" y="2"/>
                  </a:cubicBezTo>
                  <a:moveTo>
                    <a:pt x="0" y="2"/>
                  </a:move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moveTo>
                    <a:pt x="0" y="2"/>
                  </a:move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moveTo>
                    <a:pt x="0" y="2"/>
                  </a:move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moveTo>
                    <a:pt x="0" y="1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E56A0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26421DDD-07C3-42B6-869F-AD3A53DC2A79}"/>
                </a:ext>
              </a:extLst>
            </p:cNvPr>
            <p:cNvGrpSpPr/>
            <p:nvPr/>
          </p:nvGrpSpPr>
          <p:grpSpPr>
            <a:xfrm>
              <a:off x="3722688" y="3113478"/>
              <a:ext cx="585788" cy="587375"/>
              <a:chOff x="3722688" y="3113478"/>
              <a:chExt cx="585788" cy="587375"/>
            </a:xfrm>
          </p:grpSpPr>
          <p:sp>
            <p:nvSpPr>
              <p:cNvPr id="178" name="Freeform 44"/>
              <p:cNvSpPr>
                <a:spLocks/>
              </p:cNvSpPr>
              <p:nvPr/>
            </p:nvSpPr>
            <p:spPr bwMode="auto">
              <a:xfrm>
                <a:off x="3722688" y="3113478"/>
                <a:ext cx="585788" cy="587375"/>
              </a:xfrm>
              <a:custGeom>
                <a:avLst/>
                <a:gdLst>
                  <a:gd name="T0" fmla="*/ 127 w 240"/>
                  <a:gd name="T1" fmla="*/ 236 h 240"/>
                  <a:gd name="T2" fmla="*/ 236 w 240"/>
                  <a:gd name="T3" fmla="*/ 113 h 240"/>
                  <a:gd name="T4" fmla="*/ 113 w 240"/>
                  <a:gd name="T5" fmla="*/ 4 h 240"/>
                  <a:gd name="T6" fmla="*/ 4 w 240"/>
                  <a:gd name="T7" fmla="*/ 127 h 240"/>
                  <a:gd name="T8" fmla="*/ 127 w 240"/>
                  <a:gd name="T9" fmla="*/ 236 h 2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40" h="240">
                    <a:moveTo>
                      <a:pt x="127" y="236"/>
                    </a:moveTo>
                    <a:cubicBezTo>
                      <a:pt x="191" y="232"/>
                      <a:pt x="240" y="177"/>
                      <a:pt x="236" y="113"/>
                    </a:cubicBezTo>
                    <a:cubicBezTo>
                      <a:pt x="232" y="49"/>
                      <a:pt x="177" y="0"/>
                      <a:pt x="113" y="4"/>
                    </a:cubicBezTo>
                    <a:cubicBezTo>
                      <a:pt x="49" y="8"/>
                      <a:pt x="0" y="63"/>
                      <a:pt x="4" y="127"/>
                    </a:cubicBezTo>
                    <a:cubicBezTo>
                      <a:pt x="8" y="191"/>
                      <a:pt x="63" y="240"/>
                      <a:pt x="127" y="236"/>
                    </a:cubicBezTo>
                  </a:path>
                </a:pathLst>
              </a:custGeom>
              <a:solidFill>
                <a:srgbClr val="F2A01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179" name="Freeform 45"/>
              <p:cNvSpPr>
                <a:spLocks/>
              </p:cNvSpPr>
              <p:nvPr/>
            </p:nvSpPr>
            <p:spPr bwMode="auto">
              <a:xfrm>
                <a:off x="3781425" y="3169041"/>
                <a:ext cx="471488" cy="473075"/>
              </a:xfrm>
              <a:custGeom>
                <a:avLst/>
                <a:gdLst>
                  <a:gd name="T0" fmla="*/ 102 w 193"/>
                  <a:gd name="T1" fmla="*/ 190 h 193"/>
                  <a:gd name="T2" fmla="*/ 189 w 193"/>
                  <a:gd name="T3" fmla="*/ 91 h 193"/>
                  <a:gd name="T4" fmla="*/ 90 w 193"/>
                  <a:gd name="T5" fmla="*/ 4 h 193"/>
                  <a:gd name="T6" fmla="*/ 3 w 193"/>
                  <a:gd name="T7" fmla="*/ 103 h 193"/>
                  <a:gd name="T8" fmla="*/ 102 w 193"/>
                  <a:gd name="T9" fmla="*/ 190 h 1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93" h="193">
                    <a:moveTo>
                      <a:pt x="102" y="190"/>
                    </a:moveTo>
                    <a:cubicBezTo>
                      <a:pt x="153" y="187"/>
                      <a:pt x="193" y="143"/>
                      <a:pt x="189" y="91"/>
                    </a:cubicBezTo>
                    <a:cubicBezTo>
                      <a:pt x="186" y="40"/>
                      <a:pt x="142" y="0"/>
                      <a:pt x="90" y="4"/>
                    </a:cubicBezTo>
                    <a:cubicBezTo>
                      <a:pt x="39" y="7"/>
                      <a:pt x="0" y="51"/>
                      <a:pt x="3" y="103"/>
                    </a:cubicBezTo>
                    <a:cubicBezTo>
                      <a:pt x="6" y="154"/>
                      <a:pt x="50" y="193"/>
                      <a:pt x="102" y="190"/>
                    </a:cubicBezTo>
                  </a:path>
                </a:pathLst>
              </a:custGeom>
              <a:solidFill>
                <a:srgbClr val="FFD57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180" name="Freeform 46"/>
              <p:cNvSpPr>
                <a:spLocks noEditPoints="1"/>
              </p:cNvSpPr>
              <p:nvPr/>
            </p:nvSpPr>
            <p:spPr bwMode="auto">
              <a:xfrm>
                <a:off x="3786188" y="3272228"/>
                <a:ext cx="46038" cy="188913"/>
              </a:xfrm>
              <a:custGeom>
                <a:avLst/>
                <a:gdLst>
                  <a:gd name="T0" fmla="*/ 3 w 19"/>
                  <a:gd name="T1" fmla="*/ 76 h 77"/>
                  <a:gd name="T2" fmla="*/ 3 w 19"/>
                  <a:gd name="T3" fmla="*/ 76 h 77"/>
                  <a:gd name="T4" fmla="*/ 3 w 19"/>
                  <a:gd name="T5" fmla="*/ 76 h 77"/>
                  <a:gd name="T6" fmla="*/ 3 w 19"/>
                  <a:gd name="T7" fmla="*/ 75 h 77"/>
                  <a:gd name="T8" fmla="*/ 3 w 19"/>
                  <a:gd name="T9" fmla="*/ 75 h 77"/>
                  <a:gd name="T10" fmla="*/ 3 w 19"/>
                  <a:gd name="T11" fmla="*/ 75 h 77"/>
                  <a:gd name="T12" fmla="*/ 3 w 19"/>
                  <a:gd name="T13" fmla="*/ 74 h 77"/>
                  <a:gd name="T14" fmla="*/ 3 w 19"/>
                  <a:gd name="T15" fmla="*/ 74 h 77"/>
                  <a:gd name="T16" fmla="*/ 3 w 19"/>
                  <a:gd name="T17" fmla="*/ 74 h 77"/>
                  <a:gd name="T18" fmla="*/ 2 w 19"/>
                  <a:gd name="T19" fmla="*/ 73 h 77"/>
                  <a:gd name="T20" fmla="*/ 2 w 19"/>
                  <a:gd name="T21" fmla="*/ 73 h 77"/>
                  <a:gd name="T22" fmla="*/ 2 w 19"/>
                  <a:gd name="T23" fmla="*/ 72 h 77"/>
                  <a:gd name="T24" fmla="*/ 2 w 19"/>
                  <a:gd name="T25" fmla="*/ 72 h 77"/>
                  <a:gd name="T26" fmla="*/ 2 w 19"/>
                  <a:gd name="T27" fmla="*/ 71 h 77"/>
                  <a:gd name="T28" fmla="*/ 2 w 19"/>
                  <a:gd name="T29" fmla="*/ 71 h 77"/>
                  <a:gd name="T30" fmla="*/ 2 w 19"/>
                  <a:gd name="T31" fmla="*/ 71 h 77"/>
                  <a:gd name="T32" fmla="*/ 2 w 19"/>
                  <a:gd name="T33" fmla="*/ 70 h 77"/>
                  <a:gd name="T34" fmla="*/ 2 w 19"/>
                  <a:gd name="T35" fmla="*/ 70 h 77"/>
                  <a:gd name="T36" fmla="*/ 2 w 19"/>
                  <a:gd name="T37" fmla="*/ 69 h 77"/>
                  <a:gd name="T38" fmla="*/ 2 w 19"/>
                  <a:gd name="T39" fmla="*/ 69 h 77"/>
                  <a:gd name="T40" fmla="*/ 2 w 19"/>
                  <a:gd name="T41" fmla="*/ 69 h 77"/>
                  <a:gd name="T42" fmla="*/ 2 w 19"/>
                  <a:gd name="T43" fmla="*/ 68 h 77"/>
                  <a:gd name="T44" fmla="*/ 2 w 19"/>
                  <a:gd name="T45" fmla="*/ 68 h 77"/>
                  <a:gd name="T46" fmla="*/ 2 w 19"/>
                  <a:gd name="T47" fmla="*/ 68 h 77"/>
                  <a:gd name="T48" fmla="*/ 1 w 19"/>
                  <a:gd name="T49" fmla="*/ 67 h 77"/>
                  <a:gd name="T50" fmla="*/ 1 w 19"/>
                  <a:gd name="T51" fmla="*/ 67 h 77"/>
                  <a:gd name="T52" fmla="*/ 1 w 19"/>
                  <a:gd name="T53" fmla="*/ 67 h 77"/>
                  <a:gd name="T54" fmla="*/ 1 w 19"/>
                  <a:gd name="T55" fmla="*/ 66 h 77"/>
                  <a:gd name="T56" fmla="*/ 1 w 19"/>
                  <a:gd name="T57" fmla="*/ 66 h 77"/>
                  <a:gd name="T58" fmla="*/ 1 w 19"/>
                  <a:gd name="T59" fmla="*/ 65 h 77"/>
                  <a:gd name="T60" fmla="*/ 1 w 19"/>
                  <a:gd name="T61" fmla="*/ 65 h 77"/>
                  <a:gd name="T62" fmla="*/ 1 w 19"/>
                  <a:gd name="T63" fmla="*/ 65 h 77"/>
                  <a:gd name="T64" fmla="*/ 1 w 19"/>
                  <a:gd name="T65" fmla="*/ 64 h 77"/>
                  <a:gd name="T66" fmla="*/ 1 w 19"/>
                  <a:gd name="T67" fmla="*/ 64 h 77"/>
                  <a:gd name="T68" fmla="*/ 1 w 19"/>
                  <a:gd name="T69" fmla="*/ 64 h 77"/>
                  <a:gd name="T70" fmla="*/ 1 w 19"/>
                  <a:gd name="T71" fmla="*/ 63 h 77"/>
                  <a:gd name="T72" fmla="*/ 1 w 19"/>
                  <a:gd name="T73" fmla="*/ 63 h 77"/>
                  <a:gd name="T74" fmla="*/ 1 w 19"/>
                  <a:gd name="T75" fmla="*/ 62 h 77"/>
                  <a:gd name="T76" fmla="*/ 1 w 19"/>
                  <a:gd name="T77" fmla="*/ 62 h 77"/>
                  <a:gd name="T78" fmla="*/ 1 w 19"/>
                  <a:gd name="T79" fmla="*/ 61 h 77"/>
                  <a:gd name="T80" fmla="*/ 1 w 19"/>
                  <a:gd name="T81" fmla="*/ 61 h 77"/>
                  <a:gd name="T82" fmla="*/ 1 w 19"/>
                  <a:gd name="T83" fmla="*/ 61 h 77"/>
                  <a:gd name="T84" fmla="*/ 1 w 19"/>
                  <a:gd name="T85" fmla="*/ 60 h 77"/>
                  <a:gd name="T86" fmla="*/ 1 w 19"/>
                  <a:gd name="T87" fmla="*/ 60 h 77"/>
                  <a:gd name="T88" fmla="*/ 1 w 19"/>
                  <a:gd name="T89" fmla="*/ 60 h 77"/>
                  <a:gd name="T90" fmla="*/ 18 w 19"/>
                  <a:gd name="T91" fmla="*/ 0 h 77"/>
                  <a:gd name="T92" fmla="*/ 18 w 19"/>
                  <a:gd name="T93" fmla="*/ 0 h 77"/>
                  <a:gd name="T94" fmla="*/ 19 w 19"/>
                  <a:gd name="T95" fmla="*/ 0 h 77"/>
                  <a:gd name="T96" fmla="*/ 19 w 19"/>
                  <a:gd name="T97" fmla="*/ 0 h 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19" h="77">
                    <a:moveTo>
                      <a:pt x="3" y="77"/>
                    </a:moveTo>
                    <a:cubicBezTo>
                      <a:pt x="3" y="77"/>
                      <a:pt x="3" y="77"/>
                      <a:pt x="3" y="77"/>
                    </a:cubicBezTo>
                    <a:cubicBezTo>
                      <a:pt x="3" y="77"/>
                      <a:pt x="3" y="77"/>
                      <a:pt x="3" y="77"/>
                    </a:cubicBezTo>
                    <a:moveTo>
                      <a:pt x="3" y="76"/>
                    </a:moveTo>
                    <a:cubicBezTo>
                      <a:pt x="3" y="76"/>
                      <a:pt x="3" y="76"/>
                      <a:pt x="3" y="76"/>
                    </a:cubicBezTo>
                    <a:cubicBezTo>
                      <a:pt x="3" y="76"/>
                      <a:pt x="3" y="76"/>
                      <a:pt x="3" y="76"/>
                    </a:cubicBezTo>
                    <a:moveTo>
                      <a:pt x="3" y="76"/>
                    </a:moveTo>
                    <a:cubicBezTo>
                      <a:pt x="3" y="76"/>
                      <a:pt x="3" y="76"/>
                      <a:pt x="3" y="76"/>
                    </a:cubicBezTo>
                    <a:cubicBezTo>
                      <a:pt x="3" y="76"/>
                      <a:pt x="3" y="76"/>
                      <a:pt x="3" y="76"/>
                    </a:cubicBezTo>
                    <a:moveTo>
                      <a:pt x="3" y="76"/>
                    </a:moveTo>
                    <a:cubicBezTo>
                      <a:pt x="3" y="76"/>
                      <a:pt x="3" y="76"/>
                      <a:pt x="3" y="76"/>
                    </a:cubicBezTo>
                    <a:cubicBezTo>
                      <a:pt x="3" y="76"/>
                      <a:pt x="3" y="76"/>
                      <a:pt x="3" y="76"/>
                    </a:cubicBezTo>
                    <a:moveTo>
                      <a:pt x="3" y="76"/>
                    </a:moveTo>
                    <a:cubicBezTo>
                      <a:pt x="3" y="76"/>
                      <a:pt x="3" y="76"/>
                      <a:pt x="3" y="76"/>
                    </a:cubicBezTo>
                    <a:cubicBezTo>
                      <a:pt x="3" y="76"/>
                      <a:pt x="3" y="76"/>
                      <a:pt x="3" y="76"/>
                    </a:cubicBezTo>
                    <a:moveTo>
                      <a:pt x="3" y="75"/>
                    </a:moveTo>
                    <a:cubicBezTo>
                      <a:pt x="3" y="75"/>
                      <a:pt x="3" y="75"/>
                      <a:pt x="3" y="75"/>
                    </a:cubicBezTo>
                    <a:cubicBezTo>
                      <a:pt x="3" y="75"/>
                      <a:pt x="3" y="75"/>
                      <a:pt x="3" y="75"/>
                    </a:cubicBezTo>
                    <a:moveTo>
                      <a:pt x="3" y="75"/>
                    </a:moveTo>
                    <a:cubicBezTo>
                      <a:pt x="3" y="75"/>
                      <a:pt x="3" y="75"/>
                      <a:pt x="3" y="75"/>
                    </a:cubicBezTo>
                    <a:cubicBezTo>
                      <a:pt x="3" y="75"/>
                      <a:pt x="3" y="75"/>
                      <a:pt x="3" y="75"/>
                    </a:cubicBezTo>
                    <a:moveTo>
                      <a:pt x="3" y="75"/>
                    </a:moveTo>
                    <a:cubicBezTo>
                      <a:pt x="3" y="75"/>
                      <a:pt x="3" y="75"/>
                      <a:pt x="3" y="75"/>
                    </a:cubicBezTo>
                    <a:cubicBezTo>
                      <a:pt x="3" y="75"/>
                      <a:pt x="3" y="75"/>
                      <a:pt x="3" y="75"/>
                    </a:cubicBezTo>
                    <a:moveTo>
                      <a:pt x="3" y="74"/>
                    </a:moveTo>
                    <a:cubicBezTo>
                      <a:pt x="3" y="74"/>
                      <a:pt x="3" y="75"/>
                      <a:pt x="3" y="75"/>
                    </a:cubicBezTo>
                    <a:cubicBezTo>
                      <a:pt x="3" y="75"/>
                      <a:pt x="3" y="74"/>
                      <a:pt x="3" y="74"/>
                    </a:cubicBezTo>
                    <a:moveTo>
                      <a:pt x="3" y="74"/>
                    </a:moveTo>
                    <a:cubicBezTo>
                      <a:pt x="3" y="74"/>
                      <a:pt x="3" y="74"/>
                      <a:pt x="3" y="74"/>
                    </a:cubicBezTo>
                    <a:cubicBezTo>
                      <a:pt x="3" y="74"/>
                      <a:pt x="3" y="74"/>
                      <a:pt x="3" y="74"/>
                    </a:cubicBezTo>
                    <a:moveTo>
                      <a:pt x="3" y="74"/>
                    </a:moveTo>
                    <a:cubicBezTo>
                      <a:pt x="3" y="74"/>
                      <a:pt x="3" y="74"/>
                      <a:pt x="3" y="74"/>
                    </a:cubicBezTo>
                    <a:cubicBezTo>
                      <a:pt x="3" y="74"/>
                      <a:pt x="3" y="74"/>
                      <a:pt x="3" y="74"/>
                    </a:cubicBezTo>
                    <a:moveTo>
                      <a:pt x="3" y="74"/>
                    </a:moveTo>
                    <a:cubicBezTo>
                      <a:pt x="3" y="74"/>
                      <a:pt x="3" y="74"/>
                      <a:pt x="3" y="74"/>
                    </a:cubicBezTo>
                    <a:cubicBezTo>
                      <a:pt x="3" y="74"/>
                      <a:pt x="3" y="74"/>
                      <a:pt x="3" y="74"/>
                    </a:cubicBezTo>
                    <a:moveTo>
                      <a:pt x="2" y="73"/>
                    </a:moveTo>
                    <a:cubicBezTo>
                      <a:pt x="2" y="73"/>
                      <a:pt x="2" y="73"/>
                      <a:pt x="2" y="73"/>
                    </a:cubicBezTo>
                    <a:cubicBezTo>
                      <a:pt x="2" y="73"/>
                      <a:pt x="2" y="73"/>
                      <a:pt x="2" y="73"/>
                    </a:cubicBezTo>
                    <a:moveTo>
                      <a:pt x="2" y="73"/>
                    </a:moveTo>
                    <a:cubicBezTo>
                      <a:pt x="2" y="73"/>
                      <a:pt x="2" y="73"/>
                      <a:pt x="2" y="73"/>
                    </a:cubicBezTo>
                    <a:cubicBezTo>
                      <a:pt x="2" y="73"/>
                      <a:pt x="2" y="73"/>
                      <a:pt x="2" y="73"/>
                    </a:cubicBezTo>
                    <a:moveTo>
                      <a:pt x="2" y="72"/>
                    </a:moveTo>
                    <a:cubicBezTo>
                      <a:pt x="2" y="72"/>
                      <a:pt x="2" y="72"/>
                      <a:pt x="2" y="73"/>
                    </a:cubicBezTo>
                    <a:cubicBezTo>
                      <a:pt x="2" y="72"/>
                      <a:pt x="2" y="72"/>
                      <a:pt x="2" y="72"/>
                    </a:cubicBezTo>
                    <a:moveTo>
                      <a:pt x="2" y="72"/>
                    </a:moveTo>
                    <a:cubicBezTo>
                      <a:pt x="2" y="72"/>
                      <a:pt x="2" y="72"/>
                      <a:pt x="2" y="72"/>
                    </a:cubicBezTo>
                    <a:cubicBezTo>
                      <a:pt x="2" y="72"/>
                      <a:pt x="2" y="72"/>
                      <a:pt x="2" y="72"/>
                    </a:cubicBezTo>
                    <a:moveTo>
                      <a:pt x="2" y="72"/>
                    </a:moveTo>
                    <a:cubicBezTo>
                      <a:pt x="2" y="72"/>
                      <a:pt x="2" y="72"/>
                      <a:pt x="2" y="72"/>
                    </a:cubicBezTo>
                    <a:cubicBezTo>
                      <a:pt x="2" y="72"/>
                      <a:pt x="2" y="72"/>
                      <a:pt x="2" y="72"/>
                    </a:cubicBezTo>
                    <a:moveTo>
                      <a:pt x="2" y="72"/>
                    </a:moveTo>
                    <a:cubicBezTo>
                      <a:pt x="2" y="72"/>
                      <a:pt x="2" y="72"/>
                      <a:pt x="2" y="72"/>
                    </a:cubicBezTo>
                    <a:cubicBezTo>
                      <a:pt x="2" y="72"/>
                      <a:pt x="2" y="72"/>
                      <a:pt x="2" y="72"/>
                    </a:cubicBezTo>
                    <a:moveTo>
                      <a:pt x="2" y="71"/>
                    </a:moveTo>
                    <a:cubicBezTo>
                      <a:pt x="2" y="71"/>
                      <a:pt x="2" y="71"/>
                      <a:pt x="2" y="71"/>
                    </a:cubicBezTo>
                    <a:cubicBezTo>
                      <a:pt x="2" y="71"/>
                      <a:pt x="2" y="71"/>
                      <a:pt x="2" y="71"/>
                    </a:cubicBezTo>
                    <a:moveTo>
                      <a:pt x="2" y="71"/>
                    </a:moveTo>
                    <a:cubicBezTo>
                      <a:pt x="2" y="71"/>
                      <a:pt x="2" y="71"/>
                      <a:pt x="2" y="71"/>
                    </a:cubicBezTo>
                    <a:cubicBezTo>
                      <a:pt x="2" y="71"/>
                      <a:pt x="2" y="71"/>
                      <a:pt x="2" y="71"/>
                    </a:cubicBezTo>
                    <a:moveTo>
                      <a:pt x="2" y="71"/>
                    </a:moveTo>
                    <a:cubicBezTo>
                      <a:pt x="2" y="71"/>
                      <a:pt x="2" y="71"/>
                      <a:pt x="2" y="71"/>
                    </a:cubicBezTo>
                    <a:cubicBezTo>
                      <a:pt x="2" y="71"/>
                      <a:pt x="2" y="71"/>
                      <a:pt x="2" y="71"/>
                    </a:cubicBezTo>
                    <a:moveTo>
                      <a:pt x="2" y="71"/>
                    </a:moveTo>
                    <a:cubicBezTo>
                      <a:pt x="2" y="71"/>
                      <a:pt x="2" y="71"/>
                      <a:pt x="2" y="71"/>
                    </a:cubicBezTo>
                    <a:cubicBezTo>
                      <a:pt x="2" y="71"/>
                      <a:pt x="2" y="71"/>
                      <a:pt x="2" y="71"/>
                    </a:cubicBezTo>
                    <a:moveTo>
                      <a:pt x="2" y="70"/>
                    </a:moveTo>
                    <a:cubicBezTo>
                      <a:pt x="2" y="70"/>
                      <a:pt x="2" y="70"/>
                      <a:pt x="2" y="70"/>
                    </a:cubicBezTo>
                    <a:cubicBezTo>
                      <a:pt x="2" y="70"/>
                      <a:pt x="2" y="70"/>
                      <a:pt x="2" y="70"/>
                    </a:cubicBezTo>
                    <a:moveTo>
                      <a:pt x="2" y="70"/>
                    </a:moveTo>
                    <a:cubicBezTo>
                      <a:pt x="2" y="70"/>
                      <a:pt x="2" y="70"/>
                      <a:pt x="2" y="70"/>
                    </a:cubicBezTo>
                    <a:cubicBezTo>
                      <a:pt x="2" y="70"/>
                      <a:pt x="2" y="70"/>
                      <a:pt x="2" y="70"/>
                    </a:cubicBezTo>
                    <a:moveTo>
                      <a:pt x="2" y="70"/>
                    </a:moveTo>
                    <a:cubicBezTo>
                      <a:pt x="2" y="70"/>
                      <a:pt x="2" y="70"/>
                      <a:pt x="2" y="70"/>
                    </a:cubicBezTo>
                    <a:cubicBezTo>
                      <a:pt x="2" y="70"/>
                      <a:pt x="2" y="70"/>
                      <a:pt x="2" y="70"/>
                    </a:cubicBezTo>
                    <a:moveTo>
                      <a:pt x="2" y="69"/>
                    </a:moveTo>
                    <a:cubicBezTo>
                      <a:pt x="2" y="69"/>
                      <a:pt x="2" y="70"/>
                      <a:pt x="2" y="70"/>
                    </a:cubicBezTo>
                    <a:cubicBezTo>
                      <a:pt x="2" y="70"/>
                      <a:pt x="2" y="69"/>
                      <a:pt x="2" y="69"/>
                    </a:cubicBezTo>
                    <a:moveTo>
                      <a:pt x="2" y="69"/>
                    </a:moveTo>
                    <a:cubicBezTo>
                      <a:pt x="2" y="69"/>
                      <a:pt x="2" y="69"/>
                      <a:pt x="2" y="69"/>
                    </a:cubicBezTo>
                    <a:cubicBezTo>
                      <a:pt x="2" y="69"/>
                      <a:pt x="2" y="69"/>
                      <a:pt x="2" y="69"/>
                    </a:cubicBezTo>
                    <a:moveTo>
                      <a:pt x="2" y="69"/>
                    </a:moveTo>
                    <a:cubicBezTo>
                      <a:pt x="2" y="69"/>
                      <a:pt x="2" y="69"/>
                      <a:pt x="2" y="69"/>
                    </a:cubicBezTo>
                    <a:cubicBezTo>
                      <a:pt x="2" y="69"/>
                      <a:pt x="2" y="69"/>
                      <a:pt x="2" y="69"/>
                    </a:cubicBezTo>
                    <a:moveTo>
                      <a:pt x="2" y="68"/>
                    </a:moveTo>
                    <a:cubicBezTo>
                      <a:pt x="2" y="69"/>
                      <a:pt x="2" y="69"/>
                      <a:pt x="2" y="69"/>
                    </a:cubicBezTo>
                    <a:cubicBezTo>
                      <a:pt x="2" y="69"/>
                      <a:pt x="2" y="69"/>
                      <a:pt x="2" y="68"/>
                    </a:cubicBezTo>
                    <a:moveTo>
                      <a:pt x="2" y="68"/>
                    </a:moveTo>
                    <a:cubicBezTo>
                      <a:pt x="2" y="68"/>
                      <a:pt x="2" y="68"/>
                      <a:pt x="2" y="68"/>
                    </a:cubicBezTo>
                    <a:cubicBezTo>
                      <a:pt x="2" y="68"/>
                      <a:pt x="2" y="68"/>
                      <a:pt x="2" y="68"/>
                    </a:cubicBezTo>
                    <a:moveTo>
                      <a:pt x="2" y="68"/>
                    </a:moveTo>
                    <a:cubicBezTo>
                      <a:pt x="2" y="68"/>
                      <a:pt x="2" y="68"/>
                      <a:pt x="2" y="68"/>
                    </a:cubicBezTo>
                    <a:cubicBezTo>
                      <a:pt x="2" y="68"/>
                      <a:pt x="2" y="68"/>
                      <a:pt x="2" y="68"/>
                    </a:cubicBezTo>
                    <a:moveTo>
                      <a:pt x="2" y="68"/>
                    </a:moveTo>
                    <a:cubicBezTo>
                      <a:pt x="2" y="68"/>
                      <a:pt x="2" y="68"/>
                      <a:pt x="2" y="68"/>
                    </a:cubicBezTo>
                    <a:cubicBezTo>
                      <a:pt x="2" y="68"/>
                      <a:pt x="2" y="68"/>
                      <a:pt x="2" y="68"/>
                    </a:cubicBezTo>
                    <a:moveTo>
                      <a:pt x="1" y="67"/>
                    </a:moveTo>
                    <a:cubicBezTo>
                      <a:pt x="1" y="67"/>
                      <a:pt x="1" y="67"/>
                      <a:pt x="1" y="68"/>
                    </a:cubicBezTo>
                    <a:cubicBezTo>
                      <a:pt x="1" y="67"/>
                      <a:pt x="1" y="67"/>
                      <a:pt x="1" y="67"/>
                    </a:cubicBezTo>
                    <a:moveTo>
                      <a:pt x="1" y="67"/>
                    </a:moveTo>
                    <a:cubicBezTo>
                      <a:pt x="1" y="67"/>
                      <a:pt x="1" y="67"/>
                      <a:pt x="1" y="67"/>
                    </a:cubicBezTo>
                    <a:cubicBezTo>
                      <a:pt x="1" y="67"/>
                      <a:pt x="1" y="67"/>
                      <a:pt x="1" y="67"/>
                    </a:cubicBezTo>
                    <a:moveTo>
                      <a:pt x="1" y="67"/>
                    </a:moveTo>
                    <a:cubicBezTo>
                      <a:pt x="1" y="67"/>
                      <a:pt x="1" y="67"/>
                      <a:pt x="1" y="67"/>
                    </a:cubicBezTo>
                    <a:cubicBezTo>
                      <a:pt x="1" y="67"/>
                      <a:pt x="1" y="67"/>
                      <a:pt x="1" y="67"/>
                    </a:cubicBezTo>
                    <a:moveTo>
                      <a:pt x="1" y="67"/>
                    </a:moveTo>
                    <a:cubicBezTo>
                      <a:pt x="1" y="67"/>
                      <a:pt x="1" y="67"/>
                      <a:pt x="1" y="67"/>
                    </a:cubicBezTo>
                    <a:cubicBezTo>
                      <a:pt x="1" y="67"/>
                      <a:pt x="1" y="67"/>
                      <a:pt x="1" y="67"/>
                    </a:cubicBezTo>
                    <a:moveTo>
                      <a:pt x="1" y="66"/>
                    </a:moveTo>
                    <a:cubicBezTo>
                      <a:pt x="1" y="66"/>
                      <a:pt x="1" y="66"/>
                      <a:pt x="1" y="66"/>
                    </a:cubicBezTo>
                    <a:cubicBezTo>
                      <a:pt x="1" y="66"/>
                      <a:pt x="1" y="66"/>
                      <a:pt x="1" y="66"/>
                    </a:cubicBezTo>
                    <a:moveTo>
                      <a:pt x="1" y="66"/>
                    </a:moveTo>
                    <a:cubicBezTo>
                      <a:pt x="1" y="66"/>
                      <a:pt x="1" y="66"/>
                      <a:pt x="1" y="66"/>
                    </a:cubicBezTo>
                    <a:cubicBezTo>
                      <a:pt x="1" y="66"/>
                      <a:pt x="1" y="66"/>
                      <a:pt x="1" y="66"/>
                    </a:cubicBezTo>
                    <a:moveTo>
                      <a:pt x="1" y="66"/>
                    </a:moveTo>
                    <a:cubicBezTo>
                      <a:pt x="1" y="66"/>
                      <a:pt x="1" y="66"/>
                      <a:pt x="1" y="66"/>
                    </a:cubicBezTo>
                    <a:cubicBezTo>
                      <a:pt x="1" y="66"/>
                      <a:pt x="1" y="66"/>
                      <a:pt x="1" y="66"/>
                    </a:cubicBezTo>
                    <a:moveTo>
                      <a:pt x="1" y="65"/>
                    </a:moveTo>
                    <a:cubicBezTo>
                      <a:pt x="1" y="65"/>
                      <a:pt x="1" y="66"/>
                      <a:pt x="1" y="66"/>
                    </a:cubicBezTo>
                    <a:cubicBezTo>
                      <a:pt x="1" y="66"/>
                      <a:pt x="1" y="65"/>
                      <a:pt x="1" y="65"/>
                    </a:cubicBezTo>
                    <a:moveTo>
                      <a:pt x="1" y="65"/>
                    </a:moveTo>
                    <a:cubicBezTo>
                      <a:pt x="1" y="65"/>
                      <a:pt x="1" y="65"/>
                      <a:pt x="1" y="65"/>
                    </a:cubicBezTo>
                    <a:cubicBezTo>
                      <a:pt x="1" y="65"/>
                      <a:pt x="1" y="65"/>
                      <a:pt x="1" y="65"/>
                    </a:cubicBezTo>
                    <a:moveTo>
                      <a:pt x="1" y="65"/>
                    </a:moveTo>
                    <a:cubicBezTo>
                      <a:pt x="1" y="65"/>
                      <a:pt x="1" y="65"/>
                      <a:pt x="1" y="65"/>
                    </a:cubicBezTo>
                    <a:cubicBezTo>
                      <a:pt x="1" y="65"/>
                      <a:pt x="1" y="65"/>
                      <a:pt x="1" y="65"/>
                    </a:cubicBezTo>
                    <a:moveTo>
                      <a:pt x="1" y="64"/>
                    </a:moveTo>
                    <a:cubicBezTo>
                      <a:pt x="1" y="65"/>
                      <a:pt x="1" y="65"/>
                      <a:pt x="1" y="65"/>
                    </a:cubicBezTo>
                    <a:cubicBezTo>
                      <a:pt x="1" y="65"/>
                      <a:pt x="1" y="65"/>
                      <a:pt x="1" y="64"/>
                    </a:cubicBezTo>
                    <a:moveTo>
                      <a:pt x="1" y="64"/>
                    </a:moveTo>
                    <a:cubicBezTo>
                      <a:pt x="1" y="64"/>
                      <a:pt x="1" y="64"/>
                      <a:pt x="1" y="64"/>
                    </a:cubicBezTo>
                    <a:cubicBezTo>
                      <a:pt x="1" y="64"/>
                      <a:pt x="1" y="64"/>
                      <a:pt x="1" y="64"/>
                    </a:cubicBezTo>
                    <a:moveTo>
                      <a:pt x="1" y="64"/>
                    </a:moveTo>
                    <a:cubicBezTo>
                      <a:pt x="1" y="64"/>
                      <a:pt x="1" y="64"/>
                      <a:pt x="1" y="64"/>
                    </a:cubicBezTo>
                    <a:cubicBezTo>
                      <a:pt x="1" y="64"/>
                      <a:pt x="1" y="64"/>
                      <a:pt x="1" y="64"/>
                    </a:cubicBezTo>
                    <a:moveTo>
                      <a:pt x="1" y="64"/>
                    </a:moveTo>
                    <a:cubicBezTo>
                      <a:pt x="1" y="64"/>
                      <a:pt x="1" y="64"/>
                      <a:pt x="1" y="64"/>
                    </a:cubicBezTo>
                    <a:cubicBezTo>
                      <a:pt x="1" y="64"/>
                      <a:pt x="1" y="64"/>
                      <a:pt x="1" y="64"/>
                    </a:cubicBezTo>
                    <a:moveTo>
                      <a:pt x="1" y="63"/>
                    </a:moveTo>
                    <a:cubicBezTo>
                      <a:pt x="1" y="63"/>
                      <a:pt x="1" y="63"/>
                      <a:pt x="1" y="64"/>
                    </a:cubicBezTo>
                    <a:cubicBezTo>
                      <a:pt x="1" y="63"/>
                      <a:pt x="1" y="63"/>
                      <a:pt x="1" y="63"/>
                    </a:cubicBezTo>
                    <a:moveTo>
                      <a:pt x="1" y="63"/>
                    </a:moveTo>
                    <a:cubicBezTo>
                      <a:pt x="1" y="63"/>
                      <a:pt x="1" y="63"/>
                      <a:pt x="1" y="63"/>
                    </a:cubicBezTo>
                    <a:cubicBezTo>
                      <a:pt x="1" y="63"/>
                      <a:pt x="1" y="63"/>
                      <a:pt x="1" y="63"/>
                    </a:cubicBezTo>
                    <a:moveTo>
                      <a:pt x="1" y="63"/>
                    </a:moveTo>
                    <a:cubicBezTo>
                      <a:pt x="1" y="63"/>
                      <a:pt x="1" y="63"/>
                      <a:pt x="1" y="63"/>
                    </a:cubicBezTo>
                    <a:cubicBezTo>
                      <a:pt x="1" y="63"/>
                      <a:pt x="1" y="63"/>
                      <a:pt x="1" y="63"/>
                    </a:cubicBezTo>
                    <a:moveTo>
                      <a:pt x="1" y="63"/>
                    </a:moveTo>
                    <a:cubicBezTo>
                      <a:pt x="1" y="63"/>
                      <a:pt x="1" y="63"/>
                      <a:pt x="1" y="63"/>
                    </a:cubicBezTo>
                    <a:cubicBezTo>
                      <a:pt x="1" y="63"/>
                      <a:pt x="1" y="63"/>
                      <a:pt x="1" y="63"/>
                    </a:cubicBezTo>
                    <a:moveTo>
                      <a:pt x="1" y="62"/>
                    </a:moveTo>
                    <a:cubicBezTo>
                      <a:pt x="1" y="62"/>
                      <a:pt x="1" y="62"/>
                      <a:pt x="1" y="62"/>
                    </a:cubicBezTo>
                    <a:cubicBezTo>
                      <a:pt x="1" y="62"/>
                      <a:pt x="1" y="62"/>
                      <a:pt x="1" y="62"/>
                    </a:cubicBezTo>
                    <a:moveTo>
                      <a:pt x="1" y="62"/>
                    </a:moveTo>
                    <a:cubicBezTo>
                      <a:pt x="1" y="62"/>
                      <a:pt x="1" y="62"/>
                      <a:pt x="1" y="62"/>
                    </a:cubicBezTo>
                    <a:cubicBezTo>
                      <a:pt x="1" y="62"/>
                      <a:pt x="1" y="62"/>
                      <a:pt x="1" y="62"/>
                    </a:cubicBezTo>
                    <a:moveTo>
                      <a:pt x="1" y="62"/>
                    </a:moveTo>
                    <a:cubicBezTo>
                      <a:pt x="1" y="62"/>
                      <a:pt x="1" y="62"/>
                      <a:pt x="1" y="62"/>
                    </a:cubicBezTo>
                    <a:cubicBezTo>
                      <a:pt x="1" y="62"/>
                      <a:pt x="1" y="62"/>
                      <a:pt x="1" y="62"/>
                    </a:cubicBezTo>
                    <a:moveTo>
                      <a:pt x="1" y="61"/>
                    </a:moveTo>
                    <a:cubicBezTo>
                      <a:pt x="1" y="61"/>
                      <a:pt x="1" y="62"/>
                      <a:pt x="1" y="62"/>
                    </a:cubicBezTo>
                    <a:cubicBezTo>
                      <a:pt x="1" y="62"/>
                      <a:pt x="1" y="61"/>
                      <a:pt x="1" y="61"/>
                    </a:cubicBezTo>
                    <a:moveTo>
                      <a:pt x="1" y="61"/>
                    </a:moveTo>
                    <a:cubicBezTo>
                      <a:pt x="1" y="61"/>
                      <a:pt x="1" y="61"/>
                      <a:pt x="1" y="61"/>
                    </a:cubicBezTo>
                    <a:cubicBezTo>
                      <a:pt x="1" y="61"/>
                      <a:pt x="1" y="61"/>
                      <a:pt x="1" y="61"/>
                    </a:cubicBezTo>
                    <a:moveTo>
                      <a:pt x="1" y="61"/>
                    </a:moveTo>
                    <a:cubicBezTo>
                      <a:pt x="1" y="61"/>
                      <a:pt x="1" y="61"/>
                      <a:pt x="1" y="61"/>
                    </a:cubicBezTo>
                    <a:cubicBezTo>
                      <a:pt x="1" y="61"/>
                      <a:pt x="1" y="61"/>
                      <a:pt x="1" y="61"/>
                    </a:cubicBezTo>
                    <a:moveTo>
                      <a:pt x="1" y="60"/>
                    </a:moveTo>
                    <a:cubicBezTo>
                      <a:pt x="1" y="61"/>
                      <a:pt x="1" y="61"/>
                      <a:pt x="1" y="61"/>
                    </a:cubicBezTo>
                    <a:cubicBezTo>
                      <a:pt x="1" y="61"/>
                      <a:pt x="1" y="61"/>
                      <a:pt x="1" y="60"/>
                    </a:cubicBezTo>
                    <a:moveTo>
                      <a:pt x="1" y="60"/>
                    </a:moveTo>
                    <a:cubicBezTo>
                      <a:pt x="1" y="60"/>
                      <a:pt x="1" y="60"/>
                      <a:pt x="1" y="60"/>
                    </a:cubicBezTo>
                    <a:cubicBezTo>
                      <a:pt x="1" y="60"/>
                      <a:pt x="1" y="60"/>
                      <a:pt x="1" y="60"/>
                    </a:cubicBezTo>
                    <a:moveTo>
                      <a:pt x="1" y="60"/>
                    </a:moveTo>
                    <a:cubicBezTo>
                      <a:pt x="1" y="60"/>
                      <a:pt x="1" y="60"/>
                      <a:pt x="1" y="60"/>
                    </a:cubicBezTo>
                    <a:cubicBezTo>
                      <a:pt x="1" y="60"/>
                      <a:pt x="1" y="60"/>
                      <a:pt x="1" y="60"/>
                    </a:cubicBezTo>
                    <a:moveTo>
                      <a:pt x="1" y="60"/>
                    </a:moveTo>
                    <a:cubicBezTo>
                      <a:pt x="1" y="60"/>
                      <a:pt x="1" y="60"/>
                      <a:pt x="1" y="60"/>
                    </a:cubicBezTo>
                    <a:cubicBezTo>
                      <a:pt x="1" y="60"/>
                      <a:pt x="1" y="60"/>
                      <a:pt x="1" y="60"/>
                    </a:cubicBezTo>
                    <a:moveTo>
                      <a:pt x="18" y="1"/>
                    </a:moveTo>
                    <a:cubicBezTo>
                      <a:pt x="6" y="17"/>
                      <a:pt x="0" y="38"/>
                      <a:pt x="1" y="60"/>
                    </a:cubicBezTo>
                    <a:cubicBezTo>
                      <a:pt x="0" y="38"/>
                      <a:pt x="6" y="17"/>
                      <a:pt x="18" y="1"/>
                    </a:cubicBezTo>
                    <a:moveTo>
                      <a:pt x="18" y="0"/>
                    </a:moveTo>
                    <a:cubicBezTo>
                      <a:pt x="18" y="0"/>
                      <a:pt x="18" y="0"/>
                      <a:pt x="18" y="1"/>
                    </a:cubicBezTo>
                    <a:cubicBezTo>
                      <a:pt x="18" y="0"/>
                      <a:pt x="18" y="0"/>
                      <a:pt x="18" y="0"/>
                    </a:cubicBezTo>
                    <a:moveTo>
                      <a:pt x="19" y="0"/>
                    </a:moveTo>
                    <a:cubicBezTo>
                      <a:pt x="18" y="0"/>
                      <a:pt x="18" y="0"/>
                      <a:pt x="18" y="0"/>
                    </a:cubicBezTo>
                    <a:cubicBezTo>
                      <a:pt x="18" y="0"/>
                      <a:pt x="18" y="0"/>
                      <a:pt x="19" y="0"/>
                    </a:cubicBezTo>
                    <a:moveTo>
                      <a:pt x="19" y="0"/>
                    </a:moveTo>
                    <a:cubicBezTo>
                      <a:pt x="19" y="0"/>
                      <a:pt x="19" y="0"/>
                      <a:pt x="19" y="0"/>
                    </a:cubicBezTo>
                    <a:cubicBezTo>
                      <a:pt x="19" y="0"/>
                      <a:pt x="19" y="0"/>
                      <a:pt x="19" y="0"/>
                    </a:cubicBezTo>
                    <a:moveTo>
                      <a:pt x="19" y="0"/>
                    </a:moveTo>
                    <a:cubicBezTo>
                      <a:pt x="19" y="0"/>
                      <a:pt x="19" y="0"/>
                      <a:pt x="19" y="0"/>
                    </a:cubicBezTo>
                    <a:cubicBezTo>
                      <a:pt x="19" y="0"/>
                      <a:pt x="19" y="0"/>
                      <a:pt x="19" y="0"/>
                    </a:cubicBezTo>
                    <a:moveTo>
                      <a:pt x="19" y="0"/>
                    </a:moveTo>
                    <a:cubicBezTo>
                      <a:pt x="19" y="0"/>
                      <a:pt x="19" y="0"/>
                      <a:pt x="19" y="0"/>
                    </a:cubicBezTo>
                    <a:cubicBezTo>
                      <a:pt x="19" y="0"/>
                      <a:pt x="19" y="0"/>
                      <a:pt x="19" y="0"/>
                    </a:cubicBezTo>
                  </a:path>
                </a:pathLst>
              </a:custGeom>
              <a:solidFill>
                <a:srgbClr val="E56A0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181" name="Freeform 47"/>
              <p:cNvSpPr>
                <a:spLocks/>
              </p:cNvSpPr>
              <p:nvPr/>
            </p:nvSpPr>
            <p:spPr bwMode="auto">
              <a:xfrm>
                <a:off x="3786188" y="3213491"/>
                <a:ext cx="207963" cy="420688"/>
              </a:xfrm>
              <a:custGeom>
                <a:avLst/>
                <a:gdLst>
                  <a:gd name="T0" fmla="*/ 19 w 85"/>
                  <a:gd name="T1" fmla="*/ 24 h 172"/>
                  <a:gd name="T2" fmla="*/ 19 w 85"/>
                  <a:gd name="T3" fmla="*/ 24 h 172"/>
                  <a:gd name="T4" fmla="*/ 18 w 85"/>
                  <a:gd name="T5" fmla="*/ 24 h 172"/>
                  <a:gd name="T6" fmla="*/ 18 w 85"/>
                  <a:gd name="T7" fmla="*/ 25 h 172"/>
                  <a:gd name="T8" fmla="*/ 1 w 85"/>
                  <a:gd name="T9" fmla="*/ 84 h 172"/>
                  <a:gd name="T10" fmla="*/ 1 w 85"/>
                  <a:gd name="T11" fmla="*/ 84 h 172"/>
                  <a:gd name="T12" fmla="*/ 1 w 85"/>
                  <a:gd name="T13" fmla="*/ 85 h 172"/>
                  <a:gd name="T14" fmla="*/ 1 w 85"/>
                  <a:gd name="T15" fmla="*/ 85 h 172"/>
                  <a:gd name="T16" fmla="*/ 1 w 85"/>
                  <a:gd name="T17" fmla="*/ 85 h 172"/>
                  <a:gd name="T18" fmla="*/ 1 w 85"/>
                  <a:gd name="T19" fmla="*/ 86 h 172"/>
                  <a:gd name="T20" fmla="*/ 1 w 85"/>
                  <a:gd name="T21" fmla="*/ 86 h 172"/>
                  <a:gd name="T22" fmla="*/ 1 w 85"/>
                  <a:gd name="T23" fmla="*/ 87 h 172"/>
                  <a:gd name="T24" fmla="*/ 1 w 85"/>
                  <a:gd name="T25" fmla="*/ 87 h 172"/>
                  <a:gd name="T26" fmla="*/ 1 w 85"/>
                  <a:gd name="T27" fmla="*/ 88 h 172"/>
                  <a:gd name="T28" fmla="*/ 1 w 85"/>
                  <a:gd name="T29" fmla="*/ 88 h 172"/>
                  <a:gd name="T30" fmla="*/ 1 w 85"/>
                  <a:gd name="T31" fmla="*/ 88 h 172"/>
                  <a:gd name="T32" fmla="*/ 1 w 85"/>
                  <a:gd name="T33" fmla="*/ 89 h 172"/>
                  <a:gd name="T34" fmla="*/ 1 w 85"/>
                  <a:gd name="T35" fmla="*/ 89 h 172"/>
                  <a:gd name="T36" fmla="*/ 1 w 85"/>
                  <a:gd name="T37" fmla="*/ 90 h 172"/>
                  <a:gd name="T38" fmla="*/ 1 w 85"/>
                  <a:gd name="T39" fmla="*/ 90 h 172"/>
                  <a:gd name="T40" fmla="*/ 1 w 85"/>
                  <a:gd name="T41" fmla="*/ 91 h 172"/>
                  <a:gd name="T42" fmla="*/ 1 w 85"/>
                  <a:gd name="T43" fmla="*/ 91 h 172"/>
                  <a:gd name="T44" fmla="*/ 1 w 85"/>
                  <a:gd name="T45" fmla="*/ 91 h 172"/>
                  <a:gd name="T46" fmla="*/ 2 w 85"/>
                  <a:gd name="T47" fmla="*/ 92 h 172"/>
                  <a:gd name="T48" fmla="*/ 2 w 85"/>
                  <a:gd name="T49" fmla="*/ 92 h 172"/>
                  <a:gd name="T50" fmla="*/ 2 w 85"/>
                  <a:gd name="T51" fmla="*/ 93 h 172"/>
                  <a:gd name="T52" fmla="*/ 2 w 85"/>
                  <a:gd name="T53" fmla="*/ 93 h 172"/>
                  <a:gd name="T54" fmla="*/ 2 w 85"/>
                  <a:gd name="T55" fmla="*/ 94 h 172"/>
                  <a:gd name="T56" fmla="*/ 2 w 85"/>
                  <a:gd name="T57" fmla="*/ 94 h 172"/>
                  <a:gd name="T58" fmla="*/ 2 w 85"/>
                  <a:gd name="T59" fmla="*/ 94 h 172"/>
                  <a:gd name="T60" fmla="*/ 2 w 85"/>
                  <a:gd name="T61" fmla="*/ 95 h 172"/>
                  <a:gd name="T62" fmla="*/ 2 w 85"/>
                  <a:gd name="T63" fmla="*/ 95 h 172"/>
                  <a:gd name="T64" fmla="*/ 2 w 85"/>
                  <a:gd name="T65" fmla="*/ 96 h 172"/>
                  <a:gd name="T66" fmla="*/ 2 w 85"/>
                  <a:gd name="T67" fmla="*/ 96 h 172"/>
                  <a:gd name="T68" fmla="*/ 2 w 85"/>
                  <a:gd name="T69" fmla="*/ 96 h 172"/>
                  <a:gd name="T70" fmla="*/ 2 w 85"/>
                  <a:gd name="T71" fmla="*/ 97 h 172"/>
                  <a:gd name="T72" fmla="*/ 3 w 85"/>
                  <a:gd name="T73" fmla="*/ 98 h 172"/>
                  <a:gd name="T74" fmla="*/ 3 w 85"/>
                  <a:gd name="T75" fmla="*/ 98 h 172"/>
                  <a:gd name="T76" fmla="*/ 3 w 85"/>
                  <a:gd name="T77" fmla="*/ 98 h 172"/>
                  <a:gd name="T78" fmla="*/ 3 w 85"/>
                  <a:gd name="T79" fmla="*/ 99 h 172"/>
                  <a:gd name="T80" fmla="*/ 3 w 85"/>
                  <a:gd name="T81" fmla="*/ 99 h 172"/>
                  <a:gd name="T82" fmla="*/ 3 w 85"/>
                  <a:gd name="T83" fmla="*/ 100 h 172"/>
                  <a:gd name="T84" fmla="*/ 3 w 85"/>
                  <a:gd name="T85" fmla="*/ 100 h 172"/>
                  <a:gd name="T86" fmla="*/ 3 w 85"/>
                  <a:gd name="T87" fmla="*/ 100 h 172"/>
                  <a:gd name="T88" fmla="*/ 85 w 85"/>
                  <a:gd name="T89" fmla="*/ 172 h 172"/>
                  <a:gd name="T90" fmla="*/ 16 w 85"/>
                  <a:gd name="T91" fmla="*/ 80 h 172"/>
                  <a:gd name="T92" fmla="*/ 42 w 85"/>
                  <a:gd name="T93" fmla="*/ 2 h 1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</a:cxnLst>
                <a:rect l="0" t="0" r="r" b="b"/>
                <a:pathLst>
                  <a:path w="85" h="172">
                    <a:moveTo>
                      <a:pt x="45" y="0"/>
                    </a:moveTo>
                    <a:cubicBezTo>
                      <a:pt x="35" y="6"/>
                      <a:pt x="26" y="14"/>
                      <a:pt x="19" y="24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8" y="24"/>
                      <a:pt x="18" y="25"/>
                    </a:cubicBezTo>
                    <a:cubicBezTo>
                      <a:pt x="18" y="25"/>
                      <a:pt x="18" y="25"/>
                      <a:pt x="18" y="25"/>
                    </a:cubicBezTo>
                    <a:cubicBezTo>
                      <a:pt x="6" y="41"/>
                      <a:pt x="0" y="62"/>
                      <a:pt x="1" y="84"/>
                    </a:cubicBezTo>
                    <a:cubicBezTo>
                      <a:pt x="1" y="84"/>
                      <a:pt x="1" y="84"/>
                      <a:pt x="1" y="84"/>
                    </a:cubicBezTo>
                    <a:cubicBezTo>
                      <a:pt x="1" y="84"/>
                      <a:pt x="1" y="84"/>
                      <a:pt x="1" y="84"/>
                    </a:cubicBezTo>
                    <a:cubicBezTo>
                      <a:pt x="1" y="84"/>
                      <a:pt x="1" y="84"/>
                      <a:pt x="1" y="84"/>
                    </a:cubicBezTo>
                    <a:cubicBezTo>
                      <a:pt x="1" y="84"/>
                      <a:pt x="1" y="84"/>
                      <a:pt x="1" y="84"/>
                    </a:cubicBezTo>
                    <a:cubicBezTo>
                      <a:pt x="1" y="84"/>
                      <a:pt x="1" y="84"/>
                      <a:pt x="1" y="84"/>
                    </a:cubicBezTo>
                    <a:cubicBezTo>
                      <a:pt x="1" y="84"/>
                      <a:pt x="1" y="84"/>
                      <a:pt x="1" y="84"/>
                    </a:cubicBezTo>
                    <a:cubicBezTo>
                      <a:pt x="1" y="84"/>
                      <a:pt x="1" y="84"/>
                      <a:pt x="1" y="84"/>
                    </a:cubicBezTo>
                    <a:cubicBezTo>
                      <a:pt x="1" y="85"/>
                      <a:pt x="1" y="85"/>
                      <a:pt x="1" y="85"/>
                    </a:cubicBezTo>
                    <a:cubicBezTo>
                      <a:pt x="1" y="85"/>
                      <a:pt x="1" y="85"/>
                      <a:pt x="1" y="85"/>
                    </a:cubicBezTo>
                    <a:cubicBezTo>
                      <a:pt x="1" y="85"/>
                      <a:pt x="1" y="85"/>
                      <a:pt x="1" y="85"/>
                    </a:cubicBezTo>
                    <a:cubicBezTo>
                      <a:pt x="1" y="85"/>
                      <a:pt x="1" y="85"/>
                      <a:pt x="1" y="85"/>
                    </a:cubicBezTo>
                    <a:cubicBezTo>
                      <a:pt x="1" y="85"/>
                      <a:pt x="1" y="85"/>
                      <a:pt x="1" y="85"/>
                    </a:cubicBezTo>
                    <a:cubicBezTo>
                      <a:pt x="1" y="85"/>
                      <a:pt x="1" y="85"/>
                      <a:pt x="1" y="85"/>
                    </a:cubicBezTo>
                    <a:cubicBezTo>
                      <a:pt x="1" y="85"/>
                      <a:pt x="1" y="85"/>
                      <a:pt x="1" y="85"/>
                    </a:cubicBezTo>
                    <a:cubicBezTo>
                      <a:pt x="1" y="85"/>
                      <a:pt x="1" y="86"/>
                      <a:pt x="1" y="86"/>
                    </a:cubicBezTo>
                    <a:cubicBezTo>
                      <a:pt x="1" y="86"/>
                      <a:pt x="1" y="86"/>
                      <a:pt x="1" y="86"/>
                    </a:cubicBezTo>
                    <a:cubicBezTo>
                      <a:pt x="1" y="86"/>
                      <a:pt x="1" y="86"/>
                      <a:pt x="1" y="86"/>
                    </a:cubicBezTo>
                    <a:cubicBezTo>
                      <a:pt x="1" y="86"/>
                      <a:pt x="1" y="86"/>
                      <a:pt x="1" y="86"/>
                    </a:cubicBezTo>
                    <a:cubicBezTo>
                      <a:pt x="1" y="86"/>
                      <a:pt x="1" y="86"/>
                      <a:pt x="1" y="86"/>
                    </a:cubicBezTo>
                    <a:cubicBezTo>
                      <a:pt x="1" y="86"/>
                      <a:pt x="1" y="86"/>
                      <a:pt x="1" y="86"/>
                    </a:cubicBezTo>
                    <a:cubicBezTo>
                      <a:pt x="1" y="86"/>
                      <a:pt x="1" y="86"/>
                      <a:pt x="1" y="86"/>
                    </a:cubicBezTo>
                    <a:cubicBezTo>
                      <a:pt x="1" y="86"/>
                      <a:pt x="1" y="86"/>
                      <a:pt x="1" y="87"/>
                    </a:cubicBezTo>
                    <a:cubicBezTo>
                      <a:pt x="1" y="87"/>
                      <a:pt x="1" y="87"/>
                      <a:pt x="1" y="87"/>
                    </a:cubicBezTo>
                    <a:cubicBezTo>
                      <a:pt x="1" y="87"/>
                      <a:pt x="1" y="87"/>
                      <a:pt x="1" y="87"/>
                    </a:cubicBezTo>
                    <a:cubicBezTo>
                      <a:pt x="1" y="87"/>
                      <a:pt x="1" y="87"/>
                      <a:pt x="1" y="87"/>
                    </a:cubicBezTo>
                    <a:cubicBezTo>
                      <a:pt x="1" y="87"/>
                      <a:pt x="1" y="87"/>
                      <a:pt x="1" y="87"/>
                    </a:cubicBezTo>
                    <a:cubicBezTo>
                      <a:pt x="1" y="87"/>
                      <a:pt x="1" y="87"/>
                      <a:pt x="1" y="87"/>
                    </a:cubicBezTo>
                    <a:cubicBezTo>
                      <a:pt x="1" y="87"/>
                      <a:pt x="1" y="87"/>
                      <a:pt x="1" y="87"/>
                    </a:cubicBezTo>
                    <a:cubicBezTo>
                      <a:pt x="1" y="87"/>
                      <a:pt x="1" y="87"/>
                      <a:pt x="1" y="88"/>
                    </a:cubicBezTo>
                    <a:cubicBezTo>
                      <a:pt x="1" y="88"/>
                      <a:pt x="1" y="88"/>
                      <a:pt x="1" y="88"/>
                    </a:cubicBezTo>
                    <a:cubicBezTo>
                      <a:pt x="1" y="88"/>
                      <a:pt x="1" y="88"/>
                      <a:pt x="1" y="88"/>
                    </a:cubicBezTo>
                    <a:cubicBezTo>
                      <a:pt x="1" y="88"/>
                      <a:pt x="1" y="88"/>
                      <a:pt x="1" y="88"/>
                    </a:cubicBezTo>
                    <a:cubicBezTo>
                      <a:pt x="1" y="88"/>
                      <a:pt x="1" y="88"/>
                      <a:pt x="1" y="88"/>
                    </a:cubicBezTo>
                    <a:cubicBezTo>
                      <a:pt x="1" y="88"/>
                      <a:pt x="1" y="88"/>
                      <a:pt x="1" y="88"/>
                    </a:cubicBezTo>
                    <a:cubicBezTo>
                      <a:pt x="1" y="88"/>
                      <a:pt x="1" y="88"/>
                      <a:pt x="1" y="88"/>
                    </a:cubicBezTo>
                    <a:cubicBezTo>
                      <a:pt x="1" y="88"/>
                      <a:pt x="1" y="88"/>
                      <a:pt x="1" y="88"/>
                    </a:cubicBezTo>
                    <a:cubicBezTo>
                      <a:pt x="1" y="89"/>
                      <a:pt x="1" y="89"/>
                      <a:pt x="1" y="89"/>
                    </a:cubicBezTo>
                    <a:cubicBezTo>
                      <a:pt x="1" y="89"/>
                      <a:pt x="1" y="89"/>
                      <a:pt x="1" y="89"/>
                    </a:cubicBezTo>
                    <a:cubicBezTo>
                      <a:pt x="1" y="89"/>
                      <a:pt x="1" y="89"/>
                      <a:pt x="1" y="89"/>
                    </a:cubicBezTo>
                    <a:cubicBezTo>
                      <a:pt x="1" y="89"/>
                      <a:pt x="1" y="89"/>
                      <a:pt x="1" y="89"/>
                    </a:cubicBezTo>
                    <a:cubicBezTo>
                      <a:pt x="1" y="89"/>
                      <a:pt x="1" y="89"/>
                      <a:pt x="1" y="89"/>
                    </a:cubicBezTo>
                    <a:cubicBezTo>
                      <a:pt x="1" y="89"/>
                      <a:pt x="1" y="89"/>
                      <a:pt x="1" y="89"/>
                    </a:cubicBezTo>
                    <a:cubicBezTo>
                      <a:pt x="1" y="89"/>
                      <a:pt x="1" y="90"/>
                      <a:pt x="1" y="90"/>
                    </a:cubicBezTo>
                    <a:cubicBezTo>
                      <a:pt x="1" y="90"/>
                      <a:pt x="1" y="90"/>
                      <a:pt x="1" y="90"/>
                    </a:cubicBezTo>
                    <a:cubicBezTo>
                      <a:pt x="1" y="90"/>
                      <a:pt x="1" y="90"/>
                      <a:pt x="1" y="90"/>
                    </a:cubicBezTo>
                    <a:cubicBezTo>
                      <a:pt x="1" y="90"/>
                      <a:pt x="1" y="90"/>
                      <a:pt x="1" y="90"/>
                    </a:cubicBezTo>
                    <a:cubicBezTo>
                      <a:pt x="1" y="90"/>
                      <a:pt x="1" y="90"/>
                      <a:pt x="1" y="90"/>
                    </a:cubicBezTo>
                    <a:cubicBezTo>
                      <a:pt x="1" y="90"/>
                      <a:pt x="1" y="90"/>
                      <a:pt x="1" y="90"/>
                    </a:cubicBezTo>
                    <a:cubicBezTo>
                      <a:pt x="1" y="90"/>
                      <a:pt x="1" y="90"/>
                      <a:pt x="1" y="90"/>
                    </a:cubicBezTo>
                    <a:cubicBezTo>
                      <a:pt x="1" y="90"/>
                      <a:pt x="1" y="91"/>
                      <a:pt x="1" y="91"/>
                    </a:cubicBezTo>
                    <a:cubicBezTo>
                      <a:pt x="1" y="91"/>
                      <a:pt x="1" y="91"/>
                      <a:pt x="1" y="91"/>
                    </a:cubicBezTo>
                    <a:cubicBezTo>
                      <a:pt x="1" y="91"/>
                      <a:pt x="1" y="91"/>
                      <a:pt x="1" y="91"/>
                    </a:cubicBezTo>
                    <a:cubicBezTo>
                      <a:pt x="1" y="91"/>
                      <a:pt x="1" y="91"/>
                      <a:pt x="1" y="91"/>
                    </a:cubicBezTo>
                    <a:cubicBezTo>
                      <a:pt x="1" y="91"/>
                      <a:pt x="1" y="91"/>
                      <a:pt x="1" y="91"/>
                    </a:cubicBezTo>
                    <a:cubicBezTo>
                      <a:pt x="1" y="91"/>
                      <a:pt x="1" y="91"/>
                      <a:pt x="1" y="91"/>
                    </a:cubicBezTo>
                    <a:cubicBezTo>
                      <a:pt x="1" y="91"/>
                      <a:pt x="1" y="91"/>
                      <a:pt x="1" y="91"/>
                    </a:cubicBezTo>
                    <a:cubicBezTo>
                      <a:pt x="1" y="91"/>
                      <a:pt x="1" y="91"/>
                      <a:pt x="1" y="92"/>
                    </a:cubicBezTo>
                    <a:cubicBezTo>
                      <a:pt x="1" y="92"/>
                      <a:pt x="2" y="92"/>
                      <a:pt x="2" y="92"/>
                    </a:cubicBezTo>
                    <a:cubicBezTo>
                      <a:pt x="2" y="92"/>
                      <a:pt x="2" y="92"/>
                      <a:pt x="2" y="92"/>
                    </a:cubicBezTo>
                    <a:cubicBezTo>
                      <a:pt x="2" y="92"/>
                      <a:pt x="2" y="92"/>
                      <a:pt x="2" y="92"/>
                    </a:cubicBezTo>
                    <a:cubicBezTo>
                      <a:pt x="2" y="92"/>
                      <a:pt x="2" y="92"/>
                      <a:pt x="2" y="92"/>
                    </a:cubicBezTo>
                    <a:cubicBezTo>
                      <a:pt x="2" y="92"/>
                      <a:pt x="2" y="92"/>
                      <a:pt x="2" y="92"/>
                    </a:cubicBezTo>
                    <a:cubicBezTo>
                      <a:pt x="2" y="92"/>
                      <a:pt x="2" y="92"/>
                      <a:pt x="2" y="92"/>
                    </a:cubicBezTo>
                    <a:cubicBezTo>
                      <a:pt x="2" y="92"/>
                      <a:pt x="2" y="92"/>
                      <a:pt x="2" y="92"/>
                    </a:cubicBezTo>
                    <a:cubicBezTo>
                      <a:pt x="2" y="93"/>
                      <a:pt x="2" y="93"/>
                      <a:pt x="2" y="93"/>
                    </a:cubicBezTo>
                    <a:cubicBezTo>
                      <a:pt x="2" y="93"/>
                      <a:pt x="2" y="93"/>
                      <a:pt x="2" y="93"/>
                    </a:cubicBezTo>
                    <a:cubicBezTo>
                      <a:pt x="2" y="93"/>
                      <a:pt x="2" y="93"/>
                      <a:pt x="2" y="93"/>
                    </a:cubicBezTo>
                    <a:cubicBezTo>
                      <a:pt x="2" y="93"/>
                      <a:pt x="2" y="93"/>
                      <a:pt x="2" y="93"/>
                    </a:cubicBezTo>
                    <a:cubicBezTo>
                      <a:pt x="2" y="93"/>
                      <a:pt x="2" y="93"/>
                      <a:pt x="2" y="93"/>
                    </a:cubicBezTo>
                    <a:cubicBezTo>
                      <a:pt x="2" y="93"/>
                      <a:pt x="2" y="93"/>
                      <a:pt x="2" y="93"/>
                    </a:cubicBezTo>
                    <a:cubicBezTo>
                      <a:pt x="2" y="93"/>
                      <a:pt x="2" y="94"/>
                      <a:pt x="2" y="94"/>
                    </a:cubicBezTo>
                    <a:cubicBezTo>
                      <a:pt x="2" y="94"/>
                      <a:pt x="2" y="94"/>
                      <a:pt x="2" y="94"/>
                    </a:cubicBezTo>
                    <a:cubicBezTo>
                      <a:pt x="2" y="94"/>
                      <a:pt x="2" y="94"/>
                      <a:pt x="2" y="94"/>
                    </a:cubicBezTo>
                    <a:cubicBezTo>
                      <a:pt x="2" y="94"/>
                      <a:pt x="2" y="94"/>
                      <a:pt x="2" y="94"/>
                    </a:cubicBezTo>
                    <a:cubicBezTo>
                      <a:pt x="2" y="94"/>
                      <a:pt x="2" y="94"/>
                      <a:pt x="2" y="94"/>
                    </a:cubicBezTo>
                    <a:cubicBezTo>
                      <a:pt x="2" y="94"/>
                      <a:pt x="2" y="94"/>
                      <a:pt x="2" y="94"/>
                    </a:cubicBezTo>
                    <a:cubicBezTo>
                      <a:pt x="2" y="94"/>
                      <a:pt x="2" y="94"/>
                      <a:pt x="2" y="94"/>
                    </a:cubicBezTo>
                    <a:cubicBezTo>
                      <a:pt x="2" y="94"/>
                      <a:pt x="2" y="94"/>
                      <a:pt x="2" y="95"/>
                    </a:cubicBezTo>
                    <a:cubicBezTo>
                      <a:pt x="2" y="95"/>
                      <a:pt x="2" y="95"/>
                      <a:pt x="2" y="95"/>
                    </a:cubicBezTo>
                    <a:cubicBezTo>
                      <a:pt x="2" y="95"/>
                      <a:pt x="2" y="95"/>
                      <a:pt x="2" y="95"/>
                    </a:cubicBezTo>
                    <a:cubicBezTo>
                      <a:pt x="2" y="95"/>
                      <a:pt x="2" y="95"/>
                      <a:pt x="2" y="95"/>
                    </a:cubicBezTo>
                    <a:cubicBezTo>
                      <a:pt x="2" y="95"/>
                      <a:pt x="2" y="95"/>
                      <a:pt x="2" y="95"/>
                    </a:cubicBezTo>
                    <a:cubicBezTo>
                      <a:pt x="2" y="95"/>
                      <a:pt x="2" y="95"/>
                      <a:pt x="2" y="95"/>
                    </a:cubicBezTo>
                    <a:cubicBezTo>
                      <a:pt x="2" y="95"/>
                      <a:pt x="2" y="95"/>
                      <a:pt x="2" y="95"/>
                    </a:cubicBezTo>
                    <a:cubicBezTo>
                      <a:pt x="2" y="95"/>
                      <a:pt x="2" y="95"/>
                      <a:pt x="2" y="95"/>
                    </a:cubicBezTo>
                    <a:cubicBezTo>
                      <a:pt x="2" y="96"/>
                      <a:pt x="2" y="96"/>
                      <a:pt x="2" y="96"/>
                    </a:cubicBezTo>
                    <a:cubicBezTo>
                      <a:pt x="2" y="96"/>
                      <a:pt x="2" y="96"/>
                      <a:pt x="2" y="96"/>
                    </a:cubicBezTo>
                    <a:cubicBezTo>
                      <a:pt x="2" y="96"/>
                      <a:pt x="2" y="96"/>
                      <a:pt x="2" y="96"/>
                    </a:cubicBezTo>
                    <a:cubicBezTo>
                      <a:pt x="2" y="96"/>
                      <a:pt x="2" y="96"/>
                      <a:pt x="2" y="96"/>
                    </a:cubicBezTo>
                    <a:cubicBezTo>
                      <a:pt x="2" y="96"/>
                      <a:pt x="2" y="96"/>
                      <a:pt x="2" y="96"/>
                    </a:cubicBezTo>
                    <a:cubicBezTo>
                      <a:pt x="2" y="96"/>
                      <a:pt x="2" y="96"/>
                      <a:pt x="2" y="96"/>
                    </a:cubicBezTo>
                    <a:cubicBezTo>
                      <a:pt x="2" y="96"/>
                      <a:pt x="2" y="96"/>
                      <a:pt x="2" y="96"/>
                    </a:cubicBezTo>
                    <a:cubicBezTo>
                      <a:pt x="2" y="96"/>
                      <a:pt x="2" y="96"/>
                      <a:pt x="2" y="97"/>
                    </a:cubicBezTo>
                    <a:cubicBezTo>
                      <a:pt x="2" y="97"/>
                      <a:pt x="2" y="97"/>
                      <a:pt x="2" y="97"/>
                    </a:cubicBezTo>
                    <a:cubicBezTo>
                      <a:pt x="2" y="97"/>
                      <a:pt x="2" y="97"/>
                      <a:pt x="2" y="97"/>
                    </a:cubicBezTo>
                    <a:cubicBezTo>
                      <a:pt x="2" y="97"/>
                      <a:pt x="2" y="97"/>
                      <a:pt x="2" y="97"/>
                    </a:cubicBezTo>
                    <a:cubicBezTo>
                      <a:pt x="2" y="97"/>
                      <a:pt x="2" y="97"/>
                      <a:pt x="2" y="97"/>
                    </a:cubicBezTo>
                    <a:cubicBezTo>
                      <a:pt x="2" y="97"/>
                      <a:pt x="2" y="97"/>
                      <a:pt x="3" y="98"/>
                    </a:cubicBezTo>
                    <a:cubicBezTo>
                      <a:pt x="3" y="98"/>
                      <a:pt x="3" y="98"/>
                      <a:pt x="3" y="98"/>
                    </a:cubicBezTo>
                    <a:cubicBezTo>
                      <a:pt x="3" y="98"/>
                      <a:pt x="3" y="98"/>
                      <a:pt x="3" y="98"/>
                    </a:cubicBezTo>
                    <a:cubicBezTo>
                      <a:pt x="3" y="98"/>
                      <a:pt x="3" y="98"/>
                      <a:pt x="3" y="98"/>
                    </a:cubicBezTo>
                    <a:cubicBezTo>
                      <a:pt x="3" y="98"/>
                      <a:pt x="3" y="98"/>
                      <a:pt x="3" y="98"/>
                    </a:cubicBezTo>
                    <a:cubicBezTo>
                      <a:pt x="3" y="98"/>
                      <a:pt x="3" y="98"/>
                      <a:pt x="3" y="98"/>
                    </a:cubicBezTo>
                    <a:cubicBezTo>
                      <a:pt x="3" y="98"/>
                      <a:pt x="3" y="98"/>
                      <a:pt x="3" y="98"/>
                    </a:cubicBezTo>
                    <a:cubicBezTo>
                      <a:pt x="3" y="98"/>
                      <a:pt x="3" y="99"/>
                      <a:pt x="3" y="99"/>
                    </a:cubicBezTo>
                    <a:cubicBezTo>
                      <a:pt x="3" y="99"/>
                      <a:pt x="3" y="99"/>
                      <a:pt x="3" y="99"/>
                    </a:cubicBezTo>
                    <a:cubicBezTo>
                      <a:pt x="3" y="99"/>
                      <a:pt x="3" y="99"/>
                      <a:pt x="3" y="99"/>
                    </a:cubicBezTo>
                    <a:cubicBezTo>
                      <a:pt x="3" y="99"/>
                      <a:pt x="3" y="99"/>
                      <a:pt x="3" y="99"/>
                    </a:cubicBezTo>
                    <a:cubicBezTo>
                      <a:pt x="3" y="99"/>
                      <a:pt x="3" y="99"/>
                      <a:pt x="3" y="99"/>
                    </a:cubicBezTo>
                    <a:cubicBezTo>
                      <a:pt x="3" y="99"/>
                      <a:pt x="3" y="99"/>
                      <a:pt x="3" y="99"/>
                    </a:cubicBezTo>
                    <a:cubicBezTo>
                      <a:pt x="3" y="99"/>
                      <a:pt x="3" y="99"/>
                      <a:pt x="3" y="99"/>
                    </a:cubicBezTo>
                    <a:cubicBezTo>
                      <a:pt x="3" y="99"/>
                      <a:pt x="3" y="99"/>
                      <a:pt x="3" y="100"/>
                    </a:cubicBezTo>
                    <a:cubicBezTo>
                      <a:pt x="3" y="100"/>
                      <a:pt x="3" y="100"/>
                      <a:pt x="3" y="100"/>
                    </a:cubicBezTo>
                    <a:cubicBezTo>
                      <a:pt x="3" y="100"/>
                      <a:pt x="3" y="100"/>
                      <a:pt x="3" y="100"/>
                    </a:cubicBezTo>
                    <a:cubicBezTo>
                      <a:pt x="3" y="100"/>
                      <a:pt x="3" y="100"/>
                      <a:pt x="3" y="100"/>
                    </a:cubicBezTo>
                    <a:cubicBezTo>
                      <a:pt x="3" y="100"/>
                      <a:pt x="3" y="100"/>
                      <a:pt x="3" y="100"/>
                    </a:cubicBezTo>
                    <a:cubicBezTo>
                      <a:pt x="3" y="100"/>
                      <a:pt x="3" y="100"/>
                      <a:pt x="3" y="100"/>
                    </a:cubicBezTo>
                    <a:cubicBezTo>
                      <a:pt x="3" y="100"/>
                      <a:pt x="3" y="100"/>
                      <a:pt x="3" y="100"/>
                    </a:cubicBezTo>
                    <a:cubicBezTo>
                      <a:pt x="3" y="100"/>
                      <a:pt x="3" y="100"/>
                      <a:pt x="3" y="100"/>
                    </a:cubicBezTo>
                    <a:cubicBezTo>
                      <a:pt x="3" y="100"/>
                      <a:pt x="3" y="100"/>
                      <a:pt x="3" y="101"/>
                    </a:cubicBezTo>
                    <a:cubicBezTo>
                      <a:pt x="3" y="101"/>
                      <a:pt x="3" y="101"/>
                      <a:pt x="3" y="101"/>
                    </a:cubicBezTo>
                    <a:cubicBezTo>
                      <a:pt x="12" y="139"/>
                      <a:pt x="45" y="168"/>
                      <a:pt x="85" y="172"/>
                    </a:cubicBezTo>
                    <a:cubicBezTo>
                      <a:pt x="73" y="168"/>
                      <a:pt x="61" y="161"/>
                      <a:pt x="52" y="152"/>
                    </a:cubicBezTo>
                    <a:cubicBezTo>
                      <a:pt x="38" y="140"/>
                      <a:pt x="28" y="125"/>
                      <a:pt x="22" y="107"/>
                    </a:cubicBezTo>
                    <a:cubicBezTo>
                      <a:pt x="20" y="98"/>
                      <a:pt x="18" y="89"/>
                      <a:pt x="16" y="80"/>
                    </a:cubicBezTo>
                    <a:cubicBezTo>
                      <a:pt x="16" y="79"/>
                      <a:pt x="16" y="79"/>
                      <a:pt x="16" y="79"/>
                    </a:cubicBezTo>
                    <a:cubicBezTo>
                      <a:pt x="15" y="60"/>
                      <a:pt x="19" y="42"/>
                      <a:pt x="27" y="24"/>
                    </a:cubicBezTo>
                    <a:cubicBezTo>
                      <a:pt x="32" y="17"/>
                      <a:pt x="37" y="10"/>
                      <a:pt x="42" y="2"/>
                    </a:cubicBezTo>
                    <a:cubicBezTo>
                      <a:pt x="43" y="1"/>
                      <a:pt x="44" y="1"/>
                      <a:pt x="45" y="0"/>
                    </a:cubicBezTo>
                  </a:path>
                </a:pathLst>
              </a:custGeom>
              <a:solidFill>
                <a:srgbClr val="FFB5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182" name="Rectangle 48"/>
              <p:cNvSpPr>
                <a:spLocks noChangeArrowheads="1"/>
              </p:cNvSpPr>
              <p:nvPr/>
            </p:nvSpPr>
            <p:spPr bwMode="auto">
              <a:xfrm>
                <a:off x="3941763" y="3299216"/>
                <a:ext cx="142875" cy="161925"/>
              </a:xfrm>
              <a:prstGeom prst="rect">
                <a:avLst/>
              </a:prstGeom>
              <a:solidFill>
                <a:srgbClr val="FFD57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183" name="Rectangle 49"/>
              <p:cNvSpPr>
                <a:spLocks noChangeArrowheads="1"/>
              </p:cNvSpPr>
              <p:nvPr/>
            </p:nvSpPr>
            <p:spPr bwMode="auto">
              <a:xfrm>
                <a:off x="3941763" y="3216666"/>
                <a:ext cx="149080" cy="3231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altLang="en-US" sz="2100" b="1" dirty="0">
                    <a:solidFill>
                      <a:srgbClr val="FF9936"/>
                    </a:solidFill>
                    <a:latin typeface="Raleway" panose="020B0003030101060003" pitchFamily="34" charset="0"/>
                  </a:rPr>
                  <a:t>5</a:t>
                </a:r>
                <a:endParaRPr kumimoji="0" lang="en-US" alt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</a:endParaRPr>
              </a:p>
            </p:txBody>
          </p:sp>
        </p:grpSp>
        <p:sp>
          <p:nvSpPr>
            <p:cNvPr id="186" name="Freeform 52"/>
            <p:cNvSpPr>
              <a:spLocks noEditPoints="1"/>
            </p:cNvSpPr>
            <p:nvPr/>
          </p:nvSpPr>
          <p:spPr bwMode="auto">
            <a:xfrm>
              <a:off x="3994150" y="3978666"/>
              <a:ext cx="60325" cy="158750"/>
            </a:xfrm>
            <a:custGeom>
              <a:avLst/>
              <a:gdLst>
                <a:gd name="T0" fmla="*/ 0 w 25"/>
                <a:gd name="T1" fmla="*/ 65 h 65"/>
                <a:gd name="T2" fmla="*/ 0 w 25"/>
                <a:gd name="T3" fmla="*/ 65 h 65"/>
                <a:gd name="T4" fmla="*/ 0 w 25"/>
                <a:gd name="T5" fmla="*/ 65 h 65"/>
                <a:gd name="T6" fmla="*/ 0 w 25"/>
                <a:gd name="T7" fmla="*/ 65 h 65"/>
                <a:gd name="T8" fmla="*/ 0 w 25"/>
                <a:gd name="T9" fmla="*/ 65 h 65"/>
                <a:gd name="T10" fmla="*/ 0 w 25"/>
                <a:gd name="T11" fmla="*/ 65 h 65"/>
                <a:gd name="T12" fmla="*/ 0 w 25"/>
                <a:gd name="T13" fmla="*/ 64 h 65"/>
                <a:gd name="T14" fmla="*/ 0 w 25"/>
                <a:gd name="T15" fmla="*/ 64 h 65"/>
                <a:gd name="T16" fmla="*/ 0 w 25"/>
                <a:gd name="T17" fmla="*/ 64 h 65"/>
                <a:gd name="T18" fmla="*/ 0 w 25"/>
                <a:gd name="T19" fmla="*/ 64 h 65"/>
                <a:gd name="T20" fmla="*/ 0 w 25"/>
                <a:gd name="T21" fmla="*/ 64 h 65"/>
                <a:gd name="T22" fmla="*/ 0 w 25"/>
                <a:gd name="T23" fmla="*/ 64 h 65"/>
                <a:gd name="T24" fmla="*/ 0 w 25"/>
                <a:gd name="T25" fmla="*/ 64 h 65"/>
                <a:gd name="T26" fmla="*/ 0 w 25"/>
                <a:gd name="T27" fmla="*/ 64 h 65"/>
                <a:gd name="T28" fmla="*/ 0 w 25"/>
                <a:gd name="T29" fmla="*/ 64 h 65"/>
                <a:gd name="T30" fmla="*/ 0 w 25"/>
                <a:gd name="T31" fmla="*/ 63 h 65"/>
                <a:gd name="T32" fmla="*/ 0 w 25"/>
                <a:gd name="T33" fmla="*/ 64 h 65"/>
                <a:gd name="T34" fmla="*/ 0 w 25"/>
                <a:gd name="T35" fmla="*/ 64 h 65"/>
                <a:gd name="T36" fmla="*/ 0 w 25"/>
                <a:gd name="T37" fmla="*/ 63 h 65"/>
                <a:gd name="T38" fmla="*/ 25 w 25"/>
                <a:gd name="T39" fmla="*/ 0 h 65"/>
                <a:gd name="T40" fmla="*/ 0 w 25"/>
                <a:gd name="T41" fmla="*/ 63 h 65"/>
                <a:gd name="T42" fmla="*/ 25 w 25"/>
                <a:gd name="T43" fmla="*/ 0 h 65"/>
                <a:gd name="T44" fmla="*/ 25 w 25"/>
                <a:gd name="T45" fmla="*/ 0 h 65"/>
                <a:gd name="T46" fmla="*/ 25 w 25"/>
                <a:gd name="T47" fmla="*/ 0 h 65"/>
                <a:gd name="T48" fmla="*/ 25 w 25"/>
                <a:gd name="T49" fmla="*/ 0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5" h="65">
                  <a:moveTo>
                    <a:pt x="0" y="65"/>
                  </a:moveTo>
                  <a:cubicBezTo>
                    <a:pt x="0" y="65"/>
                    <a:pt x="0" y="65"/>
                    <a:pt x="0" y="65"/>
                  </a:cubicBezTo>
                  <a:cubicBezTo>
                    <a:pt x="0" y="65"/>
                    <a:pt x="0" y="65"/>
                    <a:pt x="0" y="65"/>
                  </a:cubicBezTo>
                  <a:moveTo>
                    <a:pt x="0" y="65"/>
                  </a:moveTo>
                  <a:cubicBezTo>
                    <a:pt x="0" y="65"/>
                    <a:pt x="0" y="65"/>
                    <a:pt x="0" y="65"/>
                  </a:cubicBezTo>
                  <a:cubicBezTo>
                    <a:pt x="0" y="65"/>
                    <a:pt x="0" y="65"/>
                    <a:pt x="0" y="65"/>
                  </a:cubicBezTo>
                  <a:moveTo>
                    <a:pt x="0" y="64"/>
                  </a:moveTo>
                  <a:cubicBezTo>
                    <a:pt x="0" y="64"/>
                    <a:pt x="0" y="64"/>
                    <a:pt x="0" y="64"/>
                  </a:cubicBezTo>
                  <a:cubicBezTo>
                    <a:pt x="0" y="64"/>
                    <a:pt x="0" y="64"/>
                    <a:pt x="0" y="64"/>
                  </a:cubicBezTo>
                  <a:moveTo>
                    <a:pt x="0" y="64"/>
                  </a:moveTo>
                  <a:cubicBezTo>
                    <a:pt x="0" y="64"/>
                    <a:pt x="0" y="64"/>
                    <a:pt x="0" y="64"/>
                  </a:cubicBezTo>
                  <a:cubicBezTo>
                    <a:pt x="0" y="64"/>
                    <a:pt x="0" y="64"/>
                    <a:pt x="0" y="64"/>
                  </a:cubicBezTo>
                  <a:moveTo>
                    <a:pt x="0" y="64"/>
                  </a:moveTo>
                  <a:cubicBezTo>
                    <a:pt x="0" y="64"/>
                    <a:pt x="0" y="64"/>
                    <a:pt x="0" y="64"/>
                  </a:cubicBezTo>
                  <a:cubicBezTo>
                    <a:pt x="0" y="64"/>
                    <a:pt x="0" y="64"/>
                    <a:pt x="0" y="64"/>
                  </a:cubicBezTo>
                  <a:moveTo>
                    <a:pt x="0" y="63"/>
                  </a:moveTo>
                  <a:cubicBezTo>
                    <a:pt x="0" y="63"/>
                    <a:pt x="0" y="64"/>
                    <a:pt x="0" y="64"/>
                  </a:cubicBezTo>
                  <a:cubicBezTo>
                    <a:pt x="0" y="64"/>
                    <a:pt x="0" y="64"/>
                    <a:pt x="0" y="64"/>
                  </a:cubicBezTo>
                  <a:cubicBezTo>
                    <a:pt x="0" y="64"/>
                    <a:pt x="0" y="63"/>
                    <a:pt x="0" y="63"/>
                  </a:cubicBezTo>
                  <a:moveTo>
                    <a:pt x="25" y="0"/>
                  </a:moveTo>
                  <a:cubicBezTo>
                    <a:pt x="10" y="17"/>
                    <a:pt x="0" y="39"/>
                    <a:pt x="0" y="63"/>
                  </a:cubicBezTo>
                  <a:cubicBezTo>
                    <a:pt x="0" y="39"/>
                    <a:pt x="10" y="17"/>
                    <a:pt x="25" y="0"/>
                  </a:cubicBezTo>
                  <a:moveTo>
                    <a:pt x="25" y="0"/>
                  </a:moveTo>
                  <a:cubicBezTo>
                    <a:pt x="25" y="0"/>
                    <a:pt x="25" y="0"/>
                    <a:pt x="25" y="0"/>
                  </a:cubicBezTo>
                  <a:cubicBezTo>
                    <a:pt x="25" y="0"/>
                    <a:pt x="25" y="0"/>
                    <a:pt x="25" y="0"/>
                  </a:cubicBezTo>
                </a:path>
              </a:pathLst>
            </a:custGeom>
            <a:solidFill>
              <a:srgbClr val="E56A0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5AAA3125-6198-4B7D-906A-040AAB47590B}"/>
                </a:ext>
              </a:extLst>
            </p:cNvPr>
            <p:cNvGrpSpPr/>
            <p:nvPr/>
          </p:nvGrpSpPr>
          <p:grpSpPr>
            <a:xfrm>
              <a:off x="3754438" y="4585091"/>
              <a:ext cx="566738" cy="568325"/>
              <a:chOff x="3754438" y="4585091"/>
              <a:chExt cx="566738" cy="568325"/>
            </a:xfrm>
          </p:grpSpPr>
          <p:sp>
            <p:nvSpPr>
              <p:cNvPr id="190" name="Freeform 56"/>
              <p:cNvSpPr>
                <a:spLocks/>
              </p:cNvSpPr>
              <p:nvPr/>
            </p:nvSpPr>
            <p:spPr bwMode="auto">
              <a:xfrm>
                <a:off x="3754438" y="4585091"/>
                <a:ext cx="566738" cy="568325"/>
              </a:xfrm>
              <a:custGeom>
                <a:avLst/>
                <a:gdLst>
                  <a:gd name="T0" fmla="*/ 116 w 232"/>
                  <a:gd name="T1" fmla="*/ 232 h 232"/>
                  <a:gd name="T2" fmla="*/ 232 w 232"/>
                  <a:gd name="T3" fmla="*/ 116 h 232"/>
                  <a:gd name="T4" fmla="*/ 116 w 232"/>
                  <a:gd name="T5" fmla="*/ 0 h 232"/>
                  <a:gd name="T6" fmla="*/ 0 w 232"/>
                  <a:gd name="T7" fmla="*/ 116 h 232"/>
                  <a:gd name="T8" fmla="*/ 116 w 232"/>
                  <a:gd name="T9" fmla="*/ 232 h 2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32" h="232">
                    <a:moveTo>
                      <a:pt x="116" y="232"/>
                    </a:moveTo>
                    <a:cubicBezTo>
                      <a:pt x="180" y="232"/>
                      <a:pt x="232" y="180"/>
                      <a:pt x="232" y="116"/>
                    </a:cubicBezTo>
                    <a:cubicBezTo>
                      <a:pt x="232" y="52"/>
                      <a:pt x="180" y="0"/>
                      <a:pt x="116" y="0"/>
                    </a:cubicBezTo>
                    <a:cubicBezTo>
                      <a:pt x="52" y="0"/>
                      <a:pt x="0" y="52"/>
                      <a:pt x="0" y="116"/>
                    </a:cubicBezTo>
                    <a:cubicBezTo>
                      <a:pt x="0" y="179"/>
                      <a:pt x="52" y="232"/>
                      <a:pt x="116" y="232"/>
                    </a:cubicBezTo>
                  </a:path>
                </a:pathLst>
              </a:custGeom>
              <a:solidFill>
                <a:srgbClr val="F2A01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191" name="Oval 57"/>
              <p:cNvSpPr>
                <a:spLocks noChangeArrowheads="1"/>
              </p:cNvSpPr>
              <p:nvPr/>
            </p:nvSpPr>
            <p:spPr bwMode="auto">
              <a:xfrm>
                <a:off x="3810000" y="4639066"/>
                <a:ext cx="457200" cy="457200"/>
              </a:xfrm>
              <a:prstGeom prst="ellipse">
                <a:avLst/>
              </a:prstGeom>
              <a:solidFill>
                <a:srgbClr val="FFD57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192" name="Freeform 58"/>
              <p:cNvSpPr>
                <a:spLocks noEditPoints="1"/>
              </p:cNvSpPr>
              <p:nvPr/>
            </p:nvSpPr>
            <p:spPr bwMode="auto">
              <a:xfrm>
                <a:off x="3810000" y="4732728"/>
                <a:ext cx="44450" cy="222250"/>
              </a:xfrm>
              <a:custGeom>
                <a:avLst/>
                <a:gdLst>
                  <a:gd name="T0" fmla="*/ 7 w 18"/>
                  <a:gd name="T1" fmla="*/ 91 h 91"/>
                  <a:gd name="T2" fmla="*/ 7 w 18"/>
                  <a:gd name="T3" fmla="*/ 91 h 91"/>
                  <a:gd name="T4" fmla="*/ 7 w 18"/>
                  <a:gd name="T5" fmla="*/ 91 h 91"/>
                  <a:gd name="T6" fmla="*/ 7 w 18"/>
                  <a:gd name="T7" fmla="*/ 91 h 91"/>
                  <a:gd name="T8" fmla="*/ 7 w 18"/>
                  <a:gd name="T9" fmla="*/ 91 h 91"/>
                  <a:gd name="T10" fmla="*/ 7 w 18"/>
                  <a:gd name="T11" fmla="*/ 91 h 91"/>
                  <a:gd name="T12" fmla="*/ 7 w 18"/>
                  <a:gd name="T13" fmla="*/ 91 h 91"/>
                  <a:gd name="T14" fmla="*/ 7 w 18"/>
                  <a:gd name="T15" fmla="*/ 91 h 91"/>
                  <a:gd name="T16" fmla="*/ 7 w 18"/>
                  <a:gd name="T17" fmla="*/ 91 h 91"/>
                  <a:gd name="T18" fmla="*/ 7 w 18"/>
                  <a:gd name="T19" fmla="*/ 91 h 91"/>
                  <a:gd name="T20" fmla="*/ 7 w 18"/>
                  <a:gd name="T21" fmla="*/ 91 h 91"/>
                  <a:gd name="T22" fmla="*/ 7 w 18"/>
                  <a:gd name="T23" fmla="*/ 91 h 91"/>
                  <a:gd name="T24" fmla="*/ 6 w 18"/>
                  <a:gd name="T25" fmla="*/ 90 h 91"/>
                  <a:gd name="T26" fmla="*/ 7 w 18"/>
                  <a:gd name="T27" fmla="*/ 91 h 91"/>
                  <a:gd name="T28" fmla="*/ 6 w 18"/>
                  <a:gd name="T29" fmla="*/ 90 h 91"/>
                  <a:gd name="T30" fmla="*/ 0 w 18"/>
                  <a:gd name="T31" fmla="*/ 57 h 91"/>
                  <a:gd name="T32" fmla="*/ 6 w 18"/>
                  <a:gd name="T33" fmla="*/ 90 h 91"/>
                  <a:gd name="T34" fmla="*/ 0 w 18"/>
                  <a:gd name="T35" fmla="*/ 57 h 91"/>
                  <a:gd name="T36" fmla="*/ 0 w 18"/>
                  <a:gd name="T37" fmla="*/ 57 h 91"/>
                  <a:gd name="T38" fmla="*/ 0 w 18"/>
                  <a:gd name="T39" fmla="*/ 57 h 91"/>
                  <a:gd name="T40" fmla="*/ 0 w 18"/>
                  <a:gd name="T41" fmla="*/ 57 h 91"/>
                  <a:gd name="T42" fmla="*/ 0 w 18"/>
                  <a:gd name="T43" fmla="*/ 57 h 91"/>
                  <a:gd name="T44" fmla="*/ 0 w 18"/>
                  <a:gd name="T45" fmla="*/ 57 h 91"/>
                  <a:gd name="T46" fmla="*/ 0 w 18"/>
                  <a:gd name="T47" fmla="*/ 57 h 91"/>
                  <a:gd name="T48" fmla="*/ 0 w 18"/>
                  <a:gd name="T49" fmla="*/ 56 h 91"/>
                  <a:gd name="T50" fmla="*/ 0 w 18"/>
                  <a:gd name="T51" fmla="*/ 57 h 91"/>
                  <a:gd name="T52" fmla="*/ 0 w 18"/>
                  <a:gd name="T53" fmla="*/ 56 h 91"/>
                  <a:gd name="T54" fmla="*/ 0 w 18"/>
                  <a:gd name="T55" fmla="*/ 56 h 91"/>
                  <a:gd name="T56" fmla="*/ 0 w 18"/>
                  <a:gd name="T57" fmla="*/ 56 h 91"/>
                  <a:gd name="T58" fmla="*/ 0 w 18"/>
                  <a:gd name="T59" fmla="*/ 56 h 91"/>
                  <a:gd name="T60" fmla="*/ 0 w 18"/>
                  <a:gd name="T61" fmla="*/ 56 h 91"/>
                  <a:gd name="T62" fmla="*/ 0 w 18"/>
                  <a:gd name="T63" fmla="*/ 56 h 91"/>
                  <a:gd name="T64" fmla="*/ 0 w 18"/>
                  <a:gd name="T65" fmla="*/ 56 h 91"/>
                  <a:gd name="T66" fmla="*/ 0 w 18"/>
                  <a:gd name="T67" fmla="*/ 56 h 91"/>
                  <a:gd name="T68" fmla="*/ 0 w 18"/>
                  <a:gd name="T69" fmla="*/ 56 h 91"/>
                  <a:gd name="T70" fmla="*/ 0 w 18"/>
                  <a:gd name="T71" fmla="*/ 56 h 91"/>
                  <a:gd name="T72" fmla="*/ 0 w 18"/>
                  <a:gd name="T73" fmla="*/ 55 h 91"/>
                  <a:gd name="T74" fmla="*/ 0 w 18"/>
                  <a:gd name="T75" fmla="*/ 56 h 91"/>
                  <a:gd name="T76" fmla="*/ 0 w 18"/>
                  <a:gd name="T77" fmla="*/ 56 h 91"/>
                  <a:gd name="T78" fmla="*/ 0 w 18"/>
                  <a:gd name="T79" fmla="*/ 55 h 91"/>
                  <a:gd name="T80" fmla="*/ 18 w 18"/>
                  <a:gd name="T81" fmla="*/ 0 h 91"/>
                  <a:gd name="T82" fmla="*/ 0 w 18"/>
                  <a:gd name="T83" fmla="*/ 55 h 91"/>
                  <a:gd name="T84" fmla="*/ 18 w 18"/>
                  <a:gd name="T85" fmla="*/ 0 h 91"/>
                  <a:gd name="T86" fmla="*/ 18 w 18"/>
                  <a:gd name="T87" fmla="*/ 0 h 91"/>
                  <a:gd name="T88" fmla="*/ 18 w 18"/>
                  <a:gd name="T89" fmla="*/ 0 h 91"/>
                  <a:gd name="T90" fmla="*/ 18 w 18"/>
                  <a:gd name="T91" fmla="*/ 0 h 91"/>
                  <a:gd name="T92" fmla="*/ 18 w 18"/>
                  <a:gd name="T93" fmla="*/ 0 h 91"/>
                  <a:gd name="T94" fmla="*/ 18 w 18"/>
                  <a:gd name="T95" fmla="*/ 0 h 91"/>
                  <a:gd name="T96" fmla="*/ 18 w 18"/>
                  <a:gd name="T97" fmla="*/ 0 h 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18" h="91">
                    <a:moveTo>
                      <a:pt x="7" y="91"/>
                    </a:moveTo>
                    <a:cubicBezTo>
                      <a:pt x="7" y="91"/>
                      <a:pt x="7" y="91"/>
                      <a:pt x="7" y="91"/>
                    </a:cubicBezTo>
                    <a:cubicBezTo>
                      <a:pt x="7" y="91"/>
                      <a:pt x="7" y="91"/>
                      <a:pt x="7" y="91"/>
                    </a:cubicBezTo>
                    <a:moveTo>
                      <a:pt x="7" y="91"/>
                    </a:moveTo>
                    <a:cubicBezTo>
                      <a:pt x="7" y="91"/>
                      <a:pt x="7" y="91"/>
                      <a:pt x="7" y="91"/>
                    </a:cubicBezTo>
                    <a:cubicBezTo>
                      <a:pt x="7" y="91"/>
                      <a:pt x="7" y="91"/>
                      <a:pt x="7" y="91"/>
                    </a:cubicBezTo>
                    <a:moveTo>
                      <a:pt x="7" y="91"/>
                    </a:moveTo>
                    <a:cubicBezTo>
                      <a:pt x="7" y="91"/>
                      <a:pt x="7" y="91"/>
                      <a:pt x="7" y="91"/>
                    </a:cubicBezTo>
                    <a:cubicBezTo>
                      <a:pt x="7" y="91"/>
                      <a:pt x="7" y="91"/>
                      <a:pt x="7" y="91"/>
                    </a:cubicBezTo>
                    <a:moveTo>
                      <a:pt x="7" y="91"/>
                    </a:moveTo>
                    <a:cubicBezTo>
                      <a:pt x="7" y="91"/>
                      <a:pt x="7" y="91"/>
                      <a:pt x="7" y="91"/>
                    </a:cubicBezTo>
                    <a:cubicBezTo>
                      <a:pt x="7" y="91"/>
                      <a:pt x="7" y="91"/>
                      <a:pt x="7" y="91"/>
                    </a:cubicBezTo>
                    <a:moveTo>
                      <a:pt x="6" y="90"/>
                    </a:moveTo>
                    <a:cubicBezTo>
                      <a:pt x="6" y="90"/>
                      <a:pt x="6" y="90"/>
                      <a:pt x="7" y="91"/>
                    </a:cubicBezTo>
                    <a:cubicBezTo>
                      <a:pt x="6" y="90"/>
                      <a:pt x="6" y="90"/>
                      <a:pt x="6" y="90"/>
                    </a:cubicBezTo>
                    <a:moveTo>
                      <a:pt x="0" y="57"/>
                    </a:moveTo>
                    <a:cubicBezTo>
                      <a:pt x="0" y="69"/>
                      <a:pt x="2" y="80"/>
                      <a:pt x="6" y="90"/>
                    </a:cubicBezTo>
                    <a:cubicBezTo>
                      <a:pt x="2" y="80"/>
                      <a:pt x="0" y="69"/>
                      <a:pt x="0" y="57"/>
                    </a:cubicBezTo>
                    <a:moveTo>
                      <a:pt x="0" y="57"/>
                    </a:moveTo>
                    <a:cubicBezTo>
                      <a:pt x="0" y="57"/>
                      <a:pt x="0" y="57"/>
                      <a:pt x="0" y="57"/>
                    </a:cubicBezTo>
                    <a:cubicBezTo>
                      <a:pt x="0" y="57"/>
                      <a:pt x="0" y="57"/>
                      <a:pt x="0" y="57"/>
                    </a:cubicBezTo>
                    <a:moveTo>
                      <a:pt x="0" y="57"/>
                    </a:moveTo>
                    <a:cubicBezTo>
                      <a:pt x="0" y="57"/>
                      <a:pt x="0" y="57"/>
                      <a:pt x="0" y="57"/>
                    </a:cubicBezTo>
                    <a:cubicBezTo>
                      <a:pt x="0" y="57"/>
                      <a:pt x="0" y="57"/>
                      <a:pt x="0" y="57"/>
                    </a:cubicBezTo>
                    <a:moveTo>
                      <a:pt x="0" y="56"/>
                    </a:moveTo>
                    <a:cubicBezTo>
                      <a:pt x="0" y="57"/>
                      <a:pt x="0" y="57"/>
                      <a:pt x="0" y="57"/>
                    </a:cubicBezTo>
                    <a:cubicBezTo>
                      <a:pt x="0" y="57"/>
                      <a:pt x="0" y="57"/>
                      <a:pt x="0" y="56"/>
                    </a:cubicBezTo>
                    <a:moveTo>
                      <a:pt x="0" y="56"/>
                    </a:moveTo>
                    <a:cubicBezTo>
                      <a:pt x="0" y="56"/>
                      <a:pt x="0" y="56"/>
                      <a:pt x="0" y="56"/>
                    </a:cubicBezTo>
                    <a:cubicBezTo>
                      <a:pt x="0" y="56"/>
                      <a:pt x="0" y="56"/>
                      <a:pt x="0" y="56"/>
                    </a:cubicBezTo>
                    <a:moveTo>
                      <a:pt x="0" y="56"/>
                    </a:moveTo>
                    <a:cubicBezTo>
                      <a:pt x="0" y="56"/>
                      <a:pt x="0" y="56"/>
                      <a:pt x="0" y="56"/>
                    </a:cubicBezTo>
                    <a:cubicBezTo>
                      <a:pt x="0" y="56"/>
                      <a:pt x="0" y="56"/>
                      <a:pt x="0" y="56"/>
                    </a:cubicBezTo>
                    <a:moveTo>
                      <a:pt x="0" y="56"/>
                    </a:moveTo>
                    <a:cubicBezTo>
                      <a:pt x="0" y="56"/>
                      <a:pt x="0" y="56"/>
                      <a:pt x="0" y="56"/>
                    </a:cubicBezTo>
                    <a:cubicBezTo>
                      <a:pt x="0" y="56"/>
                      <a:pt x="0" y="56"/>
                      <a:pt x="0" y="56"/>
                    </a:cubicBezTo>
                    <a:moveTo>
                      <a:pt x="0" y="55"/>
                    </a:moveTo>
                    <a:cubicBezTo>
                      <a:pt x="0" y="55"/>
                      <a:pt x="0" y="55"/>
                      <a:pt x="0" y="56"/>
                    </a:cubicBezTo>
                    <a:cubicBezTo>
                      <a:pt x="0" y="56"/>
                      <a:pt x="0" y="56"/>
                      <a:pt x="0" y="56"/>
                    </a:cubicBezTo>
                    <a:cubicBezTo>
                      <a:pt x="0" y="55"/>
                      <a:pt x="0" y="55"/>
                      <a:pt x="0" y="55"/>
                    </a:cubicBezTo>
                    <a:moveTo>
                      <a:pt x="18" y="0"/>
                    </a:moveTo>
                    <a:cubicBezTo>
                      <a:pt x="7" y="15"/>
                      <a:pt x="0" y="35"/>
                      <a:pt x="0" y="55"/>
                    </a:cubicBezTo>
                    <a:cubicBezTo>
                      <a:pt x="0" y="35"/>
                      <a:pt x="7" y="15"/>
                      <a:pt x="18" y="0"/>
                    </a:cubicBezTo>
                    <a:moveTo>
                      <a:pt x="18" y="0"/>
                    </a:moveTo>
                    <a:cubicBezTo>
                      <a:pt x="18" y="0"/>
                      <a:pt x="18" y="0"/>
                      <a:pt x="18" y="0"/>
                    </a:cubicBezTo>
                    <a:cubicBezTo>
                      <a:pt x="18" y="0"/>
                      <a:pt x="18" y="0"/>
                      <a:pt x="18" y="0"/>
                    </a:cubicBezTo>
                    <a:moveTo>
                      <a:pt x="18" y="0"/>
                    </a:moveTo>
                    <a:cubicBezTo>
                      <a:pt x="18" y="0"/>
                      <a:pt x="18" y="0"/>
                      <a:pt x="18" y="0"/>
                    </a:cubicBezTo>
                    <a:cubicBezTo>
                      <a:pt x="18" y="0"/>
                      <a:pt x="18" y="0"/>
                      <a:pt x="18" y="0"/>
                    </a:cubicBezTo>
                  </a:path>
                </a:pathLst>
              </a:custGeom>
              <a:solidFill>
                <a:srgbClr val="E56A0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193" name="Freeform 59"/>
              <p:cNvSpPr>
                <a:spLocks/>
              </p:cNvSpPr>
              <p:nvPr/>
            </p:nvSpPr>
            <p:spPr bwMode="auto">
              <a:xfrm>
                <a:off x="3810000" y="4666053"/>
                <a:ext cx="190500" cy="428625"/>
              </a:xfrm>
              <a:custGeom>
                <a:avLst/>
                <a:gdLst>
                  <a:gd name="T0" fmla="*/ 49 w 78"/>
                  <a:gd name="T1" fmla="*/ 0 h 175"/>
                  <a:gd name="T2" fmla="*/ 18 w 78"/>
                  <a:gd name="T3" fmla="*/ 27 h 175"/>
                  <a:gd name="T4" fmla="*/ 18 w 78"/>
                  <a:gd name="T5" fmla="*/ 27 h 175"/>
                  <a:gd name="T6" fmla="*/ 18 w 78"/>
                  <a:gd name="T7" fmla="*/ 27 h 175"/>
                  <a:gd name="T8" fmla="*/ 18 w 78"/>
                  <a:gd name="T9" fmla="*/ 27 h 175"/>
                  <a:gd name="T10" fmla="*/ 18 w 78"/>
                  <a:gd name="T11" fmla="*/ 27 h 175"/>
                  <a:gd name="T12" fmla="*/ 0 w 78"/>
                  <a:gd name="T13" fmla="*/ 82 h 175"/>
                  <a:gd name="T14" fmla="*/ 0 w 78"/>
                  <a:gd name="T15" fmla="*/ 82 h 175"/>
                  <a:gd name="T16" fmla="*/ 0 w 78"/>
                  <a:gd name="T17" fmla="*/ 83 h 175"/>
                  <a:gd name="T18" fmla="*/ 0 w 78"/>
                  <a:gd name="T19" fmla="*/ 83 h 175"/>
                  <a:gd name="T20" fmla="*/ 0 w 78"/>
                  <a:gd name="T21" fmla="*/ 83 h 175"/>
                  <a:gd name="T22" fmla="*/ 0 w 78"/>
                  <a:gd name="T23" fmla="*/ 83 h 175"/>
                  <a:gd name="T24" fmla="*/ 0 w 78"/>
                  <a:gd name="T25" fmla="*/ 83 h 175"/>
                  <a:gd name="T26" fmla="*/ 0 w 78"/>
                  <a:gd name="T27" fmla="*/ 83 h 175"/>
                  <a:gd name="T28" fmla="*/ 0 w 78"/>
                  <a:gd name="T29" fmla="*/ 83 h 175"/>
                  <a:gd name="T30" fmla="*/ 0 w 78"/>
                  <a:gd name="T31" fmla="*/ 83 h 175"/>
                  <a:gd name="T32" fmla="*/ 0 w 78"/>
                  <a:gd name="T33" fmla="*/ 84 h 175"/>
                  <a:gd name="T34" fmla="*/ 0 w 78"/>
                  <a:gd name="T35" fmla="*/ 84 h 175"/>
                  <a:gd name="T36" fmla="*/ 0 w 78"/>
                  <a:gd name="T37" fmla="*/ 84 h 175"/>
                  <a:gd name="T38" fmla="*/ 0 w 78"/>
                  <a:gd name="T39" fmla="*/ 84 h 175"/>
                  <a:gd name="T40" fmla="*/ 0 w 78"/>
                  <a:gd name="T41" fmla="*/ 84 h 175"/>
                  <a:gd name="T42" fmla="*/ 0 w 78"/>
                  <a:gd name="T43" fmla="*/ 84 h 175"/>
                  <a:gd name="T44" fmla="*/ 6 w 78"/>
                  <a:gd name="T45" fmla="*/ 117 h 175"/>
                  <a:gd name="T46" fmla="*/ 6 w 78"/>
                  <a:gd name="T47" fmla="*/ 117 h 175"/>
                  <a:gd name="T48" fmla="*/ 7 w 78"/>
                  <a:gd name="T49" fmla="*/ 118 h 175"/>
                  <a:gd name="T50" fmla="*/ 7 w 78"/>
                  <a:gd name="T51" fmla="*/ 118 h 175"/>
                  <a:gd name="T52" fmla="*/ 7 w 78"/>
                  <a:gd name="T53" fmla="*/ 118 h 175"/>
                  <a:gd name="T54" fmla="*/ 7 w 78"/>
                  <a:gd name="T55" fmla="*/ 118 h 175"/>
                  <a:gd name="T56" fmla="*/ 7 w 78"/>
                  <a:gd name="T57" fmla="*/ 118 h 175"/>
                  <a:gd name="T58" fmla="*/ 7 w 78"/>
                  <a:gd name="T59" fmla="*/ 118 h 175"/>
                  <a:gd name="T60" fmla="*/ 7 w 78"/>
                  <a:gd name="T61" fmla="*/ 118 h 175"/>
                  <a:gd name="T62" fmla="*/ 7 w 78"/>
                  <a:gd name="T63" fmla="*/ 118 h 175"/>
                  <a:gd name="T64" fmla="*/ 7 w 78"/>
                  <a:gd name="T65" fmla="*/ 118 h 175"/>
                  <a:gd name="T66" fmla="*/ 78 w 78"/>
                  <a:gd name="T67" fmla="*/ 175 h 175"/>
                  <a:gd name="T68" fmla="*/ 46 w 78"/>
                  <a:gd name="T69" fmla="*/ 153 h 175"/>
                  <a:gd name="T70" fmla="*/ 19 w 78"/>
                  <a:gd name="T71" fmla="*/ 106 h 175"/>
                  <a:gd name="T72" fmla="*/ 15 w 78"/>
                  <a:gd name="T73" fmla="*/ 78 h 175"/>
                  <a:gd name="T74" fmla="*/ 15 w 78"/>
                  <a:gd name="T75" fmla="*/ 77 h 175"/>
                  <a:gd name="T76" fmla="*/ 30 w 78"/>
                  <a:gd name="T77" fmla="*/ 24 h 175"/>
                  <a:gd name="T78" fmla="*/ 46 w 78"/>
                  <a:gd name="T79" fmla="*/ 3 h 175"/>
                  <a:gd name="T80" fmla="*/ 49 w 78"/>
                  <a:gd name="T81" fmla="*/ 0 h 1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78" h="175">
                    <a:moveTo>
                      <a:pt x="49" y="0"/>
                    </a:moveTo>
                    <a:cubicBezTo>
                      <a:pt x="37" y="7"/>
                      <a:pt x="27" y="16"/>
                      <a:pt x="18" y="27"/>
                    </a:cubicBezTo>
                    <a:cubicBezTo>
                      <a:pt x="18" y="27"/>
                      <a:pt x="18" y="27"/>
                      <a:pt x="18" y="27"/>
                    </a:cubicBezTo>
                    <a:cubicBezTo>
                      <a:pt x="18" y="27"/>
                      <a:pt x="18" y="27"/>
                      <a:pt x="18" y="27"/>
                    </a:cubicBezTo>
                    <a:cubicBezTo>
                      <a:pt x="18" y="27"/>
                      <a:pt x="18" y="27"/>
                      <a:pt x="18" y="27"/>
                    </a:cubicBezTo>
                    <a:cubicBezTo>
                      <a:pt x="18" y="27"/>
                      <a:pt x="18" y="27"/>
                      <a:pt x="18" y="27"/>
                    </a:cubicBezTo>
                    <a:cubicBezTo>
                      <a:pt x="7" y="42"/>
                      <a:pt x="0" y="62"/>
                      <a:pt x="0" y="82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82"/>
                      <a:pt x="0" y="82"/>
                      <a:pt x="0" y="83"/>
                    </a:cubicBezTo>
                    <a:cubicBezTo>
                      <a:pt x="0" y="83"/>
                      <a:pt x="0" y="83"/>
                      <a:pt x="0" y="83"/>
                    </a:cubicBezTo>
                    <a:cubicBezTo>
                      <a:pt x="0" y="83"/>
                      <a:pt x="0" y="83"/>
                      <a:pt x="0" y="83"/>
                    </a:cubicBezTo>
                    <a:cubicBezTo>
                      <a:pt x="0" y="83"/>
                      <a:pt x="0" y="83"/>
                      <a:pt x="0" y="83"/>
                    </a:cubicBezTo>
                    <a:cubicBezTo>
                      <a:pt x="0" y="83"/>
                      <a:pt x="0" y="83"/>
                      <a:pt x="0" y="83"/>
                    </a:cubicBezTo>
                    <a:cubicBezTo>
                      <a:pt x="0" y="83"/>
                      <a:pt x="0" y="83"/>
                      <a:pt x="0" y="83"/>
                    </a:cubicBezTo>
                    <a:cubicBezTo>
                      <a:pt x="0" y="83"/>
                      <a:pt x="0" y="83"/>
                      <a:pt x="0" y="83"/>
                    </a:cubicBezTo>
                    <a:cubicBezTo>
                      <a:pt x="0" y="83"/>
                      <a:pt x="0" y="83"/>
                      <a:pt x="0" y="83"/>
                    </a:cubicBezTo>
                    <a:cubicBezTo>
                      <a:pt x="0" y="84"/>
                      <a:pt x="0" y="84"/>
                      <a:pt x="0" y="84"/>
                    </a:cubicBezTo>
                    <a:cubicBezTo>
                      <a:pt x="0" y="84"/>
                      <a:pt x="0" y="84"/>
                      <a:pt x="0" y="84"/>
                    </a:cubicBezTo>
                    <a:cubicBezTo>
                      <a:pt x="0" y="84"/>
                      <a:pt x="0" y="84"/>
                      <a:pt x="0" y="84"/>
                    </a:cubicBezTo>
                    <a:cubicBezTo>
                      <a:pt x="0" y="84"/>
                      <a:pt x="0" y="84"/>
                      <a:pt x="0" y="84"/>
                    </a:cubicBezTo>
                    <a:cubicBezTo>
                      <a:pt x="0" y="84"/>
                      <a:pt x="0" y="84"/>
                      <a:pt x="0" y="84"/>
                    </a:cubicBezTo>
                    <a:cubicBezTo>
                      <a:pt x="0" y="84"/>
                      <a:pt x="0" y="84"/>
                      <a:pt x="0" y="84"/>
                    </a:cubicBezTo>
                    <a:cubicBezTo>
                      <a:pt x="0" y="96"/>
                      <a:pt x="2" y="107"/>
                      <a:pt x="6" y="117"/>
                    </a:cubicBezTo>
                    <a:cubicBezTo>
                      <a:pt x="6" y="117"/>
                      <a:pt x="6" y="117"/>
                      <a:pt x="6" y="117"/>
                    </a:cubicBezTo>
                    <a:cubicBezTo>
                      <a:pt x="6" y="117"/>
                      <a:pt x="6" y="117"/>
                      <a:pt x="7" y="118"/>
                    </a:cubicBezTo>
                    <a:cubicBezTo>
                      <a:pt x="7" y="118"/>
                      <a:pt x="7" y="118"/>
                      <a:pt x="7" y="118"/>
                    </a:cubicBezTo>
                    <a:cubicBezTo>
                      <a:pt x="7" y="118"/>
                      <a:pt x="7" y="118"/>
                      <a:pt x="7" y="118"/>
                    </a:cubicBezTo>
                    <a:cubicBezTo>
                      <a:pt x="7" y="118"/>
                      <a:pt x="7" y="118"/>
                      <a:pt x="7" y="118"/>
                    </a:cubicBezTo>
                    <a:cubicBezTo>
                      <a:pt x="7" y="118"/>
                      <a:pt x="7" y="118"/>
                      <a:pt x="7" y="118"/>
                    </a:cubicBezTo>
                    <a:cubicBezTo>
                      <a:pt x="7" y="118"/>
                      <a:pt x="7" y="118"/>
                      <a:pt x="7" y="118"/>
                    </a:cubicBezTo>
                    <a:cubicBezTo>
                      <a:pt x="7" y="118"/>
                      <a:pt x="7" y="118"/>
                      <a:pt x="7" y="118"/>
                    </a:cubicBezTo>
                    <a:cubicBezTo>
                      <a:pt x="7" y="118"/>
                      <a:pt x="7" y="118"/>
                      <a:pt x="7" y="118"/>
                    </a:cubicBezTo>
                    <a:cubicBezTo>
                      <a:pt x="7" y="118"/>
                      <a:pt x="7" y="118"/>
                      <a:pt x="7" y="118"/>
                    </a:cubicBezTo>
                    <a:cubicBezTo>
                      <a:pt x="19" y="148"/>
                      <a:pt x="46" y="170"/>
                      <a:pt x="78" y="175"/>
                    </a:cubicBezTo>
                    <a:cubicBezTo>
                      <a:pt x="66" y="170"/>
                      <a:pt x="55" y="162"/>
                      <a:pt x="46" y="153"/>
                    </a:cubicBezTo>
                    <a:cubicBezTo>
                      <a:pt x="33" y="140"/>
                      <a:pt x="24" y="124"/>
                      <a:pt x="19" y="106"/>
                    </a:cubicBezTo>
                    <a:cubicBezTo>
                      <a:pt x="18" y="97"/>
                      <a:pt x="17" y="88"/>
                      <a:pt x="15" y="78"/>
                    </a:cubicBezTo>
                    <a:cubicBezTo>
                      <a:pt x="15" y="78"/>
                      <a:pt x="15" y="78"/>
                      <a:pt x="15" y="77"/>
                    </a:cubicBezTo>
                    <a:cubicBezTo>
                      <a:pt x="15" y="58"/>
                      <a:pt x="20" y="41"/>
                      <a:pt x="30" y="24"/>
                    </a:cubicBezTo>
                    <a:cubicBezTo>
                      <a:pt x="35" y="17"/>
                      <a:pt x="41" y="10"/>
                      <a:pt x="46" y="3"/>
                    </a:cubicBezTo>
                    <a:cubicBezTo>
                      <a:pt x="47" y="2"/>
                      <a:pt x="48" y="1"/>
                      <a:pt x="49" y="0"/>
                    </a:cubicBezTo>
                  </a:path>
                </a:pathLst>
              </a:custGeom>
              <a:solidFill>
                <a:srgbClr val="FFB5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194" name="Rectangle 60"/>
              <p:cNvSpPr>
                <a:spLocks noChangeArrowheads="1"/>
              </p:cNvSpPr>
              <p:nvPr/>
            </p:nvSpPr>
            <p:spPr bwMode="auto">
              <a:xfrm>
                <a:off x="3967163" y="4769241"/>
                <a:ext cx="139700" cy="185738"/>
              </a:xfrm>
              <a:prstGeom prst="rect">
                <a:avLst/>
              </a:prstGeom>
              <a:solidFill>
                <a:srgbClr val="FFD57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195" name="Rectangle 61"/>
              <p:cNvSpPr>
                <a:spLocks noChangeArrowheads="1"/>
              </p:cNvSpPr>
              <p:nvPr/>
            </p:nvSpPr>
            <p:spPr bwMode="auto">
              <a:xfrm>
                <a:off x="3911600" y="4672403"/>
                <a:ext cx="298159" cy="3231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altLang="en-US" sz="2100" b="1" dirty="0">
                    <a:solidFill>
                      <a:srgbClr val="FF9936"/>
                    </a:solidFill>
                    <a:latin typeface="Raleway" panose="020B0003030101060003" pitchFamily="34" charset="0"/>
                  </a:rPr>
                  <a:t>10</a:t>
                </a:r>
                <a:endParaRPr kumimoji="0" lang="en-US" alt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</a:endParaRPr>
              </a:p>
            </p:txBody>
          </p:sp>
        </p:grpSp>
        <p:sp>
          <p:nvSpPr>
            <p:cNvPr id="198" name="Freeform 64"/>
            <p:cNvSpPr>
              <a:spLocks noEditPoints="1"/>
            </p:cNvSpPr>
            <p:nvPr/>
          </p:nvSpPr>
          <p:spPr bwMode="auto">
            <a:xfrm>
              <a:off x="3281363" y="5326453"/>
              <a:ext cx="17463" cy="168275"/>
            </a:xfrm>
            <a:custGeom>
              <a:avLst/>
              <a:gdLst>
                <a:gd name="T0" fmla="*/ 7 w 7"/>
                <a:gd name="T1" fmla="*/ 69 h 69"/>
                <a:gd name="T2" fmla="*/ 7 w 7"/>
                <a:gd name="T3" fmla="*/ 69 h 69"/>
                <a:gd name="T4" fmla="*/ 7 w 7"/>
                <a:gd name="T5" fmla="*/ 69 h 69"/>
                <a:gd name="T6" fmla="*/ 7 w 7"/>
                <a:gd name="T7" fmla="*/ 68 h 69"/>
                <a:gd name="T8" fmla="*/ 6 w 7"/>
                <a:gd name="T9" fmla="*/ 67 h 69"/>
                <a:gd name="T10" fmla="*/ 6 w 7"/>
                <a:gd name="T11" fmla="*/ 66 h 69"/>
                <a:gd name="T12" fmla="*/ 6 w 7"/>
                <a:gd name="T13" fmla="*/ 66 h 69"/>
                <a:gd name="T14" fmla="*/ 6 w 7"/>
                <a:gd name="T15" fmla="*/ 66 h 69"/>
                <a:gd name="T16" fmla="*/ 6 w 7"/>
                <a:gd name="T17" fmla="*/ 66 h 69"/>
                <a:gd name="T18" fmla="*/ 5 w 7"/>
                <a:gd name="T19" fmla="*/ 65 h 69"/>
                <a:gd name="T20" fmla="*/ 5 w 7"/>
                <a:gd name="T21" fmla="*/ 65 h 69"/>
                <a:gd name="T22" fmla="*/ 5 w 7"/>
                <a:gd name="T23" fmla="*/ 65 h 69"/>
                <a:gd name="T24" fmla="*/ 5 w 7"/>
                <a:gd name="T25" fmla="*/ 64 h 69"/>
                <a:gd name="T26" fmla="*/ 5 w 7"/>
                <a:gd name="T27" fmla="*/ 64 h 69"/>
                <a:gd name="T28" fmla="*/ 5 w 7"/>
                <a:gd name="T29" fmla="*/ 63 h 69"/>
                <a:gd name="T30" fmla="*/ 5 w 7"/>
                <a:gd name="T31" fmla="*/ 63 h 69"/>
                <a:gd name="T32" fmla="*/ 5 w 7"/>
                <a:gd name="T33" fmla="*/ 63 h 69"/>
                <a:gd name="T34" fmla="*/ 5 w 7"/>
                <a:gd name="T35" fmla="*/ 62 h 69"/>
                <a:gd name="T36" fmla="*/ 4 w 7"/>
                <a:gd name="T37" fmla="*/ 62 h 69"/>
                <a:gd name="T38" fmla="*/ 4 w 7"/>
                <a:gd name="T39" fmla="*/ 62 h 69"/>
                <a:gd name="T40" fmla="*/ 4 w 7"/>
                <a:gd name="T41" fmla="*/ 61 h 69"/>
                <a:gd name="T42" fmla="*/ 4 w 7"/>
                <a:gd name="T43" fmla="*/ 60 h 69"/>
                <a:gd name="T44" fmla="*/ 4 w 7"/>
                <a:gd name="T45" fmla="*/ 60 h 69"/>
                <a:gd name="T46" fmla="*/ 4 w 7"/>
                <a:gd name="T47" fmla="*/ 60 h 69"/>
                <a:gd name="T48" fmla="*/ 4 w 7"/>
                <a:gd name="T49" fmla="*/ 60 h 69"/>
                <a:gd name="T50" fmla="*/ 4 w 7"/>
                <a:gd name="T51" fmla="*/ 59 h 69"/>
                <a:gd name="T52" fmla="*/ 4 w 7"/>
                <a:gd name="T53" fmla="*/ 59 h 69"/>
                <a:gd name="T54" fmla="*/ 3 w 7"/>
                <a:gd name="T55" fmla="*/ 59 h 69"/>
                <a:gd name="T56" fmla="*/ 3 w 7"/>
                <a:gd name="T57" fmla="*/ 57 h 69"/>
                <a:gd name="T58" fmla="*/ 3 w 7"/>
                <a:gd name="T59" fmla="*/ 57 h 69"/>
                <a:gd name="T60" fmla="*/ 3 w 7"/>
                <a:gd name="T61" fmla="*/ 56 h 69"/>
                <a:gd name="T62" fmla="*/ 3 w 7"/>
                <a:gd name="T63" fmla="*/ 56 h 69"/>
                <a:gd name="T64" fmla="*/ 3 w 7"/>
                <a:gd name="T65" fmla="*/ 56 h 69"/>
                <a:gd name="T66" fmla="*/ 0 w 7"/>
                <a:gd name="T67" fmla="*/ 40 h 69"/>
                <a:gd name="T68" fmla="*/ 0 w 7"/>
                <a:gd name="T69" fmla="*/ 40 h 69"/>
                <a:gd name="T70" fmla="*/ 0 w 7"/>
                <a:gd name="T71" fmla="*/ 40 h 69"/>
                <a:gd name="T72" fmla="*/ 0 w 7"/>
                <a:gd name="T73" fmla="*/ 40 h 69"/>
                <a:gd name="T74" fmla="*/ 0 w 7"/>
                <a:gd name="T75" fmla="*/ 39 h 69"/>
                <a:gd name="T76" fmla="*/ 0 w 7"/>
                <a:gd name="T77" fmla="*/ 39 h 69"/>
                <a:gd name="T78" fmla="*/ 0 w 7"/>
                <a:gd name="T79" fmla="*/ 39 h 69"/>
                <a:gd name="T80" fmla="*/ 0 w 7"/>
                <a:gd name="T81" fmla="*/ 38 h 69"/>
                <a:gd name="T82" fmla="*/ 0 w 7"/>
                <a:gd name="T83" fmla="*/ 38 h 69"/>
                <a:gd name="T84" fmla="*/ 0 w 7"/>
                <a:gd name="T85" fmla="*/ 38 h 69"/>
                <a:gd name="T86" fmla="*/ 7 w 7"/>
                <a:gd name="T87" fmla="*/ 0 h 69"/>
                <a:gd name="T88" fmla="*/ 7 w 7"/>
                <a:gd name="T89" fmla="*/ 0 h 69"/>
                <a:gd name="T90" fmla="*/ 7 w 7"/>
                <a:gd name="T91" fmla="*/ 0 h 69"/>
                <a:gd name="T92" fmla="*/ 7 w 7"/>
                <a:gd name="T93" fmla="*/ 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" h="69">
                  <a:moveTo>
                    <a:pt x="7" y="69"/>
                  </a:moveTo>
                  <a:cubicBezTo>
                    <a:pt x="7" y="69"/>
                    <a:pt x="7" y="69"/>
                    <a:pt x="7" y="69"/>
                  </a:cubicBezTo>
                  <a:cubicBezTo>
                    <a:pt x="7" y="69"/>
                    <a:pt x="7" y="69"/>
                    <a:pt x="7" y="69"/>
                  </a:cubicBezTo>
                  <a:moveTo>
                    <a:pt x="7" y="69"/>
                  </a:moveTo>
                  <a:cubicBezTo>
                    <a:pt x="7" y="69"/>
                    <a:pt x="7" y="69"/>
                    <a:pt x="7" y="69"/>
                  </a:cubicBezTo>
                  <a:cubicBezTo>
                    <a:pt x="7" y="69"/>
                    <a:pt x="7" y="69"/>
                    <a:pt x="7" y="69"/>
                  </a:cubicBezTo>
                  <a:moveTo>
                    <a:pt x="7" y="69"/>
                  </a:moveTo>
                  <a:cubicBezTo>
                    <a:pt x="7" y="69"/>
                    <a:pt x="7" y="69"/>
                    <a:pt x="7" y="69"/>
                  </a:cubicBezTo>
                  <a:cubicBezTo>
                    <a:pt x="7" y="69"/>
                    <a:pt x="7" y="69"/>
                    <a:pt x="7" y="69"/>
                  </a:cubicBezTo>
                  <a:moveTo>
                    <a:pt x="7" y="68"/>
                  </a:moveTo>
                  <a:cubicBezTo>
                    <a:pt x="7" y="68"/>
                    <a:pt x="7" y="68"/>
                    <a:pt x="7" y="68"/>
                  </a:cubicBezTo>
                  <a:cubicBezTo>
                    <a:pt x="7" y="68"/>
                    <a:pt x="7" y="68"/>
                    <a:pt x="7" y="68"/>
                  </a:cubicBezTo>
                  <a:moveTo>
                    <a:pt x="6" y="67"/>
                  </a:moveTo>
                  <a:cubicBezTo>
                    <a:pt x="6" y="67"/>
                    <a:pt x="6" y="67"/>
                    <a:pt x="6" y="67"/>
                  </a:cubicBezTo>
                  <a:cubicBezTo>
                    <a:pt x="6" y="67"/>
                    <a:pt x="6" y="67"/>
                    <a:pt x="6" y="67"/>
                  </a:cubicBezTo>
                  <a:moveTo>
                    <a:pt x="6" y="66"/>
                  </a:moveTo>
                  <a:cubicBezTo>
                    <a:pt x="6" y="66"/>
                    <a:pt x="6" y="66"/>
                    <a:pt x="6" y="66"/>
                  </a:cubicBezTo>
                  <a:cubicBezTo>
                    <a:pt x="6" y="66"/>
                    <a:pt x="6" y="66"/>
                    <a:pt x="6" y="66"/>
                  </a:cubicBezTo>
                  <a:moveTo>
                    <a:pt x="6" y="66"/>
                  </a:moveTo>
                  <a:cubicBezTo>
                    <a:pt x="6" y="66"/>
                    <a:pt x="6" y="66"/>
                    <a:pt x="6" y="66"/>
                  </a:cubicBezTo>
                  <a:cubicBezTo>
                    <a:pt x="6" y="66"/>
                    <a:pt x="6" y="66"/>
                    <a:pt x="6" y="66"/>
                  </a:cubicBezTo>
                  <a:moveTo>
                    <a:pt x="6" y="66"/>
                  </a:moveTo>
                  <a:cubicBezTo>
                    <a:pt x="6" y="66"/>
                    <a:pt x="6" y="66"/>
                    <a:pt x="6" y="66"/>
                  </a:cubicBezTo>
                  <a:cubicBezTo>
                    <a:pt x="6" y="66"/>
                    <a:pt x="6" y="66"/>
                    <a:pt x="6" y="66"/>
                  </a:cubicBezTo>
                  <a:moveTo>
                    <a:pt x="6" y="66"/>
                  </a:moveTo>
                  <a:cubicBezTo>
                    <a:pt x="6" y="66"/>
                    <a:pt x="6" y="66"/>
                    <a:pt x="6" y="66"/>
                  </a:cubicBezTo>
                  <a:cubicBezTo>
                    <a:pt x="6" y="66"/>
                    <a:pt x="6" y="66"/>
                    <a:pt x="6" y="66"/>
                  </a:cubicBezTo>
                  <a:moveTo>
                    <a:pt x="5" y="65"/>
                  </a:moveTo>
                  <a:cubicBezTo>
                    <a:pt x="5" y="65"/>
                    <a:pt x="6" y="65"/>
                    <a:pt x="6" y="66"/>
                  </a:cubicBezTo>
                  <a:cubicBezTo>
                    <a:pt x="6" y="65"/>
                    <a:pt x="5" y="65"/>
                    <a:pt x="5" y="65"/>
                  </a:cubicBezTo>
                  <a:moveTo>
                    <a:pt x="5" y="65"/>
                  </a:moveTo>
                  <a:cubicBezTo>
                    <a:pt x="5" y="65"/>
                    <a:pt x="5" y="65"/>
                    <a:pt x="5" y="65"/>
                  </a:cubicBezTo>
                  <a:cubicBezTo>
                    <a:pt x="5" y="65"/>
                    <a:pt x="5" y="65"/>
                    <a:pt x="5" y="65"/>
                  </a:cubicBezTo>
                  <a:moveTo>
                    <a:pt x="5" y="65"/>
                  </a:moveTo>
                  <a:cubicBezTo>
                    <a:pt x="5" y="65"/>
                    <a:pt x="5" y="65"/>
                    <a:pt x="5" y="65"/>
                  </a:cubicBezTo>
                  <a:cubicBezTo>
                    <a:pt x="5" y="65"/>
                    <a:pt x="5" y="65"/>
                    <a:pt x="5" y="65"/>
                  </a:cubicBezTo>
                  <a:moveTo>
                    <a:pt x="5" y="64"/>
                  </a:moveTo>
                  <a:cubicBezTo>
                    <a:pt x="5" y="64"/>
                    <a:pt x="5" y="64"/>
                    <a:pt x="5" y="64"/>
                  </a:cubicBezTo>
                  <a:cubicBezTo>
                    <a:pt x="5" y="64"/>
                    <a:pt x="5" y="64"/>
                    <a:pt x="5" y="64"/>
                  </a:cubicBezTo>
                  <a:moveTo>
                    <a:pt x="5" y="64"/>
                  </a:moveTo>
                  <a:cubicBezTo>
                    <a:pt x="5" y="64"/>
                    <a:pt x="5" y="64"/>
                    <a:pt x="5" y="64"/>
                  </a:cubicBezTo>
                  <a:cubicBezTo>
                    <a:pt x="5" y="64"/>
                    <a:pt x="5" y="64"/>
                    <a:pt x="5" y="64"/>
                  </a:cubicBezTo>
                  <a:moveTo>
                    <a:pt x="5" y="63"/>
                  </a:moveTo>
                  <a:cubicBezTo>
                    <a:pt x="5" y="63"/>
                    <a:pt x="5" y="63"/>
                    <a:pt x="5" y="63"/>
                  </a:cubicBezTo>
                  <a:cubicBezTo>
                    <a:pt x="5" y="63"/>
                    <a:pt x="5" y="63"/>
                    <a:pt x="5" y="63"/>
                  </a:cubicBezTo>
                  <a:moveTo>
                    <a:pt x="5" y="63"/>
                  </a:moveTo>
                  <a:cubicBezTo>
                    <a:pt x="5" y="63"/>
                    <a:pt x="5" y="63"/>
                    <a:pt x="5" y="63"/>
                  </a:cubicBezTo>
                  <a:cubicBezTo>
                    <a:pt x="5" y="63"/>
                    <a:pt x="5" y="63"/>
                    <a:pt x="5" y="63"/>
                  </a:cubicBezTo>
                  <a:moveTo>
                    <a:pt x="5" y="63"/>
                  </a:moveTo>
                  <a:cubicBezTo>
                    <a:pt x="5" y="63"/>
                    <a:pt x="5" y="63"/>
                    <a:pt x="5" y="63"/>
                  </a:cubicBezTo>
                  <a:cubicBezTo>
                    <a:pt x="5" y="63"/>
                    <a:pt x="5" y="63"/>
                    <a:pt x="5" y="63"/>
                  </a:cubicBezTo>
                  <a:moveTo>
                    <a:pt x="5" y="62"/>
                  </a:moveTo>
                  <a:cubicBezTo>
                    <a:pt x="5" y="63"/>
                    <a:pt x="5" y="63"/>
                    <a:pt x="5" y="63"/>
                  </a:cubicBezTo>
                  <a:cubicBezTo>
                    <a:pt x="5" y="63"/>
                    <a:pt x="5" y="63"/>
                    <a:pt x="5" y="62"/>
                  </a:cubicBezTo>
                  <a:moveTo>
                    <a:pt x="4" y="62"/>
                  </a:moveTo>
                  <a:cubicBezTo>
                    <a:pt x="4" y="62"/>
                    <a:pt x="4" y="62"/>
                    <a:pt x="4" y="62"/>
                  </a:cubicBezTo>
                  <a:cubicBezTo>
                    <a:pt x="4" y="62"/>
                    <a:pt x="4" y="62"/>
                    <a:pt x="4" y="62"/>
                  </a:cubicBezTo>
                  <a:moveTo>
                    <a:pt x="4" y="62"/>
                  </a:moveTo>
                  <a:cubicBezTo>
                    <a:pt x="4" y="62"/>
                    <a:pt x="4" y="62"/>
                    <a:pt x="4" y="62"/>
                  </a:cubicBezTo>
                  <a:cubicBezTo>
                    <a:pt x="4" y="62"/>
                    <a:pt x="4" y="62"/>
                    <a:pt x="4" y="62"/>
                  </a:cubicBezTo>
                  <a:moveTo>
                    <a:pt x="4" y="61"/>
                  </a:moveTo>
                  <a:cubicBezTo>
                    <a:pt x="4" y="61"/>
                    <a:pt x="4" y="61"/>
                    <a:pt x="4" y="61"/>
                  </a:cubicBezTo>
                  <a:cubicBezTo>
                    <a:pt x="4" y="61"/>
                    <a:pt x="4" y="61"/>
                    <a:pt x="4" y="61"/>
                  </a:cubicBezTo>
                  <a:moveTo>
                    <a:pt x="4" y="60"/>
                  </a:moveTo>
                  <a:cubicBezTo>
                    <a:pt x="4" y="60"/>
                    <a:pt x="4" y="60"/>
                    <a:pt x="4" y="60"/>
                  </a:cubicBezTo>
                  <a:cubicBezTo>
                    <a:pt x="4" y="60"/>
                    <a:pt x="4" y="60"/>
                    <a:pt x="4" y="60"/>
                  </a:cubicBezTo>
                  <a:moveTo>
                    <a:pt x="4" y="60"/>
                  </a:moveTo>
                  <a:cubicBezTo>
                    <a:pt x="4" y="60"/>
                    <a:pt x="4" y="60"/>
                    <a:pt x="4" y="60"/>
                  </a:cubicBezTo>
                  <a:cubicBezTo>
                    <a:pt x="4" y="60"/>
                    <a:pt x="4" y="60"/>
                    <a:pt x="4" y="60"/>
                  </a:cubicBezTo>
                  <a:moveTo>
                    <a:pt x="4" y="60"/>
                  </a:moveTo>
                  <a:cubicBezTo>
                    <a:pt x="4" y="60"/>
                    <a:pt x="4" y="60"/>
                    <a:pt x="4" y="60"/>
                  </a:cubicBezTo>
                  <a:cubicBezTo>
                    <a:pt x="4" y="60"/>
                    <a:pt x="4" y="60"/>
                    <a:pt x="4" y="60"/>
                  </a:cubicBezTo>
                  <a:moveTo>
                    <a:pt x="4" y="60"/>
                  </a:moveTo>
                  <a:cubicBezTo>
                    <a:pt x="4" y="60"/>
                    <a:pt x="4" y="60"/>
                    <a:pt x="4" y="60"/>
                  </a:cubicBezTo>
                  <a:cubicBezTo>
                    <a:pt x="4" y="60"/>
                    <a:pt x="4" y="60"/>
                    <a:pt x="4" y="60"/>
                  </a:cubicBezTo>
                  <a:moveTo>
                    <a:pt x="4" y="59"/>
                  </a:moveTo>
                  <a:cubicBezTo>
                    <a:pt x="4" y="59"/>
                    <a:pt x="4" y="59"/>
                    <a:pt x="4" y="59"/>
                  </a:cubicBezTo>
                  <a:cubicBezTo>
                    <a:pt x="4" y="59"/>
                    <a:pt x="4" y="59"/>
                    <a:pt x="4" y="59"/>
                  </a:cubicBezTo>
                  <a:moveTo>
                    <a:pt x="4" y="59"/>
                  </a:moveTo>
                  <a:cubicBezTo>
                    <a:pt x="4" y="59"/>
                    <a:pt x="4" y="59"/>
                    <a:pt x="4" y="59"/>
                  </a:cubicBezTo>
                  <a:cubicBezTo>
                    <a:pt x="4" y="59"/>
                    <a:pt x="4" y="59"/>
                    <a:pt x="4" y="59"/>
                  </a:cubicBezTo>
                  <a:moveTo>
                    <a:pt x="3" y="59"/>
                  </a:moveTo>
                  <a:cubicBezTo>
                    <a:pt x="3" y="59"/>
                    <a:pt x="3" y="59"/>
                    <a:pt x="3" y="59"/>
                  </a:cubicBezTo>
                  <a:cubicBezTo>
                    <a:pt x="3" y="59"/>
                    <a:pt x="3" y="59"/>
                    <a:pt x="3" y="59"/>
                  </a:cubicBezTo>
                  <a:moveTo>
                    <a:pt x="3" y="57"/>
                  </a:moveTo>
                  <a:cubicBezTo>
                    <a:pt x="3" y="57"/>
                    <a:pt x="3" y="57"/>
                    <a:pt x="3" y="57"/>
                  </a:cubicBezTo>
                  <a:cubicBezTo>
                    <a:pt x="3" y="57"/>
                    <a:pt x="3" y="57"/>
                    <a:pt x="3" y="57"/>
                  </a:cubicBezTo>
                  <a:moveTo>
                    <a:pt x="3" y="57"/>
                  </a:moveTo>
                  <a:cubicBezTo>
                    <a:pt x="3" y="57"/>
                    <a:pt x="3" y="57"/>
                    <a:pt x="3" y="57"/>
                  </a:cubicBezTo>
                  <a:cubicBezTo>
                    <a:pt x="3" y="57"/>
                    <a:pt x="3" y="57"/>
                    <a:pt x="3" y="57"/>
                  </a:cubicBezTo>
                  <a:moveTo>
                    <a:pt x="3" y="56"/>
                  </a:moveTo>
                  <a:cubicBezTo>
                    <a:pt x="3" y="56"/>
                    <a:pt x="3" y="57"/>
                    <a:pt x="3" y="57"/>
                  </a:cubicBezTo>
                  <a:cubicBezTo>
                    <a:pt x="3" y="57"/>
                    <a:pt x="3" y="56"/>
                    <a:pt x="3" y="56"/>
                  </a:cubicBezTo>
                  <a:moveTo>
                    <a:pt x="3" y="56"/>
                  </a:moveTo>
                  <a:cubicBezTo>
                    <a:pt x="3" y="56"/>
                    <a:pt x="3" y="56"/>
                    <a:pt x="3" y="56"/>
                  </a:cubicBezTo>
                  <a:cubicBezTo>
                    <a:pt x="3" y="56"/>
                    <a:pt x="3" y="56"/>
                    <a:pt x="3" y="56"/>
                  </a:cubicBezTo>
                  <a:moveTo>
                    <a:pt x="3" y="56"/>
                  </a:moveTo>
                  <a:cubicBezTo>
                    <a:pt x="3" y="56"/>
                    <a:pt x="3" y="56"/>
                    <a:pt x="3" y="56"/>
                  </a:cubicBezTo>
                  <a:cubicBezTo>
                    <a:pt x="3" y="56"/>
                    <a:pt x="3" y="56"/>
                    <a:pt x="3" y="56"/>
                  </a:cubicBezTo>
                  <a:moveTo>
                    <a:pt x="0" y="40"/>
                  </a:moveTo>
                  <a:cubicBezTo>
                    <a:pt x="0" y="40"/>
                    <a:pt x="0" y="40"/>
                    <a:pt x="0" y="40"/>
                  </a:cubicBezTo>
                  <a:cubicBezTo>
                    <a:pt x="0" y="40"/>
                    <a:pt x="0" y="40"/>
                    <a:pt x="0" y="40"/>
                  </a:cubicBezTo>
                  <a:moveTo>
                    <a:pt x="0" y="40"/>
                  </a:moveTo>
                  <a:cubicBezTo>
                    <a:pt x="0" y="40"/>
                    <a:pt x="0" y="40"/>
                    <a:pt x="0" y="40"/>
                  </a:cubicBezTo>
                  <a:cubicBezTo>
                    <a:pt x="0" y="40"/>
                    <a:pt x="0" y="40"/>
                    <a:pt x="0" y="40"/>
                  </a:cubicBezTo>
                  <a:moveTo>
                    <a:pt x="0" y="40"/>
                  </a:moveTo>
                  <a:cubicBezTo>
                    <a:pt x="0" y="40"/>
                    <a:pt x="0" y="40"/>
                    <a:pt x="0" y="40"/>
                  </a:cubicBezTo>
                  <a:cubicBezTo>
                    <a:pt x="0" y="40"/>
                    <a:pt x="0" y="40"/>
                    <a:pt x="0" y="40"/>
                  </a:cubicBezTo>
                  <a:moveTo>
                    <a:pt x="0" y="40"/>
                  </a:moveTo>
                  <a:cubicBezTo>
                    <a:pt x="0" y="40"/>
                    <a:pt x="0" y="40"/>
                    <a:pt x="0" y="40"/>
                  </a:cubicBezTo>
                  <a:cubicBezTo>
                    <a:pt x="0" y="40"/>
                    <a:pt x="0" y="40"/>
                    <a:pt x="0" y="40"/>
                  </a:cubicBezTo>
                  <a:moveTo>
                    <a:pt x="0" y="3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39"/>
                    <a:pt x="0" y="39"/>
                    <a:pt x="0" y="39"/>
                  </a:cubicBezTo>
                  <a:moveTo>
                    <a:pt x="0" y="3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39"/>
                    <a:pt x="0" y="39"/>
                    <a:pt x="0" y="39"/>
                  </a:cubicBezTo>
                  <a:moveTo>
                    <a:pt x="0" y="3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39"/>
                    <a:pt x="0" y="39"/>
                    <a:pt x="0" y="39"/>
                  </a:cubicBezTo>
                  <a:moveTo>
                    <a:pt x="0" y="38"/>
                  </a:moveTo>
                  <a:cubicBezTo>
                    <a:pt x="0" y="38"/>
                    <a:pt x="0" y="39"/>
                    <a:pt x="0" y="39"/>
                  </a:cubicBezTo>
                  <a:cubicBezTo>
                    <a:pt x="0" y="39"/>
                    <a:pt x="0" y="38"/>
                    <a:pt x="0" y="38"/>
                  </a:cubicBezTo>
                  <a:moveTo>
                    <a:pt x="0" y="38"/>
                  </a:moveTo>
                  <a:cubicBezTo>
                    <a:pt x="0" y="38"/>
                    <a:pt x="0" y="38"/>
                    <a:pt x="0" y="38"/>
                  </a:cubicBezTo>
                  <a:cubicBezTo>
                    <a:pt x="0" y="38"/>
                    <a:pt x="0" y="38"/>
                    <a:pt x="0" y="38"/>
                  </a:cubicBezTo>
                  <a:moveTo>
                    <a:pt x="0" y="38"/>
                  </a:moveTo>
                  <a:cubicBezTo>
                    <a:pt x="0" y="38"/>
                    <a:pt x="0" y="38"/>
                    <a:pt x="0" y="38"/>
                  </a:cubicBezTo>
                  <a:cubicBezTo>
                    <a:pt x="0" y="38"/>
                    <a:pt x="0" y="38"/>
                    <a:pt x="0" y="38"/>
                  </a:cubicBezTo>
                  <a:moveTo>
                    <a:pt x="7" y="0"/>
                  </a:moveTo>
                  <a:cubicBezTo>
                    <a:pt x="2" y="12"/>
                    <a:pt x="0" y="24"/>
                    <a:pt x="0" y="38"/>
                  </a:cubicBezTo>
                  <a:cubicBezTo>
                    <a:pt x="0" y="24"/>
                    <a:pt x="2" y="12"/>
                    <a:pt x="7" y="0"/>
                  </a:cubicBezTo>
                  <a:moveTo>
                    <a:pt x="7" y="0"/>
                  </a:moveTo>
                  <a:cubicBezTo>
                    <a:pt x="7" y="0"/>
                    <a:pt x="7" y="0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moveTo>
                    <a:pt x="7" y="0"/>
                  </a:moveTo>
                  <a:cubicBezTo>
                    <a:pt x="7" y="0"/>
                    <a:pt x="7" y="0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moveTo>
                    <a:pt x="7" y="0"/>
                  </a:moveTo>
                  <a:cubicBezTo>
                    <a:pt x="7" y="0"/>
                    <a:pt x="7" y="0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</a:path>
              </a:pathLst>
            </a:custGeom>
            <a:solidFill>
              <a:srgbClr val="E56A0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4" name="Freeform 70"/>
            <p:cNvSpPr>
              <a:spLocks noEditPoints="1"/>
            </p:cNvSpPr>
            <p:nvPr/>
          </p:nvSpPr>
          <p:spPr bwMode="auto">
            <a:xfrm>
              <a:off x="1763713" y="2859478"/>
              <a:ext cx="1588" cy="55563"/>
            </a:xfrm>
            <a:custGeom>
              <a:avLst/>
              <a:gdLst>
                <a:gd name="T0" fmla="*/ 1 w 1"/>
                <a:gd name="T1" fmla="*/ 23 h 23"/>
                <a:gd name="T2" fmla="*/ 1 w 1"/>
                <a:gd name="T3" fmla="*/ 22 h 23"/>
                <a:gd name="T4" fmla="*/ 1 w 1"/>
                <a:gd name="T5" fmla="*/ 22 h 23"/>
                <a:gd name="T6" fmla="*/ 1 w 1"/>
                <a:gd name="T7" fmla="*/ 21 h 23"/>
                <a:gd name="T8" fmla="*/ 1 w 1"/>
                <a:gd name="T9" fmla="*/ 20 h 23"/>
                <a:gd name="T10" fmla="*/ 1 w 1"/>
                <a:gd name="T11" fmla="*/ 20 h 23"/>
                <a:gd name="T12" fmla="*/ 0 w 1"/>
                <a:gd name="T13" fmla="*/ 20 h 23"/>
                <a:gd name="T14" fmla="*/ 0 w 1"/>
                <a:gd name="T15" fmla="*/ 19 h 23"/>
                <a:gd name="T16" fmla="*/ 0 w 1"/>
                <a:gd name="T17" fmla="*/ 19 h 23"/>
                <a:gd name="T18" fmla="*/ 0 w 1"/>
                <a:gd name="T19" fmla="*/ 18 h 23"/>
                <a:gd name="T20" fmla="*/ 0 w 1"/>
                <a:gd name="T21" fmla="*/ 18 h 23"/>
                <a:gd name="T22" fmla="*/ 0 w 1"/>
                <a:gd name="T23" fmla="*/ 18 h 23"/>
                <a:gd name="T24" fmla="*/ 0 w 1"/>
                <a:gd name="T25" fmla="*/ 17 h 23"/>
                <a:gd name="T26" fmla="*/ 0 w 1"/>
                <a:gd name="T27" fmla="*/ 17 h 23"/>
                <a:gd name="T28" fmla="*/ 0 w 1"/>
                <a:gd name="T29" fmla="*/ 17 h 23"/>
                <a:gd name="T30" fmla="*/ 0 w 1"/>
                <a:gd name="T31" fmla="*/ 16 h 23"/>
                <a:gd name="T32" fmla="*/ 0 w 1"/>
                <a:gd name="T33" fmla="*/ 16 h 23"/>
                <a:gd name="T34" fmla="*/ 0 w 1"/>
                <a:gd name="T35" fmla="*/ 15 h 23"/>
                <a:gd name="T36" fmla="*/ 0 w 1"/>
                <a:gd name="T37" fmla="*/ 15 h 23"/>
                <a:gd name="T38" fmla="*/ 0 w 1"/>
                <a:gd name="T39" fmla="*/ 15 h 23"/>
                <a:gd name="T40" fmla="*/ 0 w 1"/>
                <a:gd name="T41" fmla="*/ 14 h 23"/>
                <a:gd name="T42" fmla="*/ 0 w 1"/>
                <a:gd name="T43" fmla="*/ 14 h 23"/>
                <a:gd name="T44" fmla="*/ 0 w 1"/>
                <a:gd name="T45" fmla="*/ 13 h 23"/>
                <a:gd name="T46" fmla="*/ 0 w 1"/>
                <a:gd name="T47" fmla="*/ 13 h 23"/>
                <a:gd name="T48" fmla="*/ 0 w 1"/>
                <a:gd name="T49" fmla="*/ 12 h 23"/>
                <a:gd name="T50" fmla="*/ 0 w 1"/>
                <a:gd name="T51" fmla="*/ 12 h 23"/>
                <a:gd name="T52" fmla="*/ 0 w 1"/>
                <a:gd name="T53" fmla="*/ 12 h 23"/>
                <a:gd name="T54" fmla="*/ 0 w 1"/>
                <a:gd name="T55" fmla="*/ 11 h 23"/>
                <a:gd name="T56" fmla="*/ 0 w 1"/>
                <a:gd name="T57" fmla="*/ 11 h 23"/>
                <a:gd name="T58" fmla="*/ 0 w 1"/>
                <a:gd name="T59" fmla="*/ 11 h 23"/>
                <a:gd name="T60" fmla="*/ 0 w 1"/>
                <a:gd name="T61" fmla="*/ 10 h 23"/>
                <a:gd name="T62" fmla="*/ 0 w 1"/>
                <a:gd name="T63" fmla="*/ 10 h 23"/>
                <a:gd name="T64" fmla="*/ 0 w 1"/>
                <a:gd name="T65" fmla="*/ 9 h 23"/>
                <a:gd name="T66" fmla="*/ 0 w 1"/>
                <a:gd name="T67" fmla="*/ 9 h 23"/>
                <a:gd name="T68" fmla="*/ 0 w 1"/>
                <a:gd name="T69" fmla="*/ 9 h 23"/>
                <a:gd name="T70" fmla="*/ 0 w 1"/>
                <a:gd name="T71" fmla="*/ 8 h 23"/>
                <a:gd name="T72" fmla="*/ 0 w 1"/>
                <a:gd name="T73" fmla="*/ 8 h 23"/>
                <a:gd name="T74" fmla="*/ 0 w 1"/>
                <a:gd name="T75" fmla="*/ 8 h 23"/>
                <a:gd name="T76" fmla="*/ 0 w 1"/>
                <a:gd name="T77" fmla="*/ 7 h 23"/>
                <a:gd name="T78" fmla="*/ 0 w 1"/>
                <a:gd name="T79" fmla="*/ 6 h 23"/>
                <a:gd name="T80" fmla="*/ 0 w 1"/>
                <a:gd name="T81" fmla="*/ 6 h 23"/>
                <a:gd name="T82" fmla="*/ 0 w 1"/>
                <a:gd name="T83" fmla="*/ 6 h 23"/>
                <a:gd name="T84" fmla="*/ 0 w 1"/>
                <a:gd name="T85" fmla="*/ 5 h 23"/>
                <a:gd name="T86" fmla="*/ 0 w 1"/>
                <a:gd name="T87" fmla="*/ 5 h 23"/>
                <a:gd name="T88" fmla="*/ 0 w 1"/>
                <a:gd name="T89" fmla="*/ 5 h 23"/>
                <a:gd name="T90" fmla="*/ 0 w 1"/>
                <a:gd name="T91" fmla="*/ 4 h 23"/>
                <a:gd name="T92" fmla="*/ 0 w 1"/>
                <a:gd name="T93" fmla="*/ 4 h 23"/>
                <a:gd name="T94" fmla="*/ 0 w 1"/>
                <a:gd name="T95" fmla="*/ 3 h 23"/>
                <a:gd name="T96" fmla="*/ 0 w 1"/>
                <a:gd name="T97" fmla="*/ 3 h 23"/>
                <a:gd name="T98" fmla="*/ 0 w 1"/>
                <a:gd name="T99" fmla="*/ 3 h 23"/>
                <a:gd name="T100" fmla="*/ 0 w 1"/>
                <a:gd name="T101" fmla="*/ 2 h 23"/>
                <a:gd name="T102" fmla="*/ 0 w 1"/>
                <a:gd name="T103" fmla="*/ 1 h 23"/>
                <a:gd name="T104" fmla="*/ 0 w 1"/>
                <a:gd name="T105" fmla="*/ 1 h 23"/>
                <a:gd name="T106" fmla="*/ 0 w 1"/>
                <a:gd name="T107" fmla="*/ 1 h 23"/>
                <a:gd name="T108" fmla="*/ 0 w 1"/>
                <a:gd name="T109" fmla="*/ 0 h 23"/>
                <a:gd name="T110" fmla="*/ 0 w 1"/>
                <a:gd name="T111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" h="23">
                  <a:moveTo>
                    <a:pt x="1" y="23"/>
                  </a:moveTo>
                  <a:cubicBezTo>
                    <a:pt x="1" y="23"/>
                    <a:pt x="1" y="23"/>
                    <a:pt x="1" y="23"/>
                  </a:cubicBezTo>
                  <a:cubicBezTo>
                    <a:pt x="1" y="23"/>
                    <a:pt x="1" y="23"/>
                    <a:pt x="1" y="23"/>
                  </a:cubicBezTo>
                  <a:moveTo>
                    <a:pt x="1" y="23"/>
                  </a:moveTo>
                  <a:cubicBezTo>
                    <a:pt x="1" y="23"/>
                    <a:pt x="1" y="23"/>
                    <a:pt x="1" y="23"/>
                  </a:cubicBezTo>
                  <a:cubicBezTo>
                    <a:pt x="1" y="23"/>
                    <a:pt x="1" y="23"/>
                    <a:pt x="1" y="23"/>
                  </a:cubicBezTo>
                  <a:moveTo>
                    <a:pt x="1" y="22"/>
                  </a:moveTo>
                  <a:cubicBezTo>
                    <a:pt x="1" y="22"/>
                    <a:pt x="1" y="22"/>
                    <a:pt x="1" y="22"/>
                  </a:cubicBezTo>
                  <a:cubicBezTo>
                    <a:pt x="1" y="22"/>
                    <a:pt x="1" y="22"/>
                    <a:pt x="1" y="22"/>
                  </a:cubicBezTo>
                  <a:moveTo>
                    <a:pt x="1" y="22"/>
                  </a:moveTo>
                  <a:cubicBezTo>
                    <a:pt x="1" y="22"/>
                    <a:pt x="1" y="22"/>
                    <a:pt x="1" y="22"/>
                  </a:cubicBezTo>
                  <a:cubicBezTo>
                    <a:pt x="1" y="22"/>
                    <a:pt x="1" y="22"/>
                    <a:pt x="1" y="22"/>
                  </a:cubicBezTo>
                  <a:moveTo>
                    <a:pt x="1" y="21"/>
                  </a:moveTo>
                  <a:cubicBezTo>
                    <a:pt x="1" y="21"/>
                    <a:pt x="1" y="21"/>
                    <a:pt x="1" y="21"/>
                  </a:cubicBezTo>
                  <a:cubicBezTo>
                    <a:pt x="1" y="21"/>
                    <a:pt x="1" y="21"/>
                    <a:pt x="1" y="21"/>
                  </a:cubicBezTo>
                  <a:moveTo>
                    <a:pt x="1" y="21"/>
                  </a:moveTo>
                  <a:cubicBezTo>
                    <a:pt x="1" y="21"/>
                    <a:pt x="1" y="21"/>
                    <a:pt x="1" y="21"/>
                  </a:cubicBezTo>
                  <a:cubicBezTo>
                    <a:pt x="1" y="21"/>
                    <a:pt x="1" y="21"/>
                    <a:pt x="1" y="21"/>
                  </a:cubicBezTo>
                  <a:moveTo>
                    <a:pt x="1" y="20"/>
                  </a:moveTo>
                  <a:cubicBezTo>
                    <a:pt x="1" y="20"/>
                    <a:pt x="1" y="20"/>
                    <a:pt x="1" y="20"/>
                  </a:cubicBezTo>
                  <a:cubicBezTo>
                    <a:pt x="1" y="20"/>
                    <a:pt x="1" y="20"/>
                    <a:pt x="1" y="20"/>
                  </a:cubicBezTo>
                  <a:moveTo>
                    <a:pt x="1" y="20"/>
                  </a:moveTo>
                  <a:cubicBezTo>
                    <a:pt x="1" y="20"/>
                    <a:pt x="1" y="20"/>
                    <a:pt x="1" y="20"/>
                  </a:cubicBezTo>
                  <a:cubicBezTo>
                    <a:pt x="1" y="20"/>
                    <a:pt x="1" y="20"/>
                    <a:pt x="1" y="20"/>
                  </a:cubicBezTo>
                  <a:moveTo>
                    <a:pt x="1" y="20"/>
                  </a:moveTo>
                  <a:cubicBezTo>
                    <a:pt x="1" y="20"/>
                    <a:pt x="1" y="20"/>
                    <a:pt x="1" y="20"/>
                  </a:cubicBezTo>
                  <a:cubicBezTo>
                    <a:pt x="1" y="20"/>
                    <a:pt x="1" y="20"/>
                    <a:pt x="1" y="20"/>
                  </a:cubicBezTo>
                  <a:moveTo>
                    <a:pt x="0" y="20"/>
                  </a:moveTo>
                  <a:cubicBezTo>
                    <a:pt x="0" y="20"/>
                    <a:pt x="0" y="20"/>
                    <a:pt x="0" y="20"/>
                  </a:cubicBezTo>
                  <a:cubicBezTo>
                    <a:pt x="0" y="20"/>
                    <a:pt x="0" y="20"/>
                    <a:pt x="0" y="20"/>
                  </a:cubicBezTo>
                  <a:moveTo>
                    <a:pt x="0" y="19"/>
                  </a:moveTo>
                  <a:cubicBezTo>
                    <a:pt x="0" y="19"/>
                    <a:pt x="0" y="19"/>
                    <a:pt x="0" y="19"/>
                  </a:cubicBezTo>
                  <a:cubicBezTo>
                    <a:pt x="0" y="19"/>
                    <a:pt x="0" y="19"/>
                    <a:pt x="0" y="19"/>
                  </a:cubicBezTo>
                  <a:moveTo>
                    <a:pt x="0" y="19"/>
                  </a:moveTo>
                  <a:cubicBezTo>
                    <a:pt x="0" y="19"/>
                    <a:pt x="0" y="19"/>
                    <a:pt x="0" y="19"/>
                  </a:cubicBezTo>
                  <a:cubicBezTo>
                    <a:pt x="0" y="19"/>
                    <a:pt x="0" y="19"/>
                    <a:pt x="0" y="19"/>
                  </a:cubicBezTo>
                  <a:moveTo>
                    <a:pt x="0" y="19"/>
                  </a:moveTo>
                  <a:cubicBezTo>
                    <a:pt x="0" y="19"/>
                    <a:pt x="0" y="19"/>
                    <a:pt x="0" y="19"/>
                  </a:cubicBezTo>
                  <a:cubicBezTo>
                    <a:pt x="0" y="19"/>
                    <a:pt x="0" y="19"/>
                    <a:pt x="0" y="19"/>
                  </a:cubicBezTo>
                  <a:moveTo>
                    <a:pt x="0" y="18"/>
                  </a:move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0" y="18"/>
                    <a:pt x="0" y="18"/>
                  </a:cubicBezTo>
                  <a:moveTo>
                    <a:pt x="0" y="18"/>
                  </a:move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0" y="18"/>
                    <a:pt x="0" y="18"/>
                  </a:cubicBezTo>
                  <a:moveTo>
                    <a:pt x="0" y="18"/>
                  </a:move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0" y="18"/>
                    <a:pt x="0" y="18"/>
                  </a:cubicBezTo>
                  <a:moveTo>
                    <a:pt x="0" y="17"/>
                  </a:moveTo>
                  <a:cubicBezTo>
                    <a:pt x="0" y="17"/>
                    <a:pt x="0" y="18"/>
                    <a:pt x="0" y="18"/>
                  </a:cubicBezTo>
                  <a:cubicBezTo>
                    <a:pt x="0" y="18"/>
                    <a:pt x="0" y="17"/>
                    <a:pt x="0" y="17"/>
                  </a:cubicBezTo>
                  <a:moveTo>
                    <a:pt x="0" y="17"/>
                  </a:moveTo>
                  <a:cubicBezTo>
                    <a:pt x="0" y="17"/>
                    <a:pt x="0" y="17"/>
                    <a:pt x="0" y="17"/>
                  </a:cubicBezTo>
                  <a:cubicBezTo>
                    <a:pt x="0" y="17"/>
                    <a:pt x="0" y="17"/>
                    <a:pt x="0" y="17"/>
                  </a:cubicBezTo>
                  <a:moveTo>
                    <a:pt x="0" y="17"/>
                  </a:moveTo>
                  <a:cubicBezTo>
                    <a:pt x="0" y="17"/>
                    <a:pt x="0" y="17"/>
                    <a:pt x="0" y="17"/>
                  </a:cubicBezTo>
                  <a:cubicBezTo>
                    <a:pt x="0" y="17"/>
                    <a:pt x="0" y="17"/>
                    <a:pt x="0" y="17"/>
                  </a:cubicBezTo>
                  <a:moveTo>
                    <a:pt x="0" y="17"/>
                  </a:moveTo>
                  <a:cubicBezTo>
                    <a:pt x="0" y="17"/>
                    <a:pt x="0" y="17"/>
                    <a:pt x="0" y="17"/>
                  </a:cubicBezTo>
                  <a:cubicBezTo>
                    <a:pt x="0" y="17"/>
                    <a:pt x="0" y="17"/>
                    <a:pt x="0" y="17"/>
                  </a:cubicBezTo>
                  <a:moveTo>
                    <a:pt x="0" y="16"/>
                  </a:moveTo>
                  <a:cubicBezTo>
                    <a:pt x="0" y="16"/>
                    <a:pt x="0" y="16"/>
                    <a:pt x="0" y="16"/>
                  </a:cubicBezTo>
                  <a:cubicBezTo>
                    <a:pt x="0" y="16"/>
                    <a:pt x="0" y="16"/>
                    <a:pt x="0" y="16"/>
                  </a:cubicBezTo>
                  <a:moveTo>
                    <a:pt x="0" y="16"/>
                  </a:moveTo>
                  <a:cubicBezTo>
                    <a:pt x="0" y="16"/>
                    <a:pt x="0" y="16"/>
                    <a:pt x="0" y="16"/>
                  </a:cubicBezTo>
                  <a:cubicBezTo>
                    <a:pt x="0" y="16"/>
                    <a:pt x="0" y="16"/>
                    <a:pt x="0" y="16"/>
                  </a:cubicBezTo>
                  <a:moveTo>
                    <a:pt x="0" y="16"/>
                  </a:moveTo>
                  <a:cubicBezTo>
                    <a:pt x="0" y="16"/>
                    <a:pt x="0" y="16"/>
                    <a:pt x="0" y="16"/>
                  </a:cubicBezTo>
                  <a:cubicBezTo>
                    <a:pt x="0" y="16"/>
                    <a:pt x="0" y="16"/>
                    <a:pt x="0" y="16"/>
                  </a:cubicBezTo>
                  <a:moveTo>
                    <a:pt x="0" y="15"/>
                  </a:moveTo>
                  <a:cubicBezTo>
                    <a:pt x="0" y="15"/>
                    <a:pt x="0" y="15"/>
                    <a:pt x="0" y="16"/>
                  </a:cubicBezTo>
                  <a:cubicBezTo>
                    <a:pt x="0" y="15"/>
                    <a:pt x="0" y="15"/>
                    <a:pt x="0" y="15"/>
                  </a:cubicBezTo>
                  <a:moveTo>
                    <a:pt x="0" y="15"/>
                  </a:moveTo>
                  <a:cubicBezTo>
                    <a:pt x="0" y="15"/>
                    <a:pt x="0" y="15"/>
                    <a:pt x="0" y="15"/>
                  </a:cubicBezTo>
                  <a:cubicBezTo>
                    <a:pt x="0" y="15"/>
                    <a:pt x="0" y="15"/>
                    <a:pt x="0" y="15"/>
                  </a:cubicBezTo>
                  <a:moveTo>
                    <a:pt x="0" y="15"/>
                  </a:moveTo>
                  <a:cubicBezTo>
                    <a:pt x="0" y="15"/>
                    <a:pt x="0" y="15"/>
                    <a:pt x="0" y="15"/>
                  </a:cubicBezTo>
                  <a:cubicBezTo>
                    <a:pt x="0" y="15"/>
                    <a:pt x="0" y="15"/>
                    <a:pt x="0" y="15"/>
                  </a:cubicBezTo>
                  <a:moveTo>
                    <a:pt x="0" y="14"/>
                  </a:moveTo>
                  <a:cubicBezTo>
                    <a:pt x="0" y="15"/>
                    <a:pt x="0" y="15"/>
                    <a:pt x="0" y="15"/>
                  </a:cubicBezTo>
                  <a:cubicBezTo>
                    <a:pt x="0" y="15"/>
                    <a:pt x="0" y="15"/>
                    <a:pt x="0" y="14"/>
                  </a:cubicBezTo>
                  <a:moveTo>
                    <a:pt x="0" y="14"/>
                  </a:moveTo>
                  <a:cubicBezTo>
                    <a:pt x="0" y="14"/>
                    <a:pt x="0" y="14"/>
                    <a:pt x="0" y="14"/>
                  </a:cubicBezTo>
                  <a:cubicBezTo>
                    <a:pt x="0" y="14"/>
                    <a:pt x="0" y="14"/>
                    <a:pt x="0" y="14"/>
                  </a:cubicBezTo>
                  <a:moveTo>
                    <a:pt x="0" y="14"/>
                  </a:moveTo>
                  <a:cubicBezTo>
                    <a:pt x="0" y="14"/>
                    <a:pt x="0" y="14"/>
                    <a:pt x="0" y="14"/>
                  </a:cubicBezTo>
                  <a:cubicBezTo>
                    <a:pt x="0" y="14"/>
                    <a:pt x="0" y="14"/>
                    <a:pt x="0" y="14"/>
                  </a:cubicBezTo>
                  <a:moveTo>
                    <a:pt x="0" y="14"/>
                  </a:moveTo>
                  <a:cubicBezTo>
                    <a:pt x="0" y="14"/>
                    <a:pt x="0" y="14"/>
                    <a:pt x="0" y="14"/>
                  </a:cubicBezTo>
                  <a:cubicBezTo>
                    <a:pt x="0" y="14"/>
                    <a:pt x="0" y="14"/>
                    <a:pt x="0" y="14"/>
                  </a:cubicBezTo>
                  <a:moveTo>
                    <a:pt x="0" y="13"/>
                  </a:moveTo>
                  <a:cubicBezTo>
                    <a:pt x="0" y="13"/>
                    <a:pt x="0" y="13"/>
                    <a:pt x="0" y="13"/>
                  </a:cubicBezTo>
                  <a:cubicBezTo>
                    <a:pt x="0" y="13"/>
                    <a:pt x="0" y="13"/>
                    <a:pt x="0" y="13"/>
                  </a:cubicBezTo>
                  <a:moveTo>
                    <a:pt x="0" y="13"/>
                  </a:moveTo>
                  <a:cubicBezTo>
                    <a:pt x="0" y="13"/>
                    <a:pt x="0" y="13"/>
                    <a:pt x="0" y="13"/>
                  </a:cubicBezTo>
                  <a:cubicBezTo>
                    <a:pt x="0" y="13"/>
                    <a:pt x="0" y="13"/>
                    <a:pt x="0" y="13"/>
                  </a:cubicBezTo>
                  <a:moveTo>
                    <a:pt x="0" y="13"/>
                  </a:moveTo>
                  <a:cubicBezTo>
                    <a:pt x="0" y="13"/>
                    <a:pt x="0" y="13"/>
                    <a:pt x="0" y="13"/>
                  </a:cubicBezTo>
                  <a:cubicBezTo>
                    <a:pt x="0" y="13"/>
                    <a:pt x="0" y="13"/>
                    <a:pt x="0" y="13"/>
                  </a:cubicBezTo>
                  <a:moveTo>
                    <a:pt x="0" y="12"/>
                  </a:moveTo>
                  <a:cubicBezTo>
                    <a:pt x="0" y="12"/>
                    <a:pt x="0" y="13"/>
                    <a:pt x="0" y="13"/>
                  </a:cubicBezTo>
                  <a:cubicBezTo>
                    <a:pt x="0" y="13"/>
                    <a:pt x="0" y="12"/>
                    <a:pt x="0" y="12"/>
                  </a:cubicBezTo>
                  <a:moveTo>
                    <a:pt x="0" y="12"/>
                  </a:moveTo>
                  <a:cubicBezTo>
                    <a:pt x="0" y="12"/>
                    <a:pt x="0" y="12"/>
                    <a:pt x="0" y="12"/>
                  </a:cubicBezTo>
                  <a:cubicBezTo>
                    <a:pt x="0" y="12"/>
                    <a:pt x="0" y="12"/>
                    <a:pt x="0" y="12"/>
                  </a:cubicBezTo>
                  <a:moveTo>
                    <a:pt x="0" y="12"/>
                  </a:moveTo>
                  <a:cubicBezTo>
                    <a:pt x="0" y="12"/>
                    <a:pt x="0" y="12"/>
                    <a:pt x="0" y="12"/>
                  </a:cubicBezTo>
                  <a:cubicBezTo>
                    <a:pt x="0" y="12"/>
                    <a:pt x="0" y="12"/>
                    <a:pt x="0" y="12"/>
                  </a:cubicBezTo>
                  <a:moveTo>
                    <a:pt x="0" y="11"/>
                  </a:moveTo>
                  <a:cubicBezTo>
                    <a:pt x="0" y="12"/>
                    <a:pt x="0" y="12"/>
                    <a:pt x="0" y="12"/>
                  </a:cubicBezTo>
                  <a:cubicBezTo>
                    <a:pt x="0" y="12"/>
                    <a:pt x="0" y="12"/>
                    <a:pt x="0" y="11"/>
                  </a:cubicBezTo>
                  <a:moveTo>
                    <a:pt x="0" y="11"/>
                  </a:moveTo>
                  <a:cubicBezTo>
                    <a:pt x="0" y="11"/>
                    <a:pt x="0" y="11"/>
                    <a:pt x="0" y="11"/>
                  </a:cubicBezTo>
                  <a:cubicBezTo>
                    <a:pt x="0" y="11"/>
                    <a:pt x="0" y="11"/>
                    <a:pt x="0" y="11"/>
                  </a:cubicBezTo>
                  <a:moveTo>
                    <a:pt x="0" y="11"/>
                  </a:moveTo>
                  <a:cubicBezTo>
                    <a:pt x="0" y="11"/>
                    <a:pt x="0" y="11"/>
                    <a:pt x="0" y="11"/>
                  </a:cubicBezTo>
                  <a:cubicBezTo>
                    <a:pt x="0" y="11"/>
                    <a:pt x="0" y="11"/>
                    <a:pt x="0" y="11"/>
                  </a:cubicBezTo>
                  <a:moveTo>
                    <a:pt x="0" y="11"/>
                  </a:moveTo>
                  <a:cubicBezTo>
                    <a:pt x="0" y="11"/>
                    <a:pt x="0" y="11"/>
                    <a:pt x="0" y="11"/>
                  </a:cubicBezTo>
                  <a:cubicBezTo>
                    <a:pt x="0" y="11"/>
                    <a:pt x="0" y="11"/>
                    <a:pt x="0" y="11"/>
                  </a:cubicBezTo>
                  <a:moveTo>
                    <a:pt x="0" y="10"/>
                  </a:moveTo>
                  <a:cubicBezTo>
                    <a:pt x="0" y="10"/>
                    <a:pt x="0" y="10"/>
                    <a:pt x="0" y="11"/>
                  </a:cubicBezTo>
                  <a:cubicBezTo>
                    <a:pt x="0" y="10"/>
                    <a:pt x="0" y="10"/>
                    <a:pt x="0" y="10"/>
                  </a:cubicBezTo>
                  <a:moveTo>
                    <a:pt x="0" y="10"/>
                  </a:moveTo>
                  <a:cubicBezTo>
                    <a:pt x="0" y="10"/>
                    <a:pt x="0" y="10"/>
                    <a:pt x="0" y="10"/>
                  </a:cubicBezTo>
                  <a:cubicBezTo>
                    <a:pt x="0" y="10"/>
                    <a:pt x="0" y="10"/>
                    <a:pt x="0" y="10"/>
                  </a:cubicBezTo>
                  <a:moveTo>
                    <a:pt x="0" y="10"/>
                  </a:moveTo>
                  <a:cubicBezTo>
                    <a:pt x="0" y="10"/>
                    <a:pt x="0" y="10"/>
                    <a:pt x="0" y="10"/>
                  </a:cubicBezTo>
                  <a:cubicBezTo>
                    <a:pt x="0" y="10"/>
                    <a:pt x="0" y="10"/>
                    <a:pt x="0" y="10"/>
                  </a:cubicBezTo>
                  <a:moveTo>
                    <a:pt x="0" y="9"/>
                  </a:moveTo>
                  <a:cubicBezTo>
                    <a:pt x="0" y="9"/>
                    <a:pt x="0" y="10"/>
                    <a:pt x="0" y="10"/>
                  </a:cubicBezTo>
                  <a:cubicBezTo>
                    <a:pt x="0" y="10"/>
                    <a:pt x="0" y="9"/>
                    <a:pt x="0" y="9"/>
                  </a:cubicBezTo>
                  <a:moveTo>
                    <a:pt x="0" y="9"/>
                  </a:move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0" y="9"/>
                    <a:pt x="0" y="9"/>
                  </a:cubicBezTo>
                  <a:moveTo>
                    <a:pt x="0" y="9"/>
                  </a:move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0" y="9"/>
                    <a:pt x="0" y="9"/>
                  </a:cubicBezTo>
                  <a:moveTo>
                    <a:pt x="0" y="9"/>
                  </a:move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0" y="9"/>
                    <a:pt x="0" y="9"/>
                  </a:cubicBezTo>
                  <a:moveTo>
                    <a:pt x="0" y="8"/>
                  </a:moveTo>
                  <a:cubicBezTo>
                    <a:pt x="0" y="8"/>
                    <a:pt x="0" y="8"/>
                    <a:pt x="0" y="8"/>
                  </a:cubicBezTo>
                  <a:cubicBezTo>
                    <a:pt x="0" y="8"/>
                    <a:pt x="0" y="8"/>
                    <a:pt x="0" y="8"/>
                  </a:cubicBezTo>
                  <a:moveTo>
                    <a:pt x="0" y="8"/>
                  </a:moveTo>
                  <a:cubicBezTo>
                    <a:pt x="0" y="8"/>
                    <a:pt x="0" y="8"/>
                    <a:pt x="0" y="8"/>
                  </a:cubicBezTo>
                  <a:cubicBezTo>
                    <a:pt x="0" y="8"/>
                    <a:pt x="0" y="8"/>
                    <a:pt x="0" y="8"/>
                  </a:cubicBezTo>
                  <a:moveTo>
                    <a:pt x="0" y="8"/>
                  </a:moveTo>
                  <a:cubicBezTo>
                    <a:pt x="0" y="8"/>
                    <a:pt x="0" y="8"/>
                    <a:pt x="0" y="8"/>
                  </a:cubicBezTo>
                  <a:cubicBezTo>
                    <a:pt x="0" y="8"/>
                    <a:pt x="0" y="8"/>
                    <a:pt x="0" y="8"/>
                  </a:cubicBezTo>
                  <a:moveTo>
                    <a:pt x="0" y="7"/>
                  </a:moveTo>
                  <a:cubicBezTo>
                    <a:pt x="0" y="7"/>
                    <a:pt x="0" y="7"/>
                    <a:pt x="0" y="8"/>
                  </a:cubicBezTo>
                  <a:cubicBezTo>
                    <a:pt x="0" y="7"/>
                    <a:pt x="0" y="7"/>
                    <a:pt x="0" y="7"/>
                  </a:cubicBezTo>
                  <a:moveTo>
                    <a:pt x="0" y="7"/>
                  </a:moveTo>
                  <a:cubicBezTo>
                    <a:pt x="0" y="7"/>
                    <a:pt x="0" y="7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moveTo>
                    <a:pt x="0" y="7"/>
                  </a:moveTo>
                  <a:cubicBezTo>
                    <a:pt x="0" y="7"/>
                    <a:pt x="0" y="7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moveTo>
                    <a:pt x="0" y="6"/>
                  </a:moveTo>
                  <a:cubicBezTo>
                    <a:pt x="0" y="6"/>
                    <a:pt x="0" y="6"/>
                    <a:pt x="0" y="7"/>
                  </a:cubicBezTo>
                  <a:cubicBezTo>
                    <a:pt x="0" y="6"/>
                    <a:pt x="0" y="6"/>
                    <a:pt x="0" y="6"/>
                  </a:cubicBezTo>
                  <a:moveTo>
                    <a:pt x="0" y="6"/>
                  </a:moveTo>
                  <a:cubicBezTo>
                    <a:pt x="0" y="6"/>
                    <a:pt x="0" y="6"/>
                    <a:pt x="0" y="6"/>
                  </a:cubicBezTo>
                  <a:cubicBezTo>
                    <a:pt x="0" y="6"/>
                    <a:pt x="0" y="6"/>
                    <a:pt x="0" y="6"/>
                  </a:cubicBezTo>
                  <a:moveTo>
                    <a:pt x="0" y="6"/>
                  </a:moveTo>
                  <a:cubicBezTo>
                    <a:pt x="0" y="6"/>
                    <a:pt x="0" y="6"/>
                    <a:pt x="0" y="6"/>
                  </a:cubicBezTo>
                  <a:cubicBezTo>
                    <a:pt x="0" y="6"/>
                    <a:pt x="0" y="6"/>
                    <a:pt x="0" y="6"/>
                  </a:cubicBezTo>
                  <a:moveTo>
                    <a:pt x="0" y="6"/>
                  </a:moveTo>
                  <a:cubicBezTo>
                    <a:pt x="0" y="6"/>
                    <a:pt x="0" y="6"/>
                    <a:pt x="0" y="6"/>
                  </a:cubicBezTo>
                  <a:cubicBezTo>
                    <a:pt x="0" y="6"/>
                    <a:pt x="0" y="6"/>
                    <a:pt x="0" y="6"/>
                  </a:cubicBezTo>
                  <a:moveTo>
                    <a:pt x="0" y="5"/>
                  </a:moveTo>
                  <a:cubicBezTo>
                    <a:pt x="0" y="5"/>
                    <a:pt x="0" y="5"/>
                    <a:pt x="0" y="5"/>
                  </a:cubicBezTo>
                  <a:cubicBezTo>
                    <a:pt x="0" y="5"/>
                    <a:pt x="0" y="5"/>
                    <a:pt x="0" y="5"/>
                  </a:cubicBezTo>
                  <a:moveTo>
                    <a:pt x="0" y="5"/>
                  </a:moveTo>
                  <a:cubicBezTo>
                    <a:pt x="0" y="5"/>
                    <a:pt x="0" y="5"/>
                    <a:pt x="0" y="5"/>
                  </a:cubicBezTo>
                  <a:cubicBezTo>
                    <a:pt x="0" y="5"/>
                    <a:pt x="0" y="5"/>
                    <a:pt x="0" y="5"/>
                  </a:cubicBezTo>
                  <a:moveTo>
                    <a:pt x="0" y="5"/>
                  </a:moveTo>
                  <a:cubicBezTo>
                    <a:pt x="0" y="5"/>
                    <a:pt x="0" y="5"/>
                    <a:pt x="0" y="5"/>
                  </a:cubicBezTo>
                  <a:cubicBezTo>
                    <a:pt x="0" y="5"/>
                    <a:pt x="0" y="5"/>
                    <a:pt x="0" y="5"/>
                  </a:cubicBezTo>
                  <a:moveTo>
                    <a:pt x="0" y="4"/>
                  </a:moveTo>
                  <a:cubicBezTo>
                    <a:pt x="0" y="4"/>
                    <a:pt x="0" y="4"/>
                    <a:pt x="0" y="4"/>
                  </a:cubicBezTo>
                  <a:cubicBezTo>
                    <a:pt x="0" y="4"/>
                    <a:pt x="0" y="4"/>
                    <a:pt x="0" y="4"/>
                  </a:cubicBezTo>
                  <a:moveTo>
                    <a:pt x="0" y="4"/>
                  </a:moveTo>
                  <a:cubicBezTo>
                    <a:pt x="0" y="4"/>
                    <a:pt x="0" y="4"/>
                    <a:pt x="0" y="4"/>
                  </a:cubicBezTo>
                  <a:cubicBezTo>
                    <a:pt x="0" y="4"/>
                    <a:pt x="0" y="4"/>
                    <a:pt x="0" y="4"/>
                  </a:cubicBezTo>
                  <a:moveTo>
                    <a:pt x="0" y="4"/>
                  </a:moveTo>
                  <a:cubicBezTo>
                    <a:pt x="0" y="4"/>
                    <a:pt x="0" y="4"/>
                    <a:pt x="0" y="4"/>
                  </a:cubicBezTo>
                  <a:cubicBezTo>
                    <a:pt x="0" y="4"/>
                    <a:pt x="0" y="4"/>
                    <a:pt x="0" y="4"/>
                  </a:cubicBezTo>
                  <a:moveTo>
                    <a:pt x="0" y="3"/>
                  </a:moveTo>
                  <a:cubicBezTo>
                    <a:pt x="0" y="3"/>
                    <a:pt x="0" y="4"/>
                    <a:pt x="0" y="4"/>
                  </a:cubicBezTo>
                  <a:cubicBezTo>
                    <a:pt x="0" y="4"/>
                    <a:pt x="0" y="3"/>
                    <a:pt x="0" y="3"/>
                  </a:cubicBezTo>
                  <a:moveTo>
                    <a:pt x="0" y="3"/>
                  </a:moveTo>
                  <a:cubicBezTo>
                    <a:pt x="0" y="3"/>
                    <a:pt x="0" y="3"/>
                    <a:pt x="0" y="3"/>
                  </a:cubicBezTo>
                  <a:cubicBezTo>
                    <a:pt x="0" y="3"/>
                    <a:pt x="0" y="3"/>
                    <a:pt x="0" y="3"/>
                  </a:cubicBezTo>
                  <a:moveTo>
                    <a:pt x="0" y="3"/>
                  </a:moveTo>
                  <a:cubicBezTo>
                    <a:pt x="0" y="3"/>
                    <a:pt x="0" y="3"/>
                    <a:pt x="0" y="3"/>
                  </a:cubicBezTo>
                  <a:cubicBezTo>
                    <a:pt x="0" y="3"/>
                    <a:pt x="0" y="3"/>
                    <a:pt x="0" y="3"/>
                  </a:cubicBezTo>
                  <a:moveTo>
                    <a:pt x="0" y="3"/>
                  </a:moveTo>
                  <a:cubicBezTo>
                    <a:pt x="0" y="3"/>
                    <a:pt x="0" y="3"/>
                    <a:pt x="0" y="3"/>
                  </a:cubicBezTo>
                  <a:cubicBezTo>
                    <a:pt x="0" y="3"/>
                    <a:pt x="0" y="3"/>
                    <a:pt x="0" y="3"/>
                  </a:cubicBezTo>
                  <a:moveTo>
                    <a:pt x="0" y="2"/>
                  </a:move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moveTo>
                    <a:pt x="0" y="2"/>
                  </a:move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moveTo>
                    <a:pt x="0" y="1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moveTo>
                    <a:pt x="0" y="1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moveTo>
                    <a:pt x="0" y="1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moveTo>
                    <a:pt x="0" y="1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E56A0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2" name="Freeform 78"/>
            <p:cNvSpPr>
              <a:spLocks noEditPoints="1"/>
            </p:cNvSpPr>
            <p:nvPr/>
          </p:nvSpPr>
          <p:spPr bwMode="auto">
            <a:xfrm>
              <a:off x="1012825" y="4132653"/>
              <a:ext cx="44450" cy="134938"/>
            </a:xfrm>
            <a:custGeom>
              <a:avLst/>
              <a:gdLst>
                <a:gd name="T0" fmla="*/ 18 w 18"/>
                <a:gd name="T1" fmla="*/ 55 h 55"/>
                <a:gd name="T2" fmla="*/ 18 w 18"/>
                <a:gd name="T3" fmla="*/ 55 h 55"/>
                <a:gd name="T4" fmla="*/ 18 w 18"/>
                <a:gd name="T5" fmla="*/ 55 h 55"/>
                <a:gd name="T6" fmla="*/ 18 w 18"/>
                <a:gd name="T7" fmla="*/ 55 h 55"/>
                <a:gd name="T8" fmla="*/ 18 w 18"/>
                <a:gd name="T9" fmla="*/ 55 h 55"/>
                <a:gd name="T10" fmla="*/ 18 w 18"/>
                <a:gd name="T11" fmla="*/ 55 h 55"/>
                <a:gd name="T12" fmla="*/ 17 w 18"/>
                <a:gd name="T13" fmla="*/ 55 h 55"/>
                <a:gd name="T14" fmla="*/ 18 w 18"/>
                <a:gd name="T15" fmla="*/ 55 h 55"/>
                <a:gd name="T16" fmla="*/ 17 w 18"/>
                <a:gd name="T17" fmla="*/ 55 h 55"/>
                <a:gd name="T18" fmla="*/ 0 w 18"/>
                <a:gd name="T19" fmla="*/ 1 h 55"/>
                <a:gd name="T20" fmla="*/ 17 w 18"/>
                <a:gd name="T21" fmla="*/ 55 h 55"/>
                <a:gd name="T22" fmla="*/ 0 w 18"/>
                <a:gd name="T23" fmla="*/ 1 h 55"/>
                <a:gd name="T24" fmla="*/ 0 w 18"/>
                <a:gd name="T25" fmla="*/ 1 h 55"/>
                <a:gd name="T26" fmla="*/ 0 w 18"/>
                <a:gd name="T27" fmla="*/ 1 h 55"/>
                <a:gd name="T28" fmla="*/ 0 w 18"/>
                <a:gd name="T29" fmla="*/ 1 h 55"/>
                <a:gd name="T30" fmla="*/ 0 w 18"/>
                <a:gd name="T31" fmla="*/ 1 h 55"/>
                <a:gd name="T32" fmla="*/ 0 w 18"/>
                <a:gd name="T33" fmla="*/ 1 h 55"/>
                <a:gd name="T34" fmla="*/ 0 w 18"/>
                <a:gd name="T35" fmla="*/ 1 h 55"/>
                <a:gd name="T36" fmla="*/ 0 w 18"/>
                <a:gd name="T37" fmla="*/ 0 h 55"/>
                <a:gd name="T38" fmla="*/ 0 w 18"/>
                <a:gd name="T39" fmla="*/ 1 h 55"/>
                <a:gd name="T40" fmla="*/ 0 w 18"/>
                <a:gd name="T41" fmla="*/ 1 h 55"/>
                <a:gd name="T42" fmla="*/ 0 w 18"/>
                <a:gd name="T43" fmla="*/ 0 h 55"/>
                <a:gd name="T44" fmla="*/ 0 w 18"/>
                <a:gd name="T45" fmla="*/ 0 h 55"/>
                <a:gd name="T46" fmla="*/ 0 w 18"/>
                <a:gd name="T47" fmla="*/ 0 h 55"/>
                <a:gd name="T48" fmla="*/ 0 w 18"/>
                <a:gd name="T49" fmla="*/ 0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8" h="55">
                  <a:moveTo>
                    <a:pt x="18" y="55"/>
                  </a:moveTo>
                  <a:cubicBezTo>
                    <a:pt x="18" y="55"/>
                    <a:pt x="18" y="55"/>
                    <a:pt x="18" y="55"/>
                  </a:cubicBezTo>
                  <a:cubicBezTo>
                    <a:pt x="18" y="55"/>
                    <a:pt x="18" y="55"/>
                    <a:pt x="18" y="55"/>
                  </a:cubicBezTo>
                  <a:moveTo>
                    <a:pt x="18" y="55"/>
                  </a:moveTo>
                  <a:cubicBezTo>
                    <a:pt x="18" y="55"/>
                    <a:pt x="18" y="55"/>
                    <a:pt x="18" y="55"/>
                  </a:cubicBezTo>
                  <a:cubicBezTo>
                    <a:pt x="18" y="55"/>
                    <a:pt x="18" y="55"/>
                    <a:pt x="18" y="55"/>
                  </a:cubicBezTo>
                  <a:moveTo>
                    <a:pt x="17" y="55"/>
                  </a:moveTo>
                  <a:cubicBezTo>
                    <a:pt x="17" y="55"/>
                    <a:pt x="18" y="55"/>
                    <a:pt x="18" y="55"/>
                  </a:cubicBezTo>
                  <a:cubicBezTo>
                    <a:pt x="18" y="55"/>
                    <a:pt x="17" y="55"/>
                    <a:pt x="17" y="55"/>
                  </a:cubicBezTo>
                  <a:moveTo>
                    <a:pt x="0" y="1"/>
                  </a:moveTo>
                  <a:cubicBezTo>
                    <a:pt x="0" y="21"/>
                    <a:pt x="7" y="40"/>
                    <a:pt x="17" y="55"/>
                  </a:cubicBezTo>
                  <a:cubicBezTo>
                    <a:pt x="7" y="40"/>
                    <a:pt x="0" y="21"/>
                    <a:pt x="0" y="1"/>
                  </a:cubicBezTo>
                  <a:moveTo>
                    <a:pt x="0" y="1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moveTo>
                    <a:pt x="0" y="1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moveTo>
                    <a:pt x="0" y="0"/>
                  </a:moveTo>
                  <a:cubicBezTo>
                    <a:pt x="0" y="0"/>
                    <a:pt x="0" y="0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0"/>
                    <a:pt x="0" y="0"/>
                    <a:pt x="0" y="0"/>
                  </a:cubicBezTo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E56A0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0" name="Freeform 86"/>
            <p:cNvSpPr>
              <a:spLocks noEditPoints="1"/>
            </p:cNvSpPr>
            <p:nvPr/>
          </p:nvSpPr>
          <p:spPr bwMode="auto">
            <a:xfrm>
              <a:off x="1724025" y="5348678"/>
              <a:ext cx="9525" cy="117475"/>
            </a:xfrm>
            <a:custGeom>
              <a:avLst/>
              <a:gdLst>
                <a:gd name="T0" fmla="*/ 3 w 4"/>
                <a:gd name="T1" fmla="*/ 47 h 48"/>
                <a:gd name="T2" fmla="*/ 3 w 4"/>
                <a:gd name="T3" fmla="*/ 47 h 48"/>
                <a:gd name="T4" fmla="*/ 2 w 4"/>
                <a:gd name="T5" fmla="*/ 47 h 48"/>
                <a:gd name="T6" fmla="*/ 2 w 4"/>
                <a:gd name="T7" fmla="*/ 46 h 48"/>
                <a:gd name="T8" fmla="*/ 2 w 4"/>
                <a:gd name="T9" fmla="*/ 46 h 48"/>
                <a:gd name="T10" fmla="*/ 0 w 4"/>
                <a:gd name="T11" fmla="*/ 23 h 48"/>
                <a:gd name="T12" fmla="*/ 0 w 4"/>
                <a:gd name="T13" fmla="*/ 22 h 48"/>
                <a:gd name="T14" fmla="*/ 0 w 4"/>
                <a:gd name="T15" fmla="*/ 22 h 48"/>
                <a:gd name="T16" fmla="*/ 0 w 4"/>
                <a:gd name="T17" fmla="*/ 22 h 48"/>
                <a:gd name="T18" fmla="*/ 0 w 4"/>
                <a:gd name="T19" fmla="*/ 22 h 48"/>
                <a:gd name="T20" fmla="*/ 0 w 4"/>
                <a:gd name="T21" fmla="*/ 21 h 48"/>
                <a:gd name="T22" fmla="*/ 0 w 4"/>
                <a:gd name="T23" fmla="*/ 20 h 48"/>
                <a:gd name="T24" fmla="*/ 0 w 4"/>
                <a:gd name="T25" fmla="*/ 20 h 48"/>
                <a:gd name="T26" fmla="*/ 0 w 4"/>
                <a:gd name="T27" fmla="*/ 20 h 48"/>
                <a:gd name="T28" fmla="*/ 0 w 4"/>
                <a:gd name="T29" fmla="*/ 19 h 48"/>
                <a:gd name="T30" fmla="*/ 0 w 4"/>
                <a:gd name="T31" fmla="*/ 19 h 48"/>
                <a:gd name="T32" fmla="*/ 0 w 4"/>
                <a:gd name="T33" fmla="*/ 19 h 48"/>
                <a:gd name="T34" fmla="*/ 0 w 4"/>
                <a:gd name="T35" fmla="*/ 18 h 48"/>
                <a:gd name="T36" fmla="*/ 0 w 4"/>
                <a:gd name="T37" fmla="*/ 18 h 48"/>
                <a:gd name="T38" fmla="*/ 0 w 4"/>
                <a:gd name="T39" fmla="*/ 18 h 48"/>
                <a:gd name="T40" fmla="*/ 1 w 4"/>
                <a:gd name="T41" fmla="*/ 17 h 48"/>
                <a:gd name="T42" fmla="*/ 1 w 4"/>
                <a:gd name="T43" fmla="*/ 17 h 48"/>
                <a:gd name="T44" fmla="*/ 1 w 4"/>
                <a:gd name="T45" fmla="*/ 16 h 48"/>
                <a:gd name="T46" fmla="*/ 1 w 4"/>
                <a:gd name="T47" fmla="*/ 15 h 48"/>
                <a:gd name="T48" fmla="*/ 1 w 4"/>
                <a:gd name="T49" fmla="*/ 15 h 48"/>
                <a:gd name="T50" fmla="*/ 1 w 4"/>
                <a:gd name="T51" fmla="*/ 15 h 48"/>
                <a:gd name="T52" fmla="*/ 1 w 4"/>
                <a:gd name="T53" fmla="*/ 14 h 48"/>
                <a:gd name="T54" fmla="*/ 1 w 4"/>
                <a:gd name="T55" fmla="*/ 14 h 48"/>
                <a:gd name="T56" fmla="*/ 1 w 4"/>
                <a:gd name="T57" fmla="*/ 14 h 48"/>
                <a:gd name="T58" fmla="*/ 1 w 4"/>
                <a:gd name="T59" fmla="*/ 13 h 48"/>
                <a:gd name="T60" fmla="*/ 1 w 4"/>
                <a:gd name="T61" fmla="*/ 13 h 48"/>
                <a:gd name="T62" fmla="*/ 1 w 4"/>
                <a:gd name="T63" fmla="*/ 11 h 48"/>
                <a:gd name="T64" fmla="*/ 1 w 4"/>
                <a:gd name="T65" fmla="*/ 11 h 48"/>
                <a:gd name="T66" fmla="*/ 1 w 4"/>
                <a:gd name="T67" fmla="*/ 11 h 48"/>
                <a:gd name="T68" fmla="*/ 1 w 4"/>
                <a:gd name="T69" fmla="*/ 10 h 48"/>
                <a:gd name="T70" fmla="*/ 1 w 4"/>
                <a:gd name="T71" fmla="*/ 10 h 48"/>
                <a:gd name="T72" fmla="*/ 1 w 4"/>
                <a:gd name="T73" fmla="*/ 10 h 48"/>
                <a:gd name="T74" fmla="*/ 2 w 4"/>
                <a:gd name="T75" fmla="*/ 9 h 48"/>
                <a:gd name="T76" fmla="*/ 2 w 4"/>
                <a:gd name="T77" fmla="*/ 8 h 48"/>
                <a:gd name="T78" fmla="*/ 2 w 4"/>
                <a:gd name="T79" fmla="*/ 8 h 48"/>
                <a:gd name="T80" fmla="*/ 2 w 4"/>
                <a:gd name="T81" fmla="*/ 8 h 48"/>
                <a:gd name="T82" fmla="*/ 2 w 4"/>
                <a:gd name="T83" fmla="*/ 7 h 48"/>
                <a:gd name="T84" fmla="*/ 2 w 4"/>
                <a:gd name="T85" fmla="*/ 7 h 48"/>
                <a:gd name="T86" fmla="*/ 2 w 4"/>
                <a:gd name="T87" fmla="*/ 6 h 48"/>
                <a:gd name="T88" fmla="*/ 2 w 4"/>
                <a:gd name="T89" fmla="*/ 5 h 48"/>
                <a:gd name="T90" fmla="*/ 2 w 4"/>
                <a:gd name="T91" fmla="*/ 5 h 48"/>
                <a:gd name="T92" fmla="*/ 2 w 4"/>
                <a:gd name="T93" fmla="*/ 5 h 48"/>
                <a:gd name="T94" fmla="*/ 3 w 4"/>
                <a:gd name="T95" fmla="*/ 4 h 48"/>
                <a:gd name="T96" fmla="*/ 3 w 4"/>
                <a:gd name="T97" fmla="*/ 4 h 48"/>
                <a:gd name="T98" fmla="*/ 3 w 4"/>
                <a:gd name="T99" fmla="*/ 4 h 48"/>
                <a:gd name="T100" fmla="*/ 3 w 4"/>
                <a:gd name="T101" fmla="*/ 3 h 48"/>
                <a:gd name="T102" fmla="*/ 3 w 4"/>
                <a:gd name="T103" fmla="*/ 3 h 48"/>
                <a:gd name="T104" fmla="*/ 3 w 4"/>
                <a:gd name="T105" fmla="*/ 3 h 48"/>
                <a:gd name="T106" fmla="*/ 3 w 4"/>
                <a:gd name="T107" fmla="*/ 2 h 48"/>
                <a:gd name="T108" fmla="*/ 3 w 4"/>
                <a:gd name="T109" fmla="*/ 2 h 48"/>
                <a:gd name="T110" fmla="*/ 3 w 4"/>
                <a:gd name="T111" fmla="*/ 1 h 48"/>
                <a:gd name="T112" fmla="*/ 3 w 4"/>
                <a:gd name="T113" fmla="*/ 1 h 48"/>
                <a:gd name="T114" fmla="*/ 4 w 4"/>
                <a:gd name="T115" fmla="*/ 1 h 48"/>
                <a:gd name="T116" fmla="*/ 4 w 4"/>
                <a:gd name="T117" fmla="*/ 0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4" h="48">
                  <a:moveTo>
                    <a:pt x="3" y="48"/>
                  </a:moveTo>
                  <a:cubicBezTo>
                    <a:pt x="3" y="48"/>
                    <a:pt x="3" y="48"/>
                    <a:pt x="3" y="48"/>
                  </a:cubicBezTo>
                  <a:cubicBezTo>
                    <a:pt x="3" y="48"/>
                    <a:pt x="3" y="48"/>
                    <a:pt x="3" y="48"/>
                  </a:cubicBezTo>
                  <a:moveTo>
                    <a:pt x="3" y="47"/>
                  </a:moveTo>
                  <a:cubicBezTo>
                    <a:pt x="3" y="47"/>
                    <a:pt x="3" y="47"/>
                    <a:pt x="3" y="47"/>
                  </a:cubicBezTo>
                  <a:cubicBezTo>
                    <a:pt x="3" y="47"/>
                    <a:pt x="3" y="47"/>
                    <a:pt x="3" y="47"/>
                  </a:cubicBezTo>
                  <a:moveTo>
                    <a:pt x="2" y="47"/>
                  </a:moveTo>
                  <a:cubicBezTo>
                    <a:pt x="3" y="47"/>
                    <a:pt x="3" y="47"/>
                    <a:pt x="3" y="47"/>
                  </a:cubicBezTo>
                  <a:cubicBezTo>
                    <a:pt x="3" y="47"/>
                    <a:pt x="3" y="47"/>
                    <a:pt x="2" y="47"/>
                  </a:cubicBezTo>
                  <a:moveTo>
                    <a:pt x="2" y="47"/>
                  </a:moveTo>
                  <a:cubicBezTo>
                    <a:pt x="2" y="47"/>
                    <a:pt x="2" y="47"/>
                    <a:pt x="2" y="47"/>
                  </a:cubicBezTo>
                  <a:cubicBezTo>
                    <a:pt x="2" y="47"/>
                    <a:pt x="2" y="47"/>
                    <a:pt x="2" y="47"/>
                  </a:cubicBezTo>
                  <a:moveTo>
                    <a:pt x="2" y="46"/>
                  </a:moveTo>
                  <a:cubicBezTo>
                    <a:pt x="2" y="46"/>
                    <a:pt x="2" y="46"/>
                    <a:pt x="2" y="46"/>
                  </a:cubicBezTo>
                  <a:cubicBezTo>
                    <a:pt x="2" y="46"/>
                    <a:pt x="2" y="46"/>
                    <a:pt x="2" y="46"/>
                  </a:cubicBezTo>
                  <a:moveTo>
                    <a:pt x="2" y="46"/>
                  </a:moveTo>
                  <a:cubicBezTo>
                    <a:pt x="2" y="46"/>
                    <a:pt x="2" y="46"/>
                    <a:pt x="2" y="46"/>
                  </a:cubicBezTo>
                  <a:cubicBezTo>
                    <a:pt x="2" y="46"/>
                    <a:pt x="2" y="46"/>
                    <a:pt x="2" y="46"/>
                  </a:cubicBezTo>
                  <a:moveTo>
                    <a:pt x="2" y="45"/>
                  </a:moveTo>
                  <a:cubicBezTo>
                    <a:pt x="2" y="46"/>
                    <a:pt x="2" y="46"/>
                    <a:pt x="2" y="46"/>
                  </a:cubicBezTo>
                  <a:cubicBezTo>
                    <a:pt x="2" y="46"/>
                    <a:pt x="2" y="46"/>
                    <a:pt x="2" y="45"/>
                  </a:cubicBezTo>
                  <a:moveTo>
                    <a:pt x="0" y="23"/>
                  </a:moveTo>
                  <a:cubicBezTo>
                    <a:pt x="0" y="31"/>
                    <a:pt x="1" y="38"/>
                    <a:pt x="2" y="45"/>
                  </a:cubicBezTo>
                  <a:cubicBezTo>
                    <a:pt x="1" y="38"/>
                    <a:pt x="0" y="31"/>
                    <a:pt x="0" y="23"/>
                  </a:cubicBezTo>
                  <a:moveTo>
                    <a:pt x="0" y="23"/>
                  </a:moveTo>
                  <a:cubicBezTo>
                    <a:pt x="0" y="23"/>
                    <a:pt x="0" y="23"/>
                    <a:pt x="0" y="23"/>
                  </a:cubicBezTo>
                  <a:cubicBezTo>
                    <a:pt x="0" y="23"/>
                    <a:pt x="0" y="23"/>
                    <a:pt x="0" y="23"/>
                  </a:cubicBezTo>
                  <a:moveTo>
                    <a:pt x="0" y="22"/>
                  </a:moveTo>
                  <a:cubicBezTo>
                    <a:pt x="0" y="22"/>
                    <a:pt x="0" y="22"/>
                    <a:pt x="0" y="22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0" y="23"/>
                    <a:pt x="0" y="23"/>
                    <a:pt x="0" y="22"/>
                  </a:cubicBezTo>
                  <a:cubicBezTo>
                    <a:pt x="0" y="22"/>
                    <a:pt x="0" y="22"/>
                    <a:pt x="0" y="22"/>
                  </a:cubicBezTo>
                  <a:moveTo>
                    <a:pt x="0" y="22"/>
                  </a:moveTo>
                  <a:cubicBezTo>
                    <a:pt x="0" y="22"/>
                    <a:pt x="0" y="22"/>
                    <a:pt x="0" y="22"/>
                  </a:cubicBezTo>
                  <a:cubicBezTo>
                    <a:pt x="0" y="22"/>
                    <a:pt x="0" y="22"/>
                    <a:pt x="0" y="22"/>
                  </a:cubicBezTo>
                  <a:moveTo>
                    <a:pt x="0" y="22"/>
                  </a:moveTo>
                  <a:cubicBezTo>
                    <a:pt x="0" y="22"/>
                    <a:pt x="0" y="22"/>
                    <a:pt x="0" y="22"/>
                  </a:cubicBezTo>
                  <a:cubicBezTo>
                    <a:pt x="0" y="22"/>
                    <a:pt x="0" y="22"/>
                    <a:pt x="0" y="22"/>
                  </a:cubicBezTo>
                  <a:moveTo>
                    <a:pt x="0" y="21"/>
                  </a:moveTo>
                  <a:cubicBezTo>
                    <a:pt x="0" y="21"/>
                    <a:pt x="0" y="21"/>
                    <a:pt x="0" y="22"/>
                  </a:cubicBezTo>
                  <a:cubicBezTo>
                    <a:pt x="0" y="21"/>
                    <a:pt x="0" y="21"/>
                    <a:pt x="0" y="21"/>
                  </a:cubicBezTo>
                  <a:moveTo>
                    <a:pt x="0" y="21"/>
                  </a:moveTo>
                  <a:cubicBezTo>
                    <a:pt x="0" y="21"/>
                    <a:pt x="0" y="21"/>
                    <a:pt x="0" y="21"/>
                  </a:cubicBezTo>
                  <a:cubicBezTo>
                    <a:pt x="0" y="21"/>
                    <a:pt x="0" y="21"/>
                    <a:pt x="0" y="21"/>
                  </a:cubicBezTo>
                  <a:moveTo>
                    <a:pt x="0" y="21"/>
                  </a:moveTo>
                  <a:cubicBezTo>
                    <a:pt x="0" y="21"/>
                    <a:pt x="0" y="21"/>
                    <a:pt x="0" y="21"/>
                  </a:cubicBezTo>
                  <a:cubicBezTo>
                    <a:pt x="0" y="21"/>
                    <a:pt x="0" y="21"/>
                    <a:pt x="0" y="21"/>
                  </a:cubicBezTo>
                  <a:moveTo>
                    <a:pt x="0" y="20"/>
                  </a:moveTo>
                  <a:cubicBezTo>
                    <a:pt x="0" y="21"/>
                    <a:pt x="0" y="21"/>
                    <a:pt x="0" y="21"/>
                  </a:cubicBezTo>
                  <a:cubicBezTo>
                    <a:pt x="0" y="21"/>
                    <a:pt x="0" y="21"/>
                    <a:pt x="0" y="20"/>
                  </a:cubicBezTo>
                  <a:moveTo>
                    <a:pt x="0" y="20"/>
                  </a:moveTo>
                  <a:cubicBezTo>
                    <a:pt x="0" y="20"/>
                    <a:pt x="0" y="20"/>
                    <a:pt x="0" y="20"/>
                  </a:cubicBezTo>
                  <a:cubicBezTo>
                    <a:pt x="0" y="20"/>
                    <a:pt x="0" y="20"/>
                    <a:pt x="0" y="20"/>
                  </a:cubicBezTo>
                  <a:moveTo>
                    <a:pt x="0" y="20"/>
                  </a:moveTo>
                  <a:cubicBezTo>
                    <a:pt x="0" y="20"/>
                    <a:pt x="0" y="20"/>
                    <a:pt x="0" y="20"/>
                  </a:cubicBezTo>
                  <a:cubicBezTo>
                    <a:pt x="0" y="20"/>
                    <a:pt x="0" y="20"/>
                    <a:pt x="0" y="20"/>
                  </a:cubicBezTo>
                  <a:moveTo>
                    <a:pt x="0" y="20"/>
                  </a:moveTo>
                  <a:cubicBezTo>
                    <a:pt x="0" y="20"/>
                    <a:pt x="0" y="20"/>
                    <a:pt x="0" y="20"/>
                  </a:cubicBezTo>
                  <a:cubicBezTo>
                    <a:pt x="0" y="20"/>
                    <a:pt x="0" y="20"/>
                    <a:pt x="0" y="20"/>
                  </a:cubicBezTo>
                  <a:moveTo>
                    <a:pt x="0" y="19"/>
                  </a:moveTo>
                  <a:cubicBezTo>
                    <a:pt x="0" y="19"/>
                    <a:pt x="0" y="19"/>
                    <a:pt x="0" y="20"/>
                  </a:cubicBezTo>
                  <a:cubicBezTo>
                    <a:pt x="0" y="19"/>
                    <a:pt x="0" y="19"/>
                    <a:pt x="0" y="19"/>
                  </a:cubicBezTo>
                  <a:moveTo>
                    <a:pt x="0" y="19"/>
                  </a:moveTo>
                  <a:cubicBezTo>
                    <a:pt x="0" y="19"/>
                    <a:pt x="0" y="19"/>
                    <a:pt x="0" y="19"/>
                  </a:cubicBezTo>
                  <a:cubicBezTo>
                    <a:pt x="0" y="19"/>
                    <a:pt x="0" y="19"/>
                    <a:pt x="0" y="19"/>
                  </a:cubicBezTo>
                  <a:moveTo>
                    <a:pt x="0" y="19"/>
                  </a:moveTo>
                  <a:cubicBezTo>
                    <a:pt x="0" y="19"/>
                    <a:pt x="0" y="19"/>
                    <a:pt x="0" y="19"/>
                  </a:cubicBezTo>
                  <a:cubicBezTo>
                    <a:pt x="0" y="19"/>
                    <a:pt x="0" y="19"/>
                    <a:pt x="0" y="19"/>
                  </a:cubicBezTo>
                  <a:moveTo>
                    <a:pt x="0" y="18"/>
                  </a:moveTo>
                  <a:cubicBezTo>
                    <a:pt x="0" y="18"/>
                    <a:pt x="0" y="19"/>
                    <a:pt x="0" y="19"/>
                  </a:cubicBezTo>
                  <a:cubicBezTo>
                    <a:pt x="0" y="19"/>
                    <a:pt x="0" y="18"/>
                    <a:pt x="0" y="18"/>
                  </a:cubicBezTo>
                  <a:moveTo>
                    <a:pt x="0" y="18"/>
                  </a:move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0" y="18"/>
                    <a:pt x="0" y="18"/>
                  </a:cubicBezTo>
                  <a:moveTo>
                    <a:pt x="0" y="18"/>
                  </a:move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0" y="18"/>
                    <a:pt x="0" y="18"/>
                  </a:cubicBezTo>
                  <a:moveTo>
                    <a:pt x="0" y="18"/>
                  </a:move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0" y="18"/>
                    <a:pt x="0" y="18"/>
                  </a:cubicBezTo>
                  <a:moveTo>
                    <a:pt x="0" y="17"/>
                  </a:moveTo>
                  <a:cubicBezTo>
                    <a:pt x="0" y="17"/>
                    <a:pt x="0" y="17"/>
                    <a:pt x="0" y="17"/>
                  </a:cubicBezTo>
                  <a:cubicBezTo>
                    <a:pt x="0" y="17"/>
                    <a:pt x="0" y="17"/>
                    <a:pt x="0" y="17"/>
                  </a:cubicBezTo>
                  <a:moveTo>
                    <a:pt x="1" y="17"/>
                  </a:moveTo>
                  <a:cubicBezTo>
                    <a:pt x="1" y="17"/>
                    <a:pt x="0" y="17"/>
                    <a:pt x="0" y="17"/>
                  </a:cubicBezTo>
                  <a:cubicBezTo>
                    <a:pt x="0" y="17"/>
                    <a:pt x="1" y="17"/>
                    <a:pt x="1" y="17"/>
                  </a:cubicBezTo>
                  <a:moveTo>
                    <a:pt x="1" y="17"/>
                  </a:moveTo>
                  <a:cubicBezTo>
                    <a:pt x="1" y="17"/>
                    <a:pt x="1" y="17"/>
                    <a:pt x="1" y="17"/>
                  </a:cubicBezTo>
                  <a:cubicBezTo>
                    <a:pt x="1" y="17"/>
                    <a:pt x="1" y="17"/>
                    <a:pt x="1" y="17"/>
                  </a:cubicBezTo>
                  <a:moveTo>
                    <a:pt x="1" y="16"/>
                  </a:moveTo>
                  <a:cubicBezTo>
                    <a:pt x="1" y="16"/>
                    <a:pt x="1" y="17"/>
                    <a:pt x="1" y="17"/>
                  </a:cubicBezTo>
                  <a:cubicBezTo>
                    <a:pt x="1" y="17"/>
                    <a:pt x="1" y="16"/>
                    <a:pt x="1" y="16"/>
                  </a:cubicBezTo>
                  <a:moveTo>
                    <a:pt x="1" y="16"/>
                  </a:moveTo>
                  <a:cubicBezTo>
                    <a:pt x="1" y="16"/>
                    <a:pt x="1" y="16"/>
                    <a:pt x="1" y="16"/>
                  </a:cubicBezTo>
                  <a:cubicBezTo>
                    <a:pt x="1" y="16"/>
                    <a:pt x="1" y="16"/>
                    <a:pt x="1" y="16"/>
                  </a:cubicBezTo>
                  <a:moveTo>
                    <a:pt x="1" y="15"/>
                  </a:moveTo>
                  <a:cubicBezTo>
                    <a:pt x="1" y="15"/>
                    <a:pt x="1" y="16"/>
                    <a:pt x="1" y="16"/>
                  </a:cubicBezTo>
                  <a:cubicBezTo>
                    <a:pt x="1" y="16"/>
                    <a:pt x="1" y="15"/>
                    <a:pt x="1" y="15"/>
                  </a:cubicBezTo>
                  <a:moveTo>
                    <a:pt x="1" y="15"/>
                  </a:moveTo>
                  <a:cubicBezTo>
                    <a:pt x="1" y="15"/>
                    <a:pt x="1" y="15"/>
                    <a:pt x="1" y="15"/>
                  </a:cubicBezTo>
                  <a:cubicBezTo>
                    <a:pt x="1" y="15"/>
                    <a:pt x="1" y="15"/>
                    <a:pt x="1" y="15"/>
                  </a:cubicBezTo>
                  <a:moveTo>
                    <a:pt x="1" y="15"/>
                  </a:moveTo>
                  <a:cubicBezTo>
                    <a:pt x="1" y="15"/>
                    <a:pt x="1" y="15"/>
                    <a:pt x="1" y="15"/>
                  </a:cubicBezTo>
                  <a:cubicBezTo>
                    <a:pt x="1" y="15"/>
                    <a:pt x="1" y="15"/>
                    <a:pt x="1" y="15"/>
                  </a:cubicBezTo>
                  <a:moveTo>
                    <a:pt x="1" y="14"/>
                  </a:moveTo>
                  <a:cubicBezTo>
                    <a:pt x="1" y="14"/>
                    <a:pt x="1" y="14"/>
                    <a:pt x="1" y="15"/>
                  </a:cubicBezTo>
                  <a:cubicBezTo>
                    <a:pt x="1" y="14"/>
                    <a:pt x="1" y="14"/>
                    <a:pt x="1" y="14"/>
                  </a:cubicBezTo>
                  <a:moveTo>
                    <a:pt x="1" y="14"/>
                  </a:moveTo>
                  <a:cubicBezTo>
                    <a:pt x="1" y="14"/>
                    <a:pt x="1" y="14"/>
                    <a:pt x="1" y="14"/>
                  </a:cubicBezTo>
                  <a:cubicBezTo>
                    <a:pt x="1" y="14"/>
                    <a:pt x="1" y="14"/>
                    <a:pt x="1" y="14"/>
                  </a:cubicBezTo>
                  <a:moveTo>
                    <a:pt x="1" y="14"/>
                  </a:moveTo>
                  <a:cubicBezTo>
                    <a:pt x="1" y="14"/>
                    <a:pt x="1" y="14"/>
                    <a:pt x="1" y="14"/>
                  </a:cubicBezTo>
                  <a:cubicBezTo>
                    <a:pt x="1" y="14"/>
                    <a:pt x="1" y="14"/>
                    <a:pt x="1" y="14"/>
                  </a:cubicBezTo>
                  <a:moveTo>
                    <a:pt x="1" y="14"/>
                  </a:moveTo>
                  <a:cubicBezTo>
                    <a:pt x="1" y="14"/>
                    <a:pt x="1" y="14"/>
                    <a:pt x="1" y="14"/>
                  </a:cubicBezTo>
                  <a:cubicBezTo>
                    <a:pt x="1" y="14"/>
                    <a:pt x="1" y="14"/>
                    <a:pt x="1" y="14"/>
                  </a:cubicBezTo>
                  <a:moveTo>
                    <a:pt x="1" y="13"/>
                  </a:move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1" y="13"/>
                    <a:pt x="1" y="13"/>
                  </a:cubicBezTo>
                  <a:moveTo>
                    <a:pt x="1" y="13"/>
                  </a:move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1" y="13"/>
                    <a:pt x="1" y="13"/>
                  </a:cubicBezTo>
                  <a:moveTo>
                    <a:pt x="1" y="12"/>
                  </a:moveTo>
                  <a:cubicBezTo>
                    <a:pt x="1" y="12"/>
                    <a:pt x="1" y="13"/>
                    <a:pt x="1" y="13"/>
                  </a:cubicBezTo>
                  <a:cubicBezTo>
                    <a:pt x="1" y="13"/>
                    <a:pt x="1" y="12"/>
                    <a:pt x="1" y="12"/>
                  </a:cubicBezTo>
                  <a:moveTo>
                    <a:pt x="1" y="11"/>
                  </a:moveTo>
                  <a:cubicBezTo>
                    <a:pt x="1" y="12"/>
                    <a:pt x="1" y="12"/>
                    <a:pt x="1" y="12"/>
                  </a:cubicBezTo>
                  <a:cubicBezTo>
                    <a:pt x="1" y="12"/>
                    <a:pt x="1" y="12"/>
                    <a:pt x="1" y="11"/>
                  </a:cubicBezTo>
                  <a:moveTo>
                    <a:pt x="1" y="11"/>
                  </a:moveTo>
                  <a:cubicBezTo>
                    <a:pt x="1" y="11"/>
                    <a:pt x="1" y="11"/>
                    <a:pt x="1" y="11"/>
                  </a:cubicBezTo>
                  <a:cubicBezTo>
                    <a:pt x="1" y="11"/>
                    <a:pt x="1" y="11"/>
                    <a:pt x="1" y="11"/>
                  </a:cubicBezTo>
                  <a:moveTo>
                    <a:pt x="1" y="11"/>
                  </a:moveTo>
                  <a:cubicBezTo>
                    <a:pt x="1" y="11"/>
                    <a:pt x="1" y="11"/>
                    <a:pt x="1" y="11"/>
                  </a:cubicBezTo>
                  <a:cubicBezTo>
                    <a:pt x="1" y="11"/>
                    <a:pt x="1" y="11"/>
                    <a:pt x="1" y="11"/>
                  </a:cubicBezTo>
                  <a:moveTo>
                    <a:pt x="1" y="11"/>
                  </a:moveTo>
                  <a:cubicBezTo>
                    <a:pt x="1" y="11"/>
                    <a:pt x="1" y="11"/>
                    <a:pt x="1" y="11"/>
                  </a:cubicBezTo>
                  <a:cubicBezTo>
                    <a:pt x="1" y="11"/>
                    <a:pt x="1" y="11"/>
                    <a:pt x="1" y="11"/>
                  </a:cubicBezTo>
                  <a:moveTo>
                    <a:pt x="1" y="10"/>
                  </a:moveTo>
                  <a:cubicBezTo>
                    <a:pt x="1" y="10"/>
                    <a:pt x="1" y="11"/>
                    <a:pt x="1" y="11"/>
                  </a:cubicBezTo>
                  <a:cubicBezTo>
                    <a:pt x="1" y="11"/>
                    <a:pt x="1" y="10"/>
                    <a:pt x="1" y="10"/>
                  </a:cubicBezTo>
                  <a:moveTo>
                    <a:pt x="1" y="10"/>
                  </a:moveTo>
                  <a:cubicBezTo>
                    <a:pt x="1" y="10"/>
                    <a:pt x="1" y="10"/>
                    <a:pt x="1" y="10"/>
                  </a:cubicBezTo>
                  <a:cubicBezTo>
                    <a:pt x="1" y="10"/>
                    <a:pt x="1" y="10"/>
                    <a:pt x="1" y="10"/>
                  </a:cubicBezTo>
                  <a:moveTo>
                    <a:pt x="1" y="10"/>
                  </a:moveTo>
                  <a:cubicBezTo>
                    <a:pt x="1" y="10"/>
                    <a:pt x="1" y="10"/>
                    <a:pt x="1" y="10"/>
                  </a:cubicBezTo>
                  <a:cubicBezTo>
                    <a:pt x="1" y="10"/>
                    <a:pt x="1" y="10"/>
                    <a:pt x="1" y="10"/>
                  </a:cubicBezTo>
                  <a:moveTo>
                    <a:pt x="2" y="9"/>
                  </a:moveTo>
                  <a:cubicBezTo>
                    <a:pt x="2" y="10"/>
                    <a:pt x="1" y="10"/>
                    <a:pt x="1" y="10"/>
                  </a:cubicBezTo>
                  <a:cubicBezTo>
                    <a:pt x="1" y="10"/>
                    <a:pt x="2" y="10"/>
                    <a:pt x="2" y="9"/>
                  </a:cubicBezTo>
                  <a:moveTo>
                    <a:pt x="2" y="9"/>
                  </a:moveTo>
                  <a:cubicBezTo>
                    <a:pt x="2" y="9"/>
                    <a:pt x="2" y="9"/>
                    <a:pt x="2" y="9"/>
                  </a:cubicBezTo>
                  <a:cubicBezTo>
                    <a:pt x="2" y="9"/>
                    <a:pt x="2" y="9"/>
                    <a:pt x="2" y="9"/>
                  </a:cubicBezTo>
                  <a:moveTo>
                    <a:pt x="2" y="8"/>
                  </a:moveTo>
                  <a:cubicBezTo>
                    <a:pt x="2" y="8"/>
                    <a:pt x="2" y="9"/>
                    <a:pt x="2" y="9"/>
                  </a:cubicBezTo>
                  <a:cubicBezTo>
                    <a:pt x="2" y="9"/>
                    <a:pt x="2" y="8"/>
                    <a:pt x="2" y="8"/>
                  </a:cubicBezTo>
                  <a:moveTo>
                    <a:pt x="2" y="8"/>
                  </a:moveTo>
                  <a:cubicBezTo>
                    <a:pt x="2" y="8"/>
                    <a:pt x="2" y="8"/>
                    <a:pt x="2" y="8"/>
                  </a:cubicBezTo>
                  <a:cubicBezTo>
                    <a:pt x="2" y="8"/>
                    <a:pt x="2" y="8"/>
                    <a:pt x="2" y="8"/>
                  </a:cubicBezTo>
                  <a:moveTo>
                    <a:pt x="2" y="8"/>
                  </a:moveTo>
                  <a:cubicBezTo>
                    <a:pt x="2" y="8"/>
                    <a:pt x="2" y="8"/>
                    <a:pt x="2" y="8"/>
                  </a:cubicBezTo>
                  <a:cubicBezTo>
                    <a:pt x="2" y="8"/>
                    <a:pt x="2" y="8"/>
                    <a:pt x="2" y="8"/>
                  </a:cubicBezTo>
                  <a:moveTo>
                    <a:pt x="2" y="8"/>
                  </a:moveTo>
                  <a:cubicBezTo>
                    <a:pt x="2" y="8"/>
                    <a:pt x="2" y="8"/>
                    <a:pt x="2" y="8"/>
                  </a:cubicBezTo>
                  <a:cubicBezTo>
                    <a:pt x="2" y="8"/>
                    <a:pt x="2" y="8"/>
                    <a:pt x="2" y="8"/>
                  </a:cubicBezTo>
                  <a:moveTo>
                    <a:pt x="2" y="7"/>
                  </a:moveTo>
                  <a:cubicBezTo>
                    <a:pt x="2" y="7"/>
                    <a:pt x="2" y="7"/>
                    <a:pt x="2" y="7"/>
                  </a:cubicBezTo>
                  <a:cubicBezTo>
                    <a:pt x="2" y="7"/>
                    <a:pt x="2" y="7"/>
                    <a:pt x="2" y="7"/>
                  </a:cubicBezTo>
                  <a:moveTo>
                    <a:pt x="2" y="7"/>
                  </a:moveTo>
                  <a:cubicBezTo>
                    <a:pt x="2" y="7"/>
                    <a:pt x="2" y="7"/>
                    <a:pt x="2" y="7"/>
                  </a:cubicBezTo>
                  <a:cubicBezTo>
                    <a:pt x="2" y="7"/>
                    <a:pt x="2" y="7"/>
                    <a:pt x="2" y="7"/>
                  </a:cubicBezTo>
                  <a:moveTo>
                    <a:pt x="2" y="7"/>
                  </a:moveTo>
                  <a:cubicBezTo>
                    <a:pt x="2" y="7"/>
                    <a:pt x="2" y="7"/>
                    <a:pt x="2" y="7"/>
                  </a:cubicBezTo>
                  <a:cubicBezTo>
                    <a:pt x="2" y="7"/>
                    <a:pt x="2" y="7"/>
                    <a:pt x="2" y="7"/>
                  </a:cubicBezTo>
                  <a:moveTo>
                    <a:pt x="2" y="6"/>
                  </a:moveTo>
                  <a:cubicBezTo>
                    <a:pt x="2" y="7"/>
                    <a:pt x="2" y="7"/>
                    <a:pt x="2" y="7"/>
                  </a:cubicBezTo>
                  <a:cubicBezTo>
                    <a:pt x="2" y="7"/>
                    <a:pt x="2" y="7"/>
                    <a:pt x="2" y="6"/>
                  </a:cubicBezTo>
                  <a:moveTo>
                    <a:pt x="2" y="6"/>
                  </a:moveTo>
                  <a:cubicBezTo>
                    <a:pt x="2" y="6"/>
                    <a:pt x="2" y="6"/>
                    <a:pt x="2" y="6"/>
                  </a:cubicBezTo>
                  <a:cubicBezTo>
                    <a:pt x="2" y="6"/>
                    <a:pt x="2" y="6"/>
                    <a:pt x="2" y="6"/>
                  </a:cubicBezTo>
                  <a:moveTo>
                    <a:pt x="2" y="5"/>
                  </a:moveTo>
                  <a:cubicBezTo>
                    <a:pt x="2" y="6"/>
                    <a:pt x="2" y="6"/>
                    <a:pt x="2" y="6"/>
                  </a:cubicBezTo>
                  <a:cubicBezTo>
                    <a:pt x="2" y="6"/>
                    <a:pt x="2" y="6"/>
                    <a:pt x="2" y="5"/>
                  </a:cubicBezTo>
                  <a:moveTo>
                    <a:pt x="2" y="5"/>
                  </a:moveTo>
                  <a:cubicBezTo>
                    <a:pt x="2" y="5"/>
                    <a:pt x="2" y="5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moveTo>
                    <a:pt x="2" y="5"/>
                  </a:moveTo>
                  <a:cubicBezTo>
                    <a:pt x="2" y="5"/>
                    <a:pt x="2" y="5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moveTo>
                    <a:pt x="3" y="4"/>
                  </a:moveTo>
                  <a:cubicBezTo>
                    <a:pt x="3" y="5"/>
                    <a:pt x="3" y="5"/>
                    <a:pt x="3" y="5"/>
                  </a:cubicBezTo>
                  <a:cubicBezTo>
                    <a:pt x="3" y="5"/>
                    <a:pt x="3" y="5"/>
                    <a:pt x="3" y="4"/>
                  </a:cubicBezTo>
                  <a:moveTo>
                    <a:pt x="3" y="4"/>
                  </a:moveTo>
                  <a:cubicBezTo>
                    <a:pt x="3" y="4"/>
                    <a:pt x="3" y="4"/>
                    <a:pt x="3" y="4"/>
                  </a:cubicBezTo>
                  <a:cubicBezTo>
                    <a:pt x="3" y="4"/>
                    <a:pt x="3" y="4"/>
                    <a:pt x="3" y="4"/>
                  </a:cubicBezTo>
                  <a:moveTo>
                    <a:pt x="3" y="4"/>
                  </a:moveTo>
                  <a:cubicBezTo>
                    <a:pt x="3" y="4"/>
                    <a:pt x="3" y="4"/>
                    <a:pt x="3" y="4"/>
                  </a:cubicBezTo>
                  <a:cubicBezTo>
                    <a:pt x="3" y="4"/>
                    <a:pt x="3" y="4"/>
                    <a:pt x="3" y="4"/>
                  </a:cubicBezTo>
                  <a:moveTo>
                    <a:pt x="3" y="4"/>
                  </a:moveTo>
                  <a:cubicBezTo>
                    <a:pt x="3" y="4"/>
                    <a:pt x="3" y="4"/>
                    <a:pt x="3" y="4"/>
                  </a:cubicBezTo>
                  <a:cubicBezTo>
                    <a:pt x="3" y="4"/>
                    <a:pt x="3" y="4"/>
                    <a:pt x="3" y="4"/>
                  </a:cubicBezTo>
                  <a:moveTo>
                    <a:pt x="3" y="3"/>
                  </a:moveTo>
                  <a:cubicBezTo>
                    <a:pt x="3" y="3"/>
                    <a:pt x="3" y="4"/>
                    <a:pt x="3" y="4"/>
                  </a:cubicBezTo>
                  <a:cubicBezTo>
                    <a:pt x="3" y="4"/>
                    <a:pt x="3" y="3"/>
                    <a:pt x="3" y="3"/>
                  </a:cubicBezTo>
                  <a:moveTo>
                    <a:pt x="3" y="3"/>
                  </a:moveTo>
                  <a:cubicBezTo>
                    <a:pt x="3" y="3"/>
                    <a:pt x="3" y="3"/>
                    <a:pt x="3" y="3"/>
                  </a:cubicBezTo>
                  <a:cubicBezTo>
                    <a:pt x="3" y="3"/>
                    <a:pt x="3" y="3"/>
                    <a:pt x="3" y="3"/>
                  </a:cubicBezTo>
                  <a:moveTo>
                    <a:pt x="3" y="3"/>
                  </a:moveTo>
                  <a:cubicBezTo>
                    <a:pt x="3" y="3"/>
                    <a:pt x="3" y="3"/>
                    <a:pt x="3" y="3"/>
                  </a:cubicBezTo>
                  <a:cubicBezTo>
                    <a:pt x="3" y="3"/>
                    <a:pt x="3" y="3"/>
                    <a:pt x="3" y="3"/>
                  </a:cubicBezTo>
                  <a:moveTo>
                    <a:pt x="3" y="3"/>
                  </a:moveTo>
                  <a:cubicBezTo>
                    <a:pt x="3" y="3"/>
                    <a:pt x="3" y="3"/>
                    <a:pt x="3" y="3"/>
                  </a:cubicBezTo>
                  <a:cubicBezTo>
                    <a:pt x="3" y="3"/>
                    <a:pt x="3" y="3"/>
                    <a:pt x="3" y="3"/>
                  </a:cubicBezTo>
                  <a:moveTo>
                    <a:pt x="3" y="2"/>
                  </a:moveTo>
                  <a:cubicBezTo>
                    <a:pt x="3" y="2"/>
                    <a:pt x="3" y="2"/>
                    <a:pt x="3" y="2"/>
                  </a:cubicBezTo>
                  <a:cubicBezTo>
                    <a:pt x="3" y="2"/>
                    <a:pt x="3" y="2"/>
                    <a:pt x="3" y="2"/>
                  </a:cubicBezTo>
                  <a:moveTo>
                    <a:pt x="3" y="2"/>
                  </a:moveTo>
                  <a:cubicBezTo>
                    <a:pt x="3" y="2"/>
                    <a:pt x="3" y="2"/>
                    <a:pt x="3" y="2"/>
                  </a:cubicBezTo>
                  <a:cubicBezTo>
                    <a:pt x="3" y="2"/>
                    <a:pt x="3" y="2"/>
                    <a:pt x="3" y="2"/>
                  </a:cubicBezTo>
                  <a:moveTo>
                    <a:pt x="3" y="2"/>
                  </a:moveTo>
                  <a:cubicBezTo>
                    <a:pt x="3" y="2"/>
                    <a:pt x="3" y="2"/>
                    <a:pt x="3" y="2"/>
                  </a:cubicBezTo>
                  <a:cubicBezTo>
                    <a:pt x="3" y="2"/>
                    <a:pt x="3" y="2"/>
                    <a:pt x="3" y="2"/>
                  </a:cubicBezTo>
                  <a:moveTo>
                    <a:pt x="3" y="1"/>
                  </a:moveTo>
                  <a:cubicBezTo>
                    <a:pt x="3" y="1"/>
                    <a:pt x="3" y="2"/>
                    <a:pt x="3" y="2"/>
                  </a:cubicBezTo>
                  <a:cubicBezTo>
                    <a:pt x="3" y="2"/>
                    <a:pt x="3" y="1"/>
                    <a:pt x="3" y="1"/>
                  </a:cubicBezTo>
                  <a:moveTo>
                    <a:pt x="3" y="1"/>
                  </a:moveTo>
                  <a:cubicBezTo>
                    <a:pt x="3" y="1"/>
                    <a:pt x="3" y="1"/>
                    <a:pt x="3" y="1"/>
                  </a:cubicBezTo>
                  <a:cubicBezTo>
                    <a:pt x="3" y="1"/>
                    <a:pt x="3" y="1"/>
                    <a:pt x="3" y="1"/>
                  </a:cubicBezTo>
                  <a:moveTo>
                    <a:pt x="3" y="1"/>
                  </a:moveTo>
                  <a:cubicBezTo>
                    <a:pt x="3" y="1"/>
                    <a:pt x="3" y="1"/>
                    <a:pt x="3" y="1"/>
                  </a:cubicBezTo>
                  <a:cubicBezTo>
                    <a:pt x="3" y="1"/>
                    <a:pt x="3" y="1"/>
                    <a:pt x="3" y="1"/>
                  </a:cubicBezTo>
                  <a:moveTo>
                    <a:pt x="4" y="1"/>
                  </a:moveTo>
                  <a:cubicBezTo>
                    <a:pt x="4" y="1"/>
                    <a:pt x="4" y="1"/>
                    <a:pt x="4" y="1"/>
                  </a:cubicBezTo>
                  <a:cubicBezTo>
                    <a:pt x="4" y="1"/>
                    <a:pt x="4" y="1"/>
                    <a:pt x="4" y="1"/>
                  </a:cubicBezTo>
                  <a:moveTo>
                    <a:pt x="4" y="0"/>
                  </a:moveTo>
                  <a:cubicBezTo>
                    <a:pt x="4" y="0"/>
                    <a:pt x="4" y="0"/>
                    <a:pt x="4" y="1"/>
                  </a:cubicBezTo>
                  <a:cubicBezTo>
                    <a:pt x="4" y="0"/>
                    <a:pt x="4" y="0"/>
                    <a:pt x="4" y="0"/>
                  </a:cubicBezTo>
                  <a:moveTo>
                    <a:pt x="4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4" y="0"/>
                    <a:pt x="4" y="0"/>
                    <a:pt x="4" y="0"/>
                  </a:cubicBezTo>
                </a:path>
              </a:pathLst>
            </a:custGeom>
            <a:solidFill>
              <a:srgbClr val="E56A0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C75428FF-0A84-4E2E-92DA-584511ABC382}"/>
                </a:ext>
              </a:extLst>
            </p:cNvPr>
            <p:cNvGrpSpPr/>
            <p:nvPr/>
          </p:nvGrpSpPr>
          <p:grpSpPr>
            <a:xfrm>
              <a:off x="2498725" y="5334391"/>
              <a:ext cx="568325" cy="566738"/>
              <a:chOff x="2498725" y="5334391"/>
              <a:chExt cx="568325" cy="566738"/>
            </a:xfrm>
          </p:grpSpPr>
          <p:sp>
            <p:nvSpPr>
              <p:cNvPr id="222" name="Freeform 88"/>
              <p:cNvSpPr>
                <a:spLocks/>
              </p:cNvSpPr>
              <p:nvPr/>
            </p:nvSpPr>
            <p:spPr bwMode="auto">
              <a:xfrm>
                <a:off x="2498725" y="5334391"/>
                <a:ext cx="568325" cy="566738"/>
              </a:xfrm>
              <a:custGeom>
                <a:avLst/>
                <a:gdLst>
                  <a:gd name="T0" fmla="*/ 116 w 232"/>
                  <a:gd name="T1" fmla="*/ 232 h 232"/>
                  <a:gd name="T2" fmla="*/ 232 w 232"/>
                  <a:gd name="T3" fmla="*/ 116 h 232"/>
                  <a:gd name="T4" fmla="*/ 116 w 232"/>
                  <a:gd name="T5" fmla="*/ 0 h 232"/>
                  <a:gd name="T6" fmla="*/ 0 w 232"/>
                  <a:gd name="T7" fmla="*/ 116 h 232"/>
                  <a:gd name="T8" fmla="*/ 116 w 232"/>
                  <a:gd name="T9" fmla="*/ 232 h 2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32" h="232">
                    <a:moveTo>
                      <a:pt x="116" y="232"/>
                    </a:moveTo>
                    <a:cubicBezTo>
                      <a:pt x="180" y="232"/>
                      <a:pt x="232" y="180"/>
                      <a:pt x="232" y="116"/>
                    </a:cubicBezTo>
                    <a:cubicBezTo>
                      <a:pt x="232" y="52"/>
                      <a:pt x="180" y="0"/>
                      <a:pt x="116" y="0"/>
                    </a:cubicBezTo>
                    <a:cubicBezTo>
                      <a:pt x="52" y="0"/>
                      <a:pt x="0" y="53"/>
                      <a:pt x="0" y="116"/>
                    </a:cubicBezTo>
                    <a:cubicBezTo>
                      <a:pt x="0" y="180"/>
                      <a:pt x="52" y="232"/>
                      <a:pt x="116" y="232"/>
                    </a:cubicBezTo>
                  </a:path>
                </a:pathLst>
              </a:custGeom>
              <a:solidFill>
                <a:srgbClr val="F2A01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223" name="Oval 89"/>
              <p:cNvSpPr>
                <a:spLocks noChangeArrowheads="1"/>
              </p:cNvSpPr>
              <p:nvPr/>
            </p:nvSpPr>
            <p:spPr bwMode="auto">
              <a:xfrm>
                <a:off x="2555875" y="5389953"/>
                <a:ext cx="457200" cy="457200"/>
              </a:xfrm>
              <a:prstGeom prst="ellipse">
                <a:avLst/>
              </a:prstGeom>
              <a:solidFill>
                <a:srgbClr val="FFD57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224" name="Freeform 90"/>
              <p:cNvSpPr>
                <a:spLocks noEditPoints="1"/>
              </p:cNvSpPr>
              <p:nvPr/>
            </p:nvSpPr>
            <p:spPr bwMode="auto">
              <a:xfrm>
                <a:off x="2555875" y="5548703"/>
                <a:ext cx="9525" cy="127000"/>
              </a:xfrm>
              <a:custGeom>
                <a:avLst/>
                <a:gdLst>
                  <a:gd name="T0" fmla="*/ 3 w 4"/>
                  <a:gd name="T1" fmla="*/ 52 h 52"/>
                  <a:gd name="T2" fmla="*/ 3 w 4"/>
                  <a:gd name="T3" fmla="*/ 52 h 52"/>
                  <a:gd name="T4" fmla="*/ 3 w 4"/>
                  <a:gd name="T5" fmla="*/ 52 h 52"/>
                  <a:gd name="T6" fmla="*/ 3 w 4"/>
                  <a:gd name="T7" fmla="*/ 51 h 52"/>
                  <a:gd name="T8" fmla="*/ 2 w 4"/>
                  <a:gd name="T9" fmla="*/ 51 h 52"/>
                  <a:gd name="T10" fmla="*/ 2 w 4"/>
                  <a:gd name="T11" fmla="*/ 51 h 52"/>
                  <a:gd name="T12" fmla="*/ 2 w 4"/>
                  <a:gd name="T13" fmla="*/ 51 h 52"/>
                  <a:gd name="T14" fmla="*/ 2 w 4"/>
                  <a:gd name="T15" fmla="*/ 50 h 52"/>
                  <a:gd name="T16" fmla="*/ 2 w 4"/>
                  <a:gd name="T17" fmla="*/ 50 h 52"/>
                  <a:gd name="T18" fmla="*/ 2 w 4"/>
                  <a:gd name="T19" fmla="*/ 50 h 52"/>
                  <a:gd name="T20" fmla="*/ 2 w 4"/>
                  <a:gd name="T21" fmla="*/ 49 h 52"/>
                  <a:gd name="T22" fmla="*/ 2 w 4"/>
                  <a:gd name="T23" fmla="*/ 49 h 52"/>
                  <a:gd name="T24" fmla="*/ 2 w 4"/>
                  <a:gd name="T25" fmla="*/ 49 h 52"/>
                  <a:gd name="T26" fmla="*/ 2 w 4"/>
                  <a:gd name="T27" fmla="*/ 49 h 52"/>
                  <a:gd name="T28" fmla="*/ 2 w 4"/>
                  <a:gd name="T29" fmla="*/ 49 h 52"/>
                  <a:gd name="T30" fmla="*/ 2 w 4"/>
                  <a:gd name="T31" fmla="*/ 49 h 52"/>
                  <a:gd name="T32" fmla="*/ 2 w 4"/>
                  <a:gd name="T33" fmla="*/ 48 h 52"/>
                  <a:gd name="T34" fmla="*/ 2 w 4"/>
                  <a:gd name="T35" fmla="*/ 48 h 52"/>
                  <a:gd name="T36" fmla="*/ 2 w 4"/>
                  <a:gd name="T37" fmla="*/ 48 h 52"/>
                  <a:gd name="T38" fmla="*/ 0 w 4"/>
                  <a:gd name="T39" fmla="*/ 35 h 52"/>
                  <a:gd name="T40" fmla="*/ 0 w 4"/>
                  <a:gd name="T41" fmla="*/ 35 h 52"/>
                  <a:gd name="T42" fmla="*/ 0 w 4"/>
                  <a:gd name="T43" fmla="*/ 35 h 52"/>
                  <a:gd name="T44" fmla="*/ 0 w 4"/>
                  <a:gd name="T45" fmla="*/ 33 h 52"/>
                  <a:gd name="T46" fmla="*/ 0 w 4"/>
                  <a:gd name="T47" fmla="*/ 33 h 52"/>
                  <a:gd name="T48" fmla="*/ 0 w 4"/>
                  <a:gd name="T49" fmla="*/ 33 h 52"/>
                  <a:gd name="T50" fmla="*/ 0 w 4"/>
                  <a:gd name="T51" fmla="*/ 32 h 52"/>
                  <a:gd name="T52" fmla="*/ 0 w 4"/>
                  <a:gd name="T53" fmla="*/ 32 h 52"/>
                  <a:gd name="T54" fmla="*/ 0 w 4"/>
                  <a:gd name="T55" fmla="*/ 32 h 52"/>
                  <a:gd name="T56" fmla="*/ 0 w 4"/>
                  <a:gd name="T57" fmla="*/ 32 h 52"/>
                  <a:gd name="T58" fmla="*/ 0 w 4"/>
                  <a:gd name="T59" fmla="*/ 32 h 52"/>
                  <a:gd name="T60" fmla="*/ 0 w 4"/>
                  <a:gd name="T61" fmla="*/ 32 h 52"/>
                  <a:gd name="T62" fmla="*/ 0 w 4"/>
                  <a:gd name="T63" fmla="*/ 31 h 52"/>
                  <a:gd name="T64" fmla="*/ 0 w 4"/>
                  <a:gd name="T65" fmla="*/ 31 h 52"/>
                  <a:gd name="T66" fmla="*/ 0 w 4"/>
                  <a:gd name="T67" fmla="*/ 30 h 52"/>
                  <a:gd name="T68" fmla="*/ 0 w 4"/>
                  <a:gd name="T69" fmla="*/ 30 h 52"/>
                  <a:gd name="T70" fmla="*/ 0 w 4"/>
                  <a:gd name="T71" fmla="*/ 30 h 52"/>
                  <a:gd name="T72" fmla="*/ 0 w 4"/>
                  <a:gd name="T73" fmla="*/ 30 h 52"/>
                  <a:gd name="T74" fmla="*/ 0 w 4"/>
                  <a:gd name="T75" fmla="*/ 29 h 52"/>
                  <a:gd name="T76" fmla="*/ 0 w 4"/>
                  <a:gd name="T77" fmla="*/ 29 h 52"/>
                  <a:gd name="T78" fmla="*/ 0 w 4"/>
                  <a:gd name="T79" fmla="*/ 29 h 52"/>
                  <a:gd name="T80" fmla="*/ 0 w 4"/>
                  <a:gd name="T81" fmla="*/ 29 h 52"/>
                  <a:gd name="T82" fmla="*/ 0 w 4"/>
                  <a:gd name="T83" fmla="*/ 29 h 52"/>
                  <a:gd name="T84" fmla="*/ 0 w 4"/>
                  <a:gd name="T85" fmla="*/ 29 h 52"/>
                  <a:gd name="T86" fmla="*/ 0 w 4"/>
                  <a:gd name="T87" fmla="*/ 28 h 52"/>
                  <a:gd name="T88" fmla="*/ 0 w 4"/>
                  <a:gd name="T89" fmla="*/ 28 h 52"/>
                  <a:gd name="T90" fmla="*/ 4 w 4"/>
                  <a:gd name="T91" fmla="*/ 1 h 52"/>
                  <a:gd name="T92" fmla="*/ 4 w 4"/>
                  <a:gd name="T93" fmla="*/ 1 h 52"/>
                  <a:gd name="T94" fmla="*/ 4 w 4"/>
                  <a:gd name="T95" fmla="*/ 1 h 52"/>
                  <a:gd name="T96" fmla="*/ 4 w 4"/>
                  <a:gd name="T97" fmla="*/ 1 h 52"/>
                  <a:gd name="T98" fmla="*/ 4 w 4"/>
                  <a:gd name="T99" fmla="*/ 1 h 52"/>
                  <a:gd name="T100" fmla="*/ 4 w 4"/>
                  <a:gd name="T101" fmla="*/ 1 h 52"/>
                  <a:gd name="T102" fmla="*/ 4 w 4"/>
                  <a:gd name="T103" fmla="*/ 0 h 52"/>
                  <a:gd name="T104" fmla="*/ 4 w 4"/>
                  <a:gd name="T105" fmla="*/ 0 h 52"/>
                  <a:gd name="T106" fmla="*/ 4 w 4"/>
                  <a:gd name="T107" fmla="*/ 0 h 52"/>
                  <a:gd name="T108" fmla="*/ 4 w 4"/>
                  <a:gd name="T109" fmla="*/ 0 h 52"/>
                  <a:gd name="T110" fmla="*/ 4 w 4"/>
                  <a:gd name="T111" fmla="*/ 0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</a:cxnLst>
                <a:rect l="0" t="0" r="r" b="b"/>
                <a:pathLst>
                  <a:path w="4" h="52">
                    <a:moveTo>
                      <a:pt x="3" y="52"/>
                    </a:moveTo>
                    <a:cubicBezTo>
                      <a:pt x="3" y="52"/>
                      <a:pt x="3" y="52"/>
                      <a:pt x="3" y="52"/>
                    </a:cubicBezTo>
                    <a:cubicBezTo>
                      <a:pt x="3" y="52"/>
                      <a:pt x="3" y="52"/>
                      <a:pt x="3" y="52"/>
                    </a:cubicBezTo>
                    <a:moveTo>
                      <a:pt x="3" y="52"/>
                    </a:moveTo>
                    <a:cubicBezTo>
                      <a:pt x="3" y="52"/>
                      <a:pt x="3" y="52"/>
                      <a:pt x="3" y="52"/>
                    </a:cubicBezTo>
                    <a:cubicBezTo>
                      <a:pt x="3" y="52"/>
                      <a:pt x="3" y="52"/>
                      <a:pt x="3" y="52"/>
                    </a:cubicBezTo>
                    <a:moveTo>
                      <a:pt x="3" y="51"/>
                    </a:moveTo>
                    <a:cubicBezTo>
                      <a:pt x="3" y="51"/>
                      <a:pt x="3" y="51"/>
                      <a:pt x="3" y="51"/>
                    </a:cubicBezTo>
                    <a:cubicBezTo>
                      <a:pt x="3" y="51"/>
                      <a:pt x="3" y="51"/>
                      <a:pt x="3" y="51"/>
                    </a:cubicBezTo>
                    <a:moveTo>
                      <a:pt x="2" y="51"/>
                    </a:moveTo>
                    <a:cubicBezTo>
                      <a:pt x="2" y="51"/>
                      <a:pt x="2" y="51"/>
                      <a:pt x="2" y="51"/>
                    </a:cubicBezTo>
                    <a:cubicBezTo>
                      <a:pt x="2" y="51"/>
                      <a:pt x="2" y="51"/>
                      <a:pt x="2" y="51"/>
                    </a:cubicBezTo>
                    <a:moveTo>
                      <a:pt x="2" y="51"/>
                    </a:moveTo>
                    <a:cubicBezTo>
                      <a:pt x="2" y="51"/>
                      <a:pt x="2" y="51"/>
                      <a:pt x="2" y="51"/>
                    </a:cubicBezTo>
                    <a:cubicBezTo>
                      <a:pt x="2" y="51"/>
                      <a:pt x="2" y="51"/>
                      <a:pt x="2" y="51"/>
                    </a:cubicBezTo>
                    <a:moveTo>
                      <a:pt x="2" y="50"/>
                    </a:moveTo>
                    <a:cubicBezTo>
                      <a:pt x="2" y="50"/>
                      <a:pt x="2" y="51"/>
                      <a:pt x="2" y="51"/>
                    </a:cubicBezTo>
                    <a:cubicBezTo>
                      <a:pt x="2" y="51"/>
                      <a:pt x="2" y="50"/>
                      <a:pt x="2" y="50"/>
                    </a:cubicBezTo>
                    <a:moveTo>
                      <a:pt x="2" y="50"/>
                    </a:moveTo>
                    <a:cubicBezTo>
                      <a:pt x="2" y="50"/>
                      <a:pt x="2" y="50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moveTo>
                      <a:pt x="2" y="49"/>
                    </a:moveTo>
                    <a:cubicBezTo>
                      <a:pt x="2" y="50"/>
                      <a:pt x="2" y="50"/>
                      <a:pt x="2" y="50"/>
                    </a:cubicBezTo>
                    <a:cubicBezTo>
                      <a:pt x="2" y="50"/>
                      <a:pt x="2" y="50"/>
                      <a:pt x="2" y="49"/>
                    </a:cubicBezTo>
                    <a:moveTo>
                      <a:pt x="2" y="49"/>
                    </a:moveTo>
                    <a:cubicBezTo>
                      <a:pt x="2" y="49"/>
                      <a:pt x="2" y="49"/>
                      <a:pt x="2" y="49"/>
                    </a:cubicBezTo>
                    <a:cubicBezTo>
                      <a:pt x="2" y="49"/>
                      <a:pt x="2" y="49"/>
                      <a:pt x="2" y="49"/>
                    </a:cubicBezTo>
                    <a:moveTo>
                      <a:pt x="2" y="49"/>
                    </a:moveTo>
                    <a:cubicBezTo>
                      <a:pt x="2" y="49"/>
                      <a:pt x="2" y="49"/>
                      <a:pt x="2" y="49"/>
                    </a:cubicBezTo>
                    <a:cubicBezTo>
                      <a:pt x="2" y="49"/>
                      <a:pt x="2" y="49"/>
                      <a:pt x="2" y="49"/>
                    </a:cubicBezTo>
                    <a:moveTo>
                      <a:pt x="2" y="49"/>
                    </a:moveTo>
                    <a:cubicBezTo>
                      <a:pt x="2" y="49"/>
                      <a:pt x="2" y="49"/>
                      <a:pt x="2" y="49"/>
                    </a:cubicBezTo>
                    <a:cubicBezTo>
                      <a:pt x="2" y="49"/>
                      <a:pt x="2" y="49"/>
                      <a:pt x="2" y="49"/>
                    </a:cubicBezTo>
                    <a:moveTo>
                      <a:pt x="2" y="48"/>
                    </a:moveTo>
                    <a:cubicBezTo>
                      <a:pt x="2" y="48"/>
                      <a:pt x="2" y="49"/>
                      <a:pt x="2" y="49"/>
                    </a:cubicBezTo>
                    <a:cubicBezTo>
                      <a:pt x="2" y="49"/>
                      <a:pt x="2" y="48"/>
                      <a:pt x="2" y="48"/>
                    </a:cubicBezTo>
                    <a:moveTo>
                      <a:pt x="2" y="48"/>
                    </a:moveTo>
                    <a:cubicBezTo>
                      <a:pt x="2" y="48"/>
                      <a:pt x="2" y="48"/>
                      <a:pt x="2" y="48"/>
                    </a:cubicBezTo>
                    <a:cubicBezTo>
                      <a:pt x="2" y="48"/>
                      <a:pt x="2" y="48"/>
                      <a:pt x="2" y="48"/>
                    </a:cubicBezTo>
                    <a:moveTo>
                      <a:pt x="0" y="35"/>
                    </a:moveTo>
                    <a:cubicBezTo>
                      <a:pt x="0" y="40"/>
                      <a:pt x="1" y="44"/>
                      <a:pt x="2" y="48"/>
                    </a:cubicBezTo>
                    <a:cubicBezTo>
                      <a:pt x="1" y="44"/>
                      <a:pt x="0" y="40"/>
                      <a:pt x="0" y="35"/>
                    </a:cubicBezTo>
                    <a:moveTo>
                      <a:pt x="0" y="33"/>
                    </a:moveTo>
                    <a:cubicBezTo>
                      <a:pt x="0" y="34"/>
                      <a:pt x="0" y="35"/>
                      <a:pt x="0" y="35"/>
                    </a:cubicBezTo>
                    <a:cubicBezTo>
                      <a:pt x="0" y="35"/>
                      <a:pt x="0" y="34"/>
                      <a:pt x="0" y="33"/>
                    </a:cubicBezTo>
                    <a:moveTo>
                      <a:pt x="0" y="33"/>
                    </a:moveTo>
                    <a:cubicBezTo>
                      <a:pt x="0" y="33"/>
                      <a:pt x="0" y="33"/>
                      <a:pt x="0" y="33"/>
                    </a:cubicBezTo>
                    <a:cubicBezTo>
                      <a:pt x="0" y="33"/>
                      <a:pt x="0" y="33"/>
                      <a:pt x="0" y="33"/>
                    </a:cubicBezTo>
                    <a:moveTo>
                      <a:pt x="0" y="33"/>
                    </a:moveTo>
                    <a:cubicBezTo>
                      <a:pt x="0" y="33"/>
                      <a:pt x="0" y="33"/>
                      <a:pt x="0" y="33"/>
                    </a:cubicBezTo>
                    <a:cubicBezTo>
                      <a:pt x="0" y="33"/>
                      <a:pt x="0" y="33"/>
                      <a:pt x="0" y="33"/>
                    </a:cubicBezTo>
                    <a:moveTo>
                      <a:pt x="0" y="32"/>
                    </a:moveTo>
                    <a:cubicBezTo>
                      <a:pt x="0" y="32"/>
                      <a:pt x="0" y="33"/>
                      <a:pt x="0" y="33"/>
                    </a:cubicBezTo>
                    <a:cubicBezTo>
                      <a:pt x="0" y="33"/>
                      <a:pt x="0" y="32"/>
                      <a:pt x="0" y="32"/>
                    </a:cubicBezTo>
                    <a:moveTo>
                      <a:pt x="0" y="32"/>
                    </a:moveTo>
                    <a:cubicBezTo>
                      <a:pt x="0" y="32"/>
                      <a:pt x="0" y="32"/>
                      <a:pt x="0" y="32"/>
                    </a:cubicBezTo>
                    <a:cubicBezTo>
                      <a:pt x="0" y="32"/>
                      <a:pt x="0" y="32"/>
                      <a:pt x="0" y="32"/>
                    </a:cubicBezTo>
                    <a:moveTo>
                      <a:pt x="0" y="32"/>
                    </a:moveTo>
                    <a:cubicBezTo>
                      <a:pt x="0" y="32"/>
                      <a:pt x="0" y="32"/>
                      <a:pt x="0" y="32"/>
                    </a:cubicBezTo>
                    <a:cubicBezTo>
                      <a:pt x="0" y="32"/>
                      <a:pt x="0" y="32"/>
                      <a:pt x="0" y="32"/>
                    </a:cubicBezTo>
                    <a:moveTo>
                      <a:pt x="0" y="31"/>
                    </a:moveTo>
                    <a:cubicBezTo>
                      <a:pt x="0" y="31"/>
                      <a:pt x="0" y="31"/>
                      <a:pt x="0" y="32"/>
                    </a:cubicBezTo>
                    <a:cubicBezTo>
                      <a:pt x="0" y="31"/>
                      <a:pt x="0" y="31"/>
                      <a:pt x="0" y="31"/>
                    </a:cubicBezTo>
                    <a:moveTo>
                      <a:pt x="0" y="31"/>
                    </a:moveTo>
                    <a:cubicBezTo>
                      <a:pt x="0" y="31"/>
                      <a:pt x="0" y="31"/>
                      <a:pt x="0" y="31"/>
                    </a:cubicBezTo>
                    <a:cubicBezTo>
                      <a:pt x="0" y="31"/>
                      <a:pt x="0" y="31"/>
                      <a:pt x="0" y="31"/>
                    </a:cubicBezTo>
                    <a:moveTo>
                      <a:pt x="0" y="30"/>
                    </a:moveTo>
                    <a:cubicBezTo>
                      <a:pt x="0" y="30"/>
                      <a:pt x="0" y="30"/>
                      <a:pt x="0" y="30"/>
                    </a:cubicBezTo>
                    <a:cubicBezTo>
                      <a:pt x="0" y="30"/>
                      <a:pt x="0" y="30"/>
                      <a:pt x="0" y="30"/>
                    </a:cubicBezTo>
                    <a:moveTo>
                      <a:pt x="0" y="30"/>
                    </a:moveTo>
                    <a:cubicBezTo>
                      <a:pt x="0" y="30"/>
                      <a:pt x="0" y="30"/>
                      <a:pt x="0" y="30"/>
                    </a:cubicBezTo>
                    <a:cubicBezTo>
                      <a:pt x="0" y="30"/>
                      <a:pt x="0" y="30"/>
                      <a:pt x="0" y="30"/>
                    </a:cubicBezTo>
                    <a:moveTo>
                      <a:pt x="0" y="30"/>
                    </a:moveTo>
                    <a:cubicBezTo>
                      <a:pt x="0" y="30"/>
                      <a:pt x="0" y="30"/>
                      <a:pt x="0" y="30"/>
                    </a:cubicBezTo>
                    <a:cubicBezTo>
                      <a:pt x="0" y="30"/>
                      <a:pt x="0" y="30"/>
                      <a:pt x="0" y="30"/>
                    </a:cubicBezTo>
                    <a:moveTo>
                      <a:pt x="0" y="29"/>
                    </a:moveTo>
                    <a:cubicBezTo>
                      <a:pt x="0" y="29"/>
                      <a:pt x="0" y="30"/>
                      <a:pt x="0" y="30"/>
                    </a:cubicBezTo>
                    <a:cubicBezTo>
                      <a:pt x="0" y="30"/>
                      <a:pt x="0" y="29"/>
                      <a:pt x="0" y="29"/>
                    </a:cubicBezTo>
                    <a:moveTo>
                      <a:pt x="0" y="29"/>
                    </a:moveTo>
                    <a:cubicBezTo>
                      <a:pt x="0" y="29"/>
                      <a:pt x="0" y="29"/>
                      <a:pt x="0" y="29"/>
                    </a:cubicBezTo>
                    <a:cubicBezTo>
                      <a:pt x="0" y="29"/>
                      <a:pt x="0" y="29"/>
                      <a:pt x="0" y="29"/>
                    </a:cubicBezTo>
                    <a:moveTo>
                      <a:pt x="0" y="29"/>
                    </a:moveTo>
                    <a:cubicBezTo>
                      <a:pt x="0" y="29"/>
                      <a:pt x="0" y="29"/>
                      <a:pt x="0" y="29"/>
                    </a:cubicBezTo>
                    <a:cubicBezTo>
                      <a:pt x="0" y="29"/>
                      <a:pt x="0" y="29"/>
                      <a:pt x="0" y="29"/>
                    </a:cubicBezTo>
                    <a:moveTo>
                      <a:pt x="0" y="28"/>
                    </a:moveTo>
                    <a:cubicBezTo>
                      <a:pt x="0" y="29"/>
                      <a:pt x="0" y="29"/>
                      <a:pt x="0" y="29"/>
                    </a:cubicBezTo>
                    <a:cubicBezTo>
                      <a:pt x="0" y="29"/>
                      <a:pt x="0" y="29"/>
                      <a:pt x="0" y="28"/>
                    </a:cubicBezTo>
                    <a:moveTo>
                      <a:pt x="0" y="28"/>
                    </a:moveTo>
                    <a:cubicBezTo>
                      <a:pt x="0" y="28"/>
                      <a:pt x="0" y="28"/>
                      <a:pt x="0" y="28"/>
                    </a:cubicBezTo>
                    <a:cubicBezTo>
                      <a:pt x="0" y="28"/>
                      <a:pt x="0" y="28"/>
                      <a:pt x="0" y="28"/>
                    </a:cubicBezTo>
                    <a:cubicBezTo>
                      <a:pt x="0" y="28"/>
                      <a:pt x="0" y="28"/>
                      <a:pt x="0" y="28"/>
                    </a:cubicBezTo>
                    <a:moveTo>
                      <a:pt x="4" y="1"/>
                    </a:moveTo>
                    <a:cubicBezTo>
                      <a:pt x="1" y="10"/>
                      <a:pt x="0" y="19"/>
                      <a:pt x="0" y="28"/>
                    </a:cubicBezTo>
                    <a:cubicBezTo>
                      <a:pt x="0" y="19"/>
                      <a:pt x="1" y="10"/>
                      <a:pt x="4" y="1"/>
                    </a:cubicBezTo>
                    <a:moveTo>
                      <a:pt x="4" y="1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4" y="1"/>
                      <a:pt x="4" y="1"/>
                    </a:cubicBezTo>
                    <a:moveTo>
                      <a:pt x="4" y="1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4" y="1"/>
                      <a:pt x="4" y="1"/>
                    </a:cubicBezTo>
                    <a:moveTo>
                      <a:pt x="4" y="1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4" y="1"/>
                      <a:pt x="4" y="1"/>
                    </a:cubicBezTo>
                    <a:moveTo>
                      <a:pt x="4" y="0"/>
                    </a:moveTo>
                    <a:cubicBezTo>
                      <a:pt x="4" y="0"/>
                      <a:pt x="4" y="1"/>
                      <a:pt x="4" y="1"/>
                    </a:cubicBezTo>
                    <a:cubicBezTo>
                      <a:pt x="4" y="1"/>
                      <a:pt x="4" y="0"/>
                      <a:pt x="4" y="0"/>
                    </a:cubicBezTo>
                    <a:moveTo>
                      <a:pt x="4" y="0"/>
                    </a:moveTo>
                    <a:cubicBezTo>
                      <a:pt x="4" y="0"/>
                      <a:pt x="4" y="0"/>
                      <a:pt x="4" y="0"/>
                    </a:cubicBezTo>
                    <a:cubicBezTo>
                      <a:pt x="4" y="0"/>
                      <a:pt x="4" y="0"/>
                      <a:pt x="4" y="0"/>
                    </a:cubicBezTo>
                    <a:moveTo>
                      <a:pt x="4" y="0"/>
                    </a:moveTo>
                    <a:cubicBezTo>
                      <a:pt x="4" y="0"/>
                      <a:pt x="4" y="0"/>
                      <a:pt x="4" y="0"/>
                    </a:cubicBezTo>
                    <a:cubicBezTo>
                      <a:pt x="4" y="0"/>
                      <a:pt x="4" y="0"/>
                      <a:pt x="4" y="0"/>
                    </a:cubicBezTo>
                  </a:path>
                </a:pathLst>
              </a:custGeom>
              <a:solidFill>
                <a:srgbClr val="E56A0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225" name="Freeform 91"/>
              <p:cNvSpPr>
                <a:spLocks/>
              </p:cNvSpPr>
              <p:nvPr/>
            </p:nvSpPr>
            <p:spPr bwMode="auto">
              <a:xfrm>
                <a:off x="2555875" y="5416941"/>
                <a:ext cx="190500" cy="428625"/>
              </a:xfrm>
              <a:custGeom>
                <a:avLst/>
                <a:gdLst>
                  <a:gd name="T0" fmla="*/ 4 w 78"/>
                  <a:gd name="T1" fmla="*/ 54 h 175"/>
                  <a:gd name="T2" fmla="*/ 4 w 78"/>
                  <a:gd name="T3" fmla="*/ 54 h 175"/>
                  <a:gd name="T4" fmla="*/ 4 w 78"/>
                  <a:gd name="T5" fmla="*/ 54 h 175"/>
                  <a:gd name="T6" fmla="*/ 4 w 78"/>
                  <a:gd name="T7" fmla="*/ 55 h 175"/>
                  <a:gd name="T8" fmla="*/ 4 w 78"/>
                  <a:gd name="T9" fmla="*/ 55 h 175"/>
                  <a:gd name="T10" fmla="*/ 4 w 78"/>
                  <a:gd name="T11" fmla="*/ 55 h 175"/>
                  <a:gd name="T12" fmla="*/ 4 w 78"/>
                  <a:gd name="T13" fmla="*/ 55 h 175"/>
                  <a:gd name="T14" fmla="*/ 0 w 78"/>
                  <a:gd name="T15" fmla="*/ 82 h 175"/>
                  <a:gd name="T16" fmla="*/ 0 w 78"/>
                  <a:gd name="T17" fmla="*/ 82 h 175"/>
                  <a:gd name="T18" fmla="*/ 0 w 78"/>
                  <a:gd name="T19" fmla="*/ 83 h 175"/>
                  <a:gd name="T20" fmla="*/ 0 w 78"/>
                  <a:gd name="T21" fmla="*/ 83 h 175"/>
                  <a:gd name="T22" fmla="*/ 0 w 78"/>
                  <a:gd name="T23" fmla="*/ 83 h 175"/>
                  <a:gd name="T24" fmla="*/ 0 w 78"/>
                  <a:gd name="T25" fmla="*/ 84 h 175"/>
                  <a:gd name="T26" fmla="*/ 0 w 78"/>
                  <a:gd name="T27" fmla="*/ 84 h 175"/>
                  <a:gd name="T28" fmla="*/ 0 w 78"/>
                  <a:gd name="T29" fmla="*/ 84 h 175"/>
                  <a:gd name="T30" fmla="*/ 0 w 78"/>
                  <a:gd name="T31" fmla="*/ 85 h 175"/>
                  <a:gd name="T32" fmla="*/ 0 w 78"/>
                  <a:gd name="T33" fmla="*/ 85 h 175"/>
                  <a:gd name="T34" fmla="*/ 0 w 78"/>
                  <a:gd name="T35" fmla="*/ 86 h 175"/>
                  <a:gd name="T36" fmla="*/ 0 w 78"/>
                  <a:gd name="T37" fmla="*/ 86 h 175"/>
                  <a:gd name="T38" fmla="*/ 0 w 78"/>
                  <a:gd name="T39" fmla="*/ 86 h 175"/>
                  <a:gd name="T40" fmla="*/ 0 w 78"/>
                  <a:gd name="T41" fmla="*/ 87 h 175"/>
                  <a:gd name="T42" fmla="*/ 0 w 78"/>
                  <a:gd name="T43" fmla="*/ 87 h 175"/>
                  <a:gd name="T44" fmla="*/ 0 w 78"/>
                  <a:gd name="T45" fmla="*/ 87 h 175"/>
                  <a:gd name="T46" fmla="*/ 0 w 78"/>
                  <a:gd name="T47" fmla="*/ 89 h 175"/>
                  <a:gd name="T48" fmla="*/ 2 w 78"/>
                  <a:gd name="T49" fmla="*/ 102 h 175"/>
                  <a:gd name="T50" fmla="*/ 2 w 78"/>
                  <a:gd name="T51" fmla="*/ 102 h 175"/>
                  <a:gd name="T52" fmla="*/ 2 w 78"/>
                  <a:gd name="T53" fmla="*/ 103 h 175"/>
                  <a:gd name="T54" fmla="*/ 2 w 78"/>
                  <a:gd name="T55" fmla="*/ 103 h 175"/>
                  <a:gd name="T56" fmla="*/ 2 w 78"/>
                  <a:gd name="T57" fmla="*/ 103 h 175"/>
                  <a:gd name="T58" fmla="*/ 2 w 78"/>
                  <a:gd name="T59" fmla="*/ 103 h 175"/>
                  <a:gd name="T60" fmla="*/ 2 w 78"/>
                  <a:gd name="T61" fmla="*/ 104 h 175"/>
                  <a:gd name="T62" fmla="*/ 2 w 78"/>
                  <a:gd name="T63" fmla="*/ 104 h 175"/>
                  <a:gd name="T64" fmla="*/ 2 w 78"/>
                  <a:gd name="T65" fmla="*/ 105 h 175"/>
                  <a:gd name="T66" fmla="*/ 2 w 78"/>
                  <a:gd name="T67" fmla="*/ 105 h 175"/>
                  <a:gd name="T68" fmla="*/ 3 w 78"/>
                  <a:gd name="T69" fmla="*/ 105 h 175"/>
                  <a:gd name="T70" fmla="*/ 3 w 78"/>
                  <a:gd name="T71" fmla="*/ 106 h 175"/>
                  <a:gd name="T72" fmla="*/ 3 w 78"/>
                  <a:gd name="T73" fmla="*/ 106 h 175"/>
                  <a:gd name="T74" fmla="*/ 78 w 78"/>
                  <a:gd name="T75" fmla="*/ 175 h 175"/>
                  <a:gd name="T76" fmla="*/ 19 w 78"/>
                  <a:gd name="T77" fmla="*/ 106 h 175"/>
                  <a:gd name="T78" fmla="*/ 15 w 78"/>
                  <a:gd name="T79" fmla="*/ 77 h 175"/>
                  <a:gd name="T80" fmla="*/ 46 w 78"/>
                  <a:gd name="T81" fmla="*/ 3 h 1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78" h="175">
                    <a:moveTo>
                      <a:pt x="49" y="0"/>
                    </a:moveTo>
                    <a:cubicBezTo>
                      <a:pt x="28" y="12"/>
                      <a:pt x="12" y="31"/>
                      <a:pt x="4" y="54"/>
                    </a:cubicBezTo>
                    <a:cubicBezTo>
                      <a:pt x="4" y="54"/>
                      <a:pt x="4" y="54"/>
                      <a:pt x="4" y="54"/>
                    </a:cubicBezTo>
                    <a:cubicBezTo>
                      <a:pt x="4" y="54"/>
                      <a:pt x="4" y="54"/>
                      <a:pt x="4" y="54"/>
                    </a:cubicBezTo>
                    <a:cubicBezTo>
                      <a:pt x="4" y="54"/>
                      <a:pt x="4" y="54"/>
                      <a:pt x="4" y="54"/>
                    </a:cubicBezTo>
                    <a:cubicBezTo>
                      <a:pt x="4" y="54"/>
                      <a:pt x="4" y="54"/>
                      <a:pt x="4" y="54"/>
                    </a:cubicBezTo>
                    <a:cubicBezTo>
                      <a:pt x="4" y="54"/>
                      <a:pt x="4" y="55"/>
                      <a:pt x="4" y="55"/>
                    </a:cubicBezTo>
                    <a:cubicBezTo>
                      <a:pt x="4" y="55"/>
                      <a:pt x="4" y="55"/>
                      <a:pt x="4" y="55"/>
                    </a:cubicBezTo>
                    <a:cubicBezTo>
                      <a:pt x="4" y="55"/>
                      <a:pt x="4" y="55"/>
                      <a:pt x="4" y="55"/>
                    </a:cubicBezTo>
                    <a:cubicBezTo>
                      <a:pt x="4" y="55"/>
                      <a:pt x="4" y="55"/>
                      <a:pt x="4" y="55"/>
                    </a:cubicBezTo>
                    <a:cubicBezTo>
                      <a:pt x="4" y="55"/>
                      <a:pt x="4" y="55"/>
                      <a:pt x="4" y="55"/>
                    </a:cubicBezTo>
                    <a:cubicBezTo>
                      <a:pt x="4" y="55"/>
                      <a:pt x="4" y="55"/>
                      <a:pt x="4" y="55"/>
                    </a:cubicBezTo>
                    <a:cubicBezTo>
                      <a:pt x="4" y="55"/>
                      <a:pt x="4" y="55"/>
                      <a:pt x="4" y="55"/>
                    </a:cubicBezTo>
                    <a:cubicBezTo>
                      <a:pt x="4" y="55"/>
                      <a:pt x="4" y="55"/>
                      <a:pt x="4" y="55"/>
                    </a:cubicBezTo>
                    <a:cubicBezTo>
                      <a:pt x="1" y="64"/>
                      <a:pt x="0" y="73"/>
                      <a:pt x="0" y="82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83"/>
                      <a:pt x="0" y="83"/>
                      <a:pt x="0" y="83"/>
                    </a:cubicBezTo>
                    <a:cubicBezTo>
                      <a:pt x="0" y="83"/>
                      <a:pt x="0" y="83"/>
                      <a:pt x="0" y="83"/>
                    </a:cubicBezTo>
                    <a:cubicBezTo>
                      <a:pt x="0" y="83"/>
                      <a:pt x="0" y="83"/>
                      <a:pt x="0" y="83"/>
                    </a:cubicBezTo>
                    <a:cubicBezTo>
                      <a:pt x="0" y="83"/>
                      <a:pt x="0" y="83"/>
                      <a:pt x="0" y="83"/>
                    </a:cubicBezTo>
                    <a:cubicBezTo>
                      <a:pt x="0" y="83"/>
                      <a:pt x="0" y="83"/>
                      <a:pt x="0" y="83"/>
                    </a:cubicBezTo>
                    <a:cubicBezTo>
                      <a:pt x="0" y="83"/>
                      <a:pt x="0" y="83"/>
                      <a:pt x="0" y="83"/>
                    </a:cubicBezTo>
                    <a:cubicBezTo>
                      <a:pt x="0" y="83"/>
                      <a:pt x="0" y="84"/>
                      <a:pt x="0" y="84"/>
                    </a:cubicBezTo>
                    <a:cubicBezTo>
                      <a:pt x="0" y="84"/>
                      <a:pt x="0" y="84"/>
                      <a:pt x="0" y="84"/>
                    </a:cubicBezTo>
                    <a:cubicBezTo>
                      <a:pt x="0" y="84"/>
                      <a:pt x="0" y="84"/>
                      <a:pt x="0" y="84"/>
                    </a:cubicBezTo>
                    <a:cubicBezTo>
                      <a:pt x="0" y="84"/>
                      <a:pt x="0" y="84"/>
                      <a:pt x="0" y="84"/>
                    </a:cubicBezTo>
                    <a:cubicBezTo>
                      <a:pt x="0" y="84"/>
                      <a:pt x="0" y="84"/>
                      <a:pt x="0" y="84"/>
                    </a:cubicBezTo>
                    <a:cubicBezTo>
                      <a:pt x="0" y="84"/>
                      <a:pt x="0" y="84"/>
                      <a:pt x="0" y="84"/>
                    </a:cubicBezTo>
                    <a:cubicBezTo>
                      <a:pt x="0" y="84"/>
                      <a:pt x="0" y="84"/>
                      <a:pt x="0" y="84"/>
                    </a:cubicBezTo>
                    <a:cubicBezTo>
                      <a:pt x="0" y="84"/>
                      <a:pt x="0" y="85"/>
                      <a:pt x="0" y="85"/>
                    </a:cubicBezTo>
                    <a:cubicBezTo>
                      <a:pt x="0" y="85"/>
                      <a:pt x="0" y="85"/>
                      <a:pt x="0" y="85"/>
                    </a:cubicBezTo>
                    <a:cubicBezTo>
                      <a:pt x="0" y="85"/>
                      <a:pt x="0" y="85"/>
                      <a:pt x="0" y="85"/>
                    </a:cubicBezTo>
                    <a:cubicBezTo>
                      <a:pt x="0" y="85"/>
                      <a:pt x="0" y="85"/>
                      <a:pt x="0" y="86"/>
                    </a:cubicBezTo>
                    <a:cubicBezTo>
                      <a:pt x="0" y="86"/>
                      <a:pt x="0" y="86"/>
                      <a:pt x="0" y="86"/>
                    </a:cubicBezTo>
                    <a:cubicBezTo>
                      <a:pt x="0" y="86"/>
                      <a:pt x="0" y="86"/>
                      <a:pt x="0" y="86"/>
                    </a:cubicBezTo>
                    <a:cubicBezTo>
                      <a:pt x="0" y="86"/>
                      <a:pt x="0" y="86"/>
                      <a:pt x="0" y="86"/>
                    </a:cubicBezTo>
                    <a:cubicBezTo>
                      <a:pt x="0" y="86"/>
                      <a:pt x="0" y="86"/>
                      <a:pt x="0" y="86"/>
                    </a:cubicBezTo>
                    <a:cubicBezTo>
                      <a:pt x="0" y="86"/>
                      <a:pt x="0" y="86"/>
                      <a:pt x="0" y="86"/>
                    </a:cubicBezTo>
                    <a:cubicBezTo>
                      <a:pt x="0" y="86"/>
                      <a:pt x="0" y="87"/>
                      <a:pt x="0" y="87"/>
                    </a:cubicBezTo>
                    <a:cubicBezTo>
                      <a:pt x="0" y="87"/>
                      <a:pt x="0" y="87"/>
                      <a:pt x="0" y="87"/>
                    </a:cubicBezTo>
                    <a:cubicBezTo>
                      <a:pt x="0" y="87"/>
                      <a:pt x="0" y="87"/>
                      <a:pt x="0" y="87"/>
                    </a:cubicBezTo>
                    <a:cubicBezTo>
                      <a:pt x="0" y="87"/>
                      <a:pt x="0" y="87"/>
                      <a:pt x="0" y="87"/>
                    </a:cubicBezTo>
                    <a:cubicBezTo>
                      <a:pt x="0" y="87"/>
                      <a:pt x="0" y="87"/>
                      <a:pt x="0" y="87"/>
                    </a:cubicBezTo>
                    <a:cubicBezTo>
                      <a:pt x="0" y="87"/>
                      <a:pt x="0" y="87"/>
                      <a:pt x="0" y="87"/>
                    </a:cubicBezTo>
                    <a:cubicBezTo>
                      <a:pt x="0" y="88"/>
                      <a:pt x="0" y="89"/>
                      <a:pt x="0" y="89"/>
                    </a:cubicBezTo>
                    <a:cubicBezTo>
                      <a:pt x="0" y="89"/>
                      <a:pt x="0" y="89"/>
                      <a:pt x="0" y="89"/>
                    </a:cubicBezTo>
                    <a:cubicBezTo>
                      <a:pt x="0" y="94"/>
                      <a:pt x="1" y="98"/>
                      <a:pt x="2" y="102"/>
                    </a:cubicBezTo>
                    <a:cubicBezTo>
                      <a:pt x="2" y="102"/>
                      <a:pt x="2" y="102"/>
                      <a:pt x="2" y="102"/>
                    </a:cubicBezTo>
                    <a:cubicBezTo>
                      <a:pt x="2" y="102"/>
                      <a:pt x="2" y="102"/>
                      <a:pt x="2" y="102"/>
                    </a:cubicBezTo>
                    <a:cubicBezTo>
                      <a:pt x="2" y="102"/>
                      <a:pt x="2" y="102"/>
                      <a:pt x="2" y="102"/>
                    </a:cubicBezTo>
                    <a:cubicBezTo>
                      <a:pt x="2" y="102"/>
                      <a:pt x="2" y="103"/>
                      <a:pt x="2" y="103"/>
                    </a:cubicBezTo>
                    <a:cubicBezTo>
                      <a:pt x="2" y="103"/>
                      <a:pt x="2" y="103"/>
                      <a:pt x="2" y="103"/>
                    </a:cubicBezTo>
                    <a:cubicBezTo>
                      <a:pt x="2" y="103"/>
                      <a:pt x="2" y="103"/>
                      <a:pt x="2" y="103"/>
                    </a:cubicBezTo>
                    <a:cubicBezTo>
                      <a:pt x="2" y="103"/>
                      <a:pt x="2" y="103"/>
                      <a:pt x="2" y="103"/>
                    </a:cubicBezTo>
                    <a:cubicBezTo>
                      <a:pt x="2" y="103"/>
                      <a:pt x="2" y="103"/>
                      <a:pt x="2" y="103"/>
                    </a:cubicBezTo>
                    <a:cubicBezTo>
                      <a:pt x="2" y="103"/>
                      <a:pt x="2" y="103"/>
                      <a:pt x="2" y="103"/>
                    </a:cubicBezTo>
                    <a:cubicBezTo>
                      <a:pt x="2" y="103"/>
                      <a:pt x="2" y="103"/>
                      <a:pt x="2" y="103"/>
                    </a:cubicBezTo>
                    <a:cubicBezTo>
                      <a:pt x="2" y="103"/>
                      <a:pt x="2" y="103"/>
                      <a:pt x="2" y="103"/>
                    </a:cubicBezTo>
                    <a:cubicBezTo>
                      <a:pt x="2" y="104"/>
                      <a:pt x="2" y="104"/>
                      <a:pt x="2" y="104"/>
                    </a:cubicBezTo>
                    <a:cubicBezTo>
                      <a:pt x="2" y="104"/>
                      <a:pt x="2" y="104"/>
                      <a:pt x="2" y="104"/>
                    </a:cubicBezTo>
                    <a:cubicBezTo>
                      <a:pt x="2" y="104"/>
                      <a:pt x="2" y="104"/>
                      <a:pt x="2" y="104"/>
                    </a:cubicBezTo>
                    <a:cubicBezTo>
                      <a:pt x="2" y="104"/>
                      <a:pt x="2" y="104"/>
                      <a:pt x="2" y="104"/>
                    </a:cubicBezTo>
                    <a:cubicBezTo>
                      <a:pt x="2" y="104"/>
                      <a:pt x="2" y="105"/>
                      <a:pt x="2" y="105"/>
                    </a:cubicBezTo>
                    <a:cubicBezTo>
                      <a:pt x="2" y="105"/>
                      <a:pt x="2" y="105"/>
                      <a:pt x="2" y="105"/>
                    </a:cubicBezTo>
                    <a:cubicBezTo>
                      <a:pt x="2" y="105"/>
                      <a:pt x="2" y="105"/>
                      <a:pt x="2" y="105"/>
                    </a:cubicBezTo>
                    <a:cubicBezTo>
                      <a:pt x="2" y="105"/>
                      <a:pt x="2" y="105"/>
                      <a:pt x="2" y="105"/>
                    </a:cubicBezTo>
                    <a:cubicBezTo>
                      <a:pt x="2" y="105"/>
                      <a:pt x="2" y="105"/>
                      <a:pt x="2" y="105"/>
                    </a:cubicBezTo>
                    <a:cubicBezTo>
                      <a:pt x="2" y="105"/>
                      <a:pt x="3" y="105"/>
                      <a:pt x="3" y="105"/>
                    </a:cubicBezTo>
                    <a:cubicBezTo>
                      <a:pt x="3" y="105"/>
                      <a:pt x="3" y="105"/>
                      <a:pt x="3" y="105"/>
                    </a:cubicBezTo>
                    <a:cubicBezTo>
                      <a:pt x="3" y="105"/>
                      <a:pt x="3" y="105"/>
                      <a:pt x="3" y="106"/>
                    </a:cubicBezTo>
                    <a:cubicBezTo>
                      <a:pt x="3" y="106"/>
                      <a:pt x="3" y="106"/>
                      <a:pt x="3" y="106"/>
                    </a:cubicBezTo>
                    <a:cubicBezTo>
                      <a:pt x="3" y="106"/>
                      <a:pt x="3" y="106"/>
                      <a:pt x="3" y="106"/>
                    </a:cubicBezTo>
                    <a:cubicBezTo>
                      <a:pt x="3" y="106"/>
                      <a:pt x="3" y="106"/>
                      <a:pt x="3" y="106"/>
                    </a:cubicBezTo>
                    <a:cubicBezTo>
                      <a:pt x="12" y="141"/>
                      <a:pt x="42" y="169"/>
                      <a:pt x="78" y="175"/>
                    </a:cubicBezTo>
                    <a:cubicBezTo>
                      <a:pt x="66" y="169"/>
                      <a:pt x="56" y="162"/>
                      <a:pt x="46" y="153"/>
                    </a:cubicBezTo>
                    <a:cubicBezTo>
                      <a:pt x="33" y="140"/>
                      <a:pt x="24" y="124"/>
                      <a:pt x="19" y="106"/>
                    </a:cubicBezTo>
                    <a:cubicBezTo>
                      <a:pt x="18" y="97"/>
                      <a:pt x="17" y="88"/>
                      <a:pt x="15" y="78"/>
                    </a:cubicBezTo>
                    <a:cubicBezTo>
                      <a:pt x="15" y="78"/>
                      <a:pt x="15" y="78"/>
                      <a:pt x="15" y="77"/>
                    </a:cubicBezTo>
                    <a:cubicBezTo>
                      <a:pt x="15" y="58"/>
                      <a:pt x="20" y="40"/>
                      <a:pt x="30" y="24"/>
                    </a:cubicBezTo>
                    <a:cubicBezTo>
                      <a:pt x="35" y="17"/>
                      <a:pt x="41" y="10"/>
                      <a:pt x="46" y="3"/>
                    </a:cubicBezTo>
                    <a:cubicBezTo>
                      <a:pt x="47" y="2"/>
                      <a:pt x="48" y="1"/>
                      <a:pt x="49" y="0"/>
                    </a:cubicBezTo>
                  </a:path>
                </a:pathLst>
              </a:custGeom>
              <a:solidFill>
                <a:srgbClr val="FFB5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226" name="Rectangle 92"/>
              <p:cNvSpPr>
                <a:spLocks noChangeArrowheads="1"/>
              </p:cNvSpPr>
              <p:nvPr/>
            </p:nvSpPr>
            <p:spPr bwMode="auto">
              <a:xfrm>
                <a:off x="2714625" y="5480441"/>
                <a:ext cx="139700" cy="193675"/>
              </a:xfrm>
              <a:prstGeom prst="rect">
                <a:avLst/>
              </a:prstGeom>
              <a:solidFill>
                <a:srgbClr val="FFD57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227" name="Rectangle 93"/>
              <p:cNvSpPr>
                <a:spLocks noChangeArrowheads="1"/>
              </p:cNvSpPr>
              <p:nvPr/>
            </p:nvSpPr>
            <p:spPr bwMode="auto">
              <a:xfrm>
                <a:off x="2665413" y="5421703"/>
                <a:ext cx="282129" cy="3231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2100" b="1" i="0" u="none" strike="noStrike" cap="none" normalizeH="0" baseline="0" dirty="0">
                    <a:ln>
                      <a:noFill/>
                    </a:ln>
                    <a:solidFill>
                      <a:srgbClr val="FF9936"/>
                    </a:solidFill>
                    <a:effectLst/>
                    <a:latin typeface="Raleway" panose="020B0003030101060003" pitchFamily="34" charset="0"/>
                  </a:rPr>
                  <a:t>15</a:t>
                </a:r>
                <a:endParaRPr kumimoji="0" lang="en-US" alt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</a:endParaRPr>
              </a:p>
            </p:txBody>
          </p: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FABADD7C-3D5A-44FF-8043-BD36A4C614D6}"/>
                </a:ext>
              </a:extLst>
            </p:cNvPr>
            <p:cNvGrpSpPr/>
            <p:nvPr/>
          </p:nvGrpSpPr>
          <p:grpSpPr>
            <a:xfrm>
              <a:off x="1157288" y="3113478"/>
              <a:ext cx="584200" cy="587375"/>
              <a:chOff x="1157288" y="3113478"/>
              <a:chExt cx="584200" cy="587375"/>
            </a:xfrm>
          </p:grpSpPr>
          <p:sp>
            <p:nvSpPr>
              <p:cNvPr id="206" name="Freeform 72"/>
              <p:cNvSpPr>
                <a:spLocks/>
              </p:cNvSpPr>
              <p:nvPr/>
            </p:nvSpPr>
            <p:spPr bwMode="auto">
              <a:xfrm>
                <a:off x="1157288" y="3113478"/>
                <a:ext cx="584200" cy="587375"/>
              </a:xfrm>
              <a:custGeom>
                <a:avLst/>
                <a:gdLst>
                  <a:gd name="T0" fmla="*/ 126 w 239"/>
                  <a:gd name="T1" fmla="*/ 4 h 240"/>
                  <a:gd name="T2" fmla="*/ 235 w 239"/>
                  <a:gd name="T3" fmla="*/ 127 h 240"/>
                  <a:gd name="T4" fmla="*/ 112 w 239"/>
                  <a:gd name="T5" fmla="*/ 236 h 240"/>
                  <a:gd name="T6" fmla="*/ 3 w 239"/>
                  <a:gd name="T7" fmla="*/ 113 h 240"/>
                  <a:gd name="T8" fmla="*/ 126 w 239"/>
                  <a:gd name="T9" fmla="*/ 4 h 2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39" h="240">
                    <a:moveTo>
                      <a:pt x="126" y="4"/>
                    </a:moveTo>
                    <a:cubicBezTo>
                      <a:pt x="190" y="8"/>
                      <a:pt x="239" y="63"/>
                      <a:pt x="235" y="127"/>
                    </a:cubicBezTo>
                    <a:cubicBezTo>
                      <a:pt x="231" y="191"/>
                      <a:pt x="176" y="240"/>
                      <a:pt x="112" y="236"/>
                    </a:cubicBezTo>
                    <a:cubicBezTo>
                      <a:pt x="48" y="232"/>
                      <a:pt x="0" y="177"/>
                      <a:pt x="3" y="113"/>
                    </a:cubicBezTo>
                    <a:cubicBezTo>
                      <a:pt x="7" y="49"/>
                      <a:pt x="63" y="0"/>
                      <a:pt x="126" y="4"/>
                    </a:cubicBezTo>
                  </a:path>
                </a:pathLst>
              </a:custGeom>
              <a:solidFill>
                <a:srgbClr val="F2A01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207" name="Freeform 73"/>
              <p:cNvSpPr>
                <a:spLocks/>
              </p:cNvSpPr>
              <p:nvPr/>
            </p:nvSpPr>
            <p:spPr bwMode="auto">
              <a:xfrm>
                <a:off x="1212850" y="3169041"/>
                <a:ext cx="473075" cy="473075"/>
              </a:xfrm>
              <a:custGeom>
                <a:avLst/>
                <a:gdLst>
                  <a:gd name="T0" fmla="*/ 102 w 193"/>
                  <a:gd name="T1" fmla="*/ 4 h 193"/>
                  <a:gd name="T2" fmla="*/ 190 w 193"/>
                  <a:gd name="T3" fmla="*/ 103 h 193"/>
                  <a:gd name="T4" fmla="*/ 90 w 193"/>
                  <a:gd name="T5" fmla="*/ 190 h 193"/>
                  <a:gd name="T6" fmla="*/ 3 w 193"/>
                  <a:gd name="T7" fmla="*/ 91 h 193"/>
                  <a:gd name="T8" fmla="*/ 102 w 193"/>
                  <a:gd name="T9" fmla="*/ 4 h 1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93" h="193">
                    <a:moveTo>
                      <a:pt x="102" y="4"/>
                    </a:moveTo>
                    <a:cubicBezTo>
                      <a:pt x="153" y="7"/>
                      <a:pt x="193" y="51"/>
                      <a:pt x="190" y="103"/>
                    </a:cubicBezTo>
                    <a:cubicBezTo>
                      <a:pt x="186" y="154"/>
                      <a:pt x="142" y="193"/>
                      <a:pt x="90" y="190"/>
                    </a:cubicBezTo>
                    <a:cubicBezTo>
                      <a:pt x="39" y="187"/>
                      <a:pt x="0" y="143"/>
                      <a:pt x="3" y="91"/>
                    </a:cubicBezTo>
                    <a:cubicBezTo>
                      <a:pt x="6" y="40"/>
                      <a:pt x="51" y="0"/>
                      <a:pt x="102" y="4"/>
                    </a:cubicBezTo>
                  </a:path>
                </a:pathLst>
              </a:custGeom>
              <a:solidFill>
                <a:srgbClr val="FFD57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208" name="Freeform 74"/>
              <p:cNvSpPr>
                <a:spLocks noEditPoints="1"/>
              </p:cNvSpPr>
              <p:nvPr/>
            </p:nvSpPr>
            <p:spPr bwMode="auto">
              <a:xfrm>
                <a:off x="1217613" y="3389703"/>
                <a:ext cx="25400" cy="117475"/>
              </a:xfrm>
              <a:custGeom>
                <a:avLst/>
                <a:gdLst>
                  <a:gd name="T0" fmla="*/ 10 w 10"/>
                  <a:gd name="T1" fmla="*/ 48 h 48"/>
                  <a:gd name="T2" fmla="*/ 10 w 10"/>
                  <a:gd name="T3" fmla="*/ 48 h 48"/>
                  <a:gd name="T4" fmla="*/ 10 w 10"/>
                  <a:gd name="T5" fmla="*/ 48 h 48"/>
                  <a:gd name="T6" fmla="*/ 10 w 10"/>
                  <a:gd name="T7" fmla="*/ 48 h 48"/>
                  <a:gd name="T8" fmla="*/ 10 w 10"/>
                  <a:gd name="T9" fmla="*/ 47 h 48"/>
                  <a:gd name="T10" fmla="*/ 10 w 10"/>
                  <a:gd name="T11" fmla="*/ 47 h 48"/>
                  <a:gd name="T12" fmla="*/ 10 w 10"/>
                  <a:gd name="T13" fmla="*/ 47 h 48"/>
                  <a:gd name="T14" fmla="*/ 10 w 10"/>
                  <a:gd name="T15" fmla="*/ 47 h 48"/>
                  <a:gd name="T16" fmla="*/ 10 w 10"/>
                  <a:gd name="T17" fmla="*/ 47 h 48"/>
                  <a:gd name="T18" fmla="*/ 10 w 10"/>
                  <a:gd name="T19" fmla="*/ 47 h 48"/>
                  <a:gd name="T20" fmla="*/ 9 w 10"/>
                  <a:gd name="T21" fmla="*/ 46 h 48"/>
                  <a:gd name="T22" fmla="*/ 9 w 10"/>
                  <a:gd name="T23" fmla="*/ 46 h 48"/>
                  <a:gd name="T24" fmla="*/ 9 w 10"/>
                  <a:gd name="T25" fmla="*/ 46 h 48"/>
                  <a:gd name="T26" fmla="*/ 1 w 10"/>
                  <a:gd name="T27" fmla="*/ 4 h 48"/>
                  <a:gd name="T28" fmla="*/ 1 w 10"/>
                  <a:gd name="T29" fmla="*/ 4 h 48"/>
                  <a:gd name="T30" fmla="*/ 1 w 10"/>
                  <a:gd name="T31" fmla="*/ 4 h 48"/>
                  <a:gd name="T32" fmla="*/ 1 w 10"/>
                  <a:gd name="T33" fmla="*/ 3 h 48"/>
                  <a:gd name="T34" fmla="*/ 1 w 10"/>
                  <a:gd name="T35" fmla="*/ 3 h 48"/>
                  <a:gd name="T36" fmla="*/ 1 w 10"/>
                  <a:gd name="T37" fmla="*/ 3 h 48"/>
                  <a:gd name="T38" fmla="*/ 1 w 10"/>
                  <a:gd name="T39" fmla="*/ 2 h 48"/>
                  <a:gd name="T40" fmla="*/ 1 w 10"/>
                  <a:gd name="T41" fmla="*/ 2 h 48"/>
                  <a:gd name="T42" fmla="*/ 1 w 10"/>
                  <a:gd name="T43" fmla="*/ 2 h 48"/>
                  <a:gd name="T44" fmla="*/ 1 w 10"/>
                  <a:gd name="T45" fmla="*/ 2 h 48"/>
                  <a:gd name="T46" fmla="*/ 1 w 10"/>
                  <a:gd name="T47" fmla="*/ 2 h 48"/>
                  <a:gd name="T48" fmla="*/ 1 w 10"/>
                  <a:gd name="T49" fmla="*/ 2 h 48"/>
                  <a:gd name="T50" fmla="*/ 1 w 10"/>
                  <a:gd name="T51" fmla="*/ 1 h 48"/>
                  <a:gd name="T52" fmla="*/ 1 w 10"/>
                  <a:gd name="T53" fmla="*/ 1 h 48"/>
                  <a:gd name="T54" fmla="*/ 1 w 10"/>
                  <a:gd name="T55" fmla="*/ 1 h 48"/>
                  <a:gd name="T56" fmla="*/ 1 w 10"/>
                  <a:gd name="T57" fmla="*/ 1 h 48"/>
                  <a:gd name="T58" fmla="*/ 1 w 10"/>
                  <a:gd name="T59" fmla="*/ 0 h 48"/>
                  <a:gd name="T60" fmla="*/ 1 w 10"/>
                  <a:gd name="T61" fmla="*/ 0 h 48"/>
                  <a:gd name="T62" fmla="*/ 1 w 10"/>
                  <a:gd name="T63" fmla="*/ 0 h 48"/>
                  <a:gd name="T64" fmla="*/ 1 w 10"/>
                  <a:gd name="T65" fmla="*/ 0 h 48"/>
                  <a:gd name="T66" fmla="*/ 1 w 10"/>
                  <a:gd name="T67" fmla="*/ 0 h 48"/>
                  <a:gd name="T68" fmla="*/ 1 w 10"/>
                  <a:gd name="T69" fmla="*/ 0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10" h="48">
                    <a:moveTo>
                      <a:pt x="10" y="48"/>
                    </a:moveTo>
                    <a:cubicBezTo>
                      <a:pt x="10" y="48"/>
                      <a:pt x="10" y="48"/>
                      <a:pt x="10" y="48"/>
                    </a:cubicBezTo>
                    <a:cubicBezTo>
                      <a:pt x="10" y="48"/>
                      <a:pt x="10" y="48"/>
                      <a:pt x="10" y="48"/>
                    </a:cubicBezTo>
                    <a:moveTo>
                      <a:pt x="10" y="48"/>
                    </a:moveTo>
                    <a:cubicBezTo>
                      <a:pt x="10" y="48"/>
                      <a:pt x="10" y="48"/>
                      <a:pt x="10" y="48"/>
                    </a:cubicBezTo>
                    <a:cubicBezTo>
                      <a:pt x="10" y="48"/>
                      <a:pt x="10" y="48"/>
                      <a:pt x="10" y="48"/>
                    </a:cubicBezTo>
                    <a:moveTo>
                      <a:pt x="10" y="47"/>
                    </a:moveTo>
                    <a:cubicBezTo>
                      <a:pt x="10" y="47"/>
                      <a:pt x="10" y="48"/>
                      <a:pt x="10" y="48"/>
                    </a:cubicBezTo>
                    <a:cubicBezTo>
                      <a:pt x="10" y="48"/>
                      <a:pt x="10" y="47"/>
                      <a:pt x="10" y="47"/>
                    </a:cubicBezTo>
                    <a:moveTo>
                      <a:pt x="10" y="47"/>
                    </a:moveTo>
                    <a:cubicBezTo>
                      <a:pt x="10" y="47"/>
                      <a:pt x="10" y="47"/>
                      <a:pt x="10" y="47"/>
                    </a:cubicBezTo>
                    <a:cubicBezTo>
                      <a:pt x="10" y="47"/>
                      <a:pt x="10" y="47"/>
                      <a:pt x="10" y="47"/>
                    </a:cubicBezTo>
                    <a:moveTo>
                      <a:pt x="10" y="47"/>
                    </a:moveTo>
                    <a:cubicBezTo>
                      <a:pt x="10" y="47"/>
                      <a:pt x="10" y="47"/>
                      <a:pt x="10" y="47"/>
                    </a:cubicBezTo>
                    <a:cubicBezTo>
                      <a:pt x="10" y="47"/>
                      <a:pt x="10" y="47"/>
                      <a:pt x="10" y="47"/>
                    </a:cubicBezTo>
                    <a:moveTo>
                      <a:pt x="10" y="47"/>
                    </a:moveTo>
                    <a:cubicBezTo>
                      <a:pt x="10" y="47"/>
                      <a:pt x="10" y="47"/>
                      <a:pt x="10" y="47"/>
                    </a:cubicBezTo>
                    <a:cubicBezTo>
                      <a:pt x="10" y="47"/>
                      <a:pt x="10" y="47"/>
                      <a:pt x="10" y="47"/>
                    </a:cubicBezTo>
                    <a:moveTo>
                      <a:pt x="9" y="46"/>
                    </a:moveTo>
                    <a:cubicBezTo>
                      <a:pt x="10" y="46"/>
                      <a:pt x="10" y="46"/>
                      <a:pt x="10" y="47"/>
                    </a:cubicBezTo>
                    <a:cubicBezTo>
                      <a:pt x="10" y="46"/>
                      <a:pt x="10" y="46"/>
                      <a:pt x="9" y="46"/>
                    </a:cubicBezTo>
                    <a:moveTo>
                      <a:pt x="9" y="46"/>
                    </a:moveTo>
                    <a:cubicBezTo>
                      <a:pt x="9" y="46"/>
                      <a:pt x="9" y="46"/>
                      <a:pt x="9" y="46"/>
                    </a:cubicBezTo>
                    <a:cubicBezTo>
                      <a:pt x="9" y="46"/>
                      <a:pt x="9" y="46"/>
                      <a:pt x="9" y="46"/>
                    </a:cubicBezTo>
                    <a:moveTo>
                      <a:pt x="9" y="46"/>
                    </a:moveTo>
                    <a:cubicBezTo>
                      <a:pt x="9" y="46"/>
                      <a:pt x="9" y="46"/>
                      <a:pt x="9" y="46"/>
                    </a:cubicBezTo>
                    <a:cubicBezTo>
                      <a:pt x="9" y="46"/>
                      <a:pt x="9" y="46"/>
                      <a:pt x="9" y="46"/>
                    </a:cubicBezTo>
                    <a:moveTo>
                      <a:pt x="1" y="4"/>
                    </a:moveTo>
                    <a:cubicBezTo>
                      <a:pt x="0" y="19"/>
                      <a:pt x="3" y="33"/>
                      <a:pt x="9" y="46"/>
                    </a:cubicBezTo>
                    <a:cubicBezTo>
                      <a:pt x="3" y="33"/>
                      <a:pt x="0" y="19"/>
                      <a:pt x="1" y="4"/>
                    </a:cubicBezTo>
                    <a:moveTo>
                      <a:pt x="1" y="4"/>
                    </a:moveTo>
                    <a:cubicBezTo>
                      <a:pt x="1" y="4"/>
                      <a:pt x="1" y="4"/>
                      <a:pt x="1" y="4"/>
                    </a:cubicBezTo>
                    <a:cubicBezTo>
                      <a:pt x="1" y="4"/>
                      <a:pt x="1" y="4"/>
                      <a:pt x="1" y="4"/>
                    </a:cubicBezTo>
                    <a:moveTo>
                      <a:pt x="1" y="3"/>
                    </a:moveTo>
                    <a:cubicBezTo>
                      <a:pt x="1" y="3"/>
                      <a:pt x="1" y="3"/>
                      <a:pt x="1" y="4"/>
                    </a:cubicBezTo>
                    <a:cubicBezTo>
                      <a:pt x="1" y="3"/>
                      <a:pt x="1" y="3"/>
                      <a:pt x="1" y="3"/>
                    </a:cubicBezTo>
                    <a:moveTo>
                      <a:pt x="1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1" y="3"/>
                      <a:pt x="1" y="3"/>
                      <a:pt x="1" y="3"/>
                    </a:cubicBezTo>
                    <a:moveTo>
                      <a:pt x="1" y="2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1" y="3"/>
                      <a:pt x="1" y="3"/>
                      <a:pt x="1" y="2"/>
                    </a:cubicBezTo>
                    <a:moveTo>
                      <a:pt x="1" y="2"/>
                    </a:moveTo>
                    <a:cubicBezTo>
                      <a:pt x="1" y="2"/>
                      <a:pt x="1" y="2"/>
                      <a:pt x="1" y="2"/>
                    </a:cubicBezTo>
                    <a:cubicBezTo>
                      <a:pt x="1" y="2"/>
                      <a:pt x="1" y="2"/>
                      <a:pt x="1" y="2"/>
                    </a:cubicBezTo>
                    <a:moveTo>
                      <a:pt x="1" y="2"/>
                    </a:moveTo>
                    <a:cubicBezTo>
                      <a:pt x="1" y="2"/>
                      <a:pt x="1" y="2"/>
                      <a:pt x="1" y="2"/>
                    </a:cubicBezTo>
                    <a:cubicBezTo>
                      <a:pt x="1" y="2"/>
                      <a:pt x="1" y="2"/>
                      <a:pt x="1" y="2"/>
                    </a:cubicBezTo>
                    <a:moveTo>
                      <a:pt x="1" y="2"/>
                    </a:moveTo>
                    <a:cubicBezTo>
                      <a:pt x="1" y="2"/>
                      <a:pt x="1" y="2"/>
                      <a:pt x="1" y="2"/>
                    </a:cubicBezTo>
                    <a:cubicBezTo>
                      <a:pt x="1" y="2"/>
                      <a:pt x="1" y="2"/>
                      <a:pt x="1" y="2"/>
                    </a:cubicBezTo>
                    <a:moveTo>
                      <a:pt x="1" y="1"/>
                    </a:moveTo>
                    <a:cubicBezTo>
                      <a:pt x="1" y="1"/>
                      <a:pt x="1" y="1"/>
                      <a:pt x="1" y="1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1" y="1"/>
                      <a:pt x="1" y="1"/>
                      <a:pt x="1" y="1"/>
                    </a:cubicBezTo>
                    <a:moveTo>
                      <a:pt x="1" y="1"/>
                    </a:moveTo>
                    <a:cubicBezTo>
                      <a:pt x="1" y="1"/>
                      <a:pt x="1" y="1"/>
                      <a:pt x="1" y="1"/>
                    </a:cubicBezTo>
                    <a:cubicBezTo>
                      <a:pt x="1" y="1"/>
                      <a:pt x="1" y="1"/>
                      <a:pt x="1" y="1"/>
                    </a:cubicBezTo>
                    <a:moveTo>
                      <a:pt x="1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  <a:moveTo>
                      <a:pt x="1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  <a:moveTo>
                      <a:pt x="1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  <a:moveTo>
                      <a:pt x="1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</a:path>
                </a:pathLst>
              </a:custGeom>
              <a:solidFill>
                <a:srgbClr val="E56A0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209" name="Freeform 75"/>
              <p:cNvSpPr>
                <a:spLocks/>
              </p:cNvSpPr>
              <p:nvPr/>
            </p:nvSpPr>
            <p:spPr bwMode="auto">
              <a:xfrm>
                <a:off x="1217613" y="3180153"/>
                <a:ext cx="207963" cy="420688"/>
              </a:xfrm>
              <a:custGeom>
                <a:avLst/>
                <a:gdLst>
                  <a:gd name="T0" fmla="*/ 85 w 85"/>
                  <a:gd name="T1" fmla="*/ 0 h 172"/>
                  <a:gd name="T2" fmla="*/ 1 w 85"/>
                  <a:gd name="T3" fmla="*/ 86 h 172"/>
                  <a:gd name="T4" fmla="*/ 1 w 85"/>
                  <a:gd name="T5" fmla="*/ 86 h 172"/>
                  <a:gd name="T6" fmla="*/ 1 w 85"/>
                  <a:gd name="T7" fmla="*/ 86 h 172"/>
                  <a:gd name="T8" fmla="*/ 1 w 85"/>
                  <a:gd name="T9" fmla="*/ 86 h 172"/>
                  <a:gd name="T10" fmla="*/ 1 w 85"/>
                  <a:gd name="T11" fmla="*/ 86 h 172"/>
                  <a:gd name="T12" fmla="*/ 1 w 85"/>
                  <a:gd name="T13" fmla="*/ 86 h 172"/>
                  <a:gd name="T14" fmla="*/ 1 w 85"/>
                  <a:gd name="T15" fmla="*/ 86 h 172"/>
                  <a:gd name="T16" fmla="*/ 1 w 85"/>
                  <a:gd name="T17" fmla="*/ 86 h 172"/>
                  <a:gd name="T18" fmla="*/ 1 w 85"/>
                  <a:gd name="T19" fmla="*/ 87 h 172"/>
                  <a:gd name="T20" fmla="*/ 1 w 85"/>
                  <a:gd name="T21" fmla="*/ 87 h 172"/>
                  <a:gd name="T22" fmla="*/ 1 w 85"/>
                  <a:gd name="T23" fmla="*/ 87 h 172"/>
                  <a:gd name="T24" fmla="*/ 1 w 85"/>
                  <a:gd name="T25" fmla="*/ 87 h 172"/>
                  <a:gd name="T26" fmla="*/ 1 w 85"/>
                  <a:gd name="T27" fmla="*/ 87 h 172"/>
                  <a:gd name="T28" fmla="*/ 1 w 85"/>
                  <a:gd name="T29" fmla="*/ 88 h 172"/>
                  <a:gd name="T30" fmla="*/ 1 w 85"/>
                  <a:gd name="T31" fmla="*/ 88 h 172"/>
                  <a:gd name="T32" fmla="*/ 1 w 85"/>
                  <a:gd name="T33" fmla="*/ 88 h 172"/>
                  <a:gd name="T34" fmla="*/ 1 w 85"/>
                  <a:gd name="T35" fmla="*/ 88 h 172"/>
                  <a:gd name="T36" fmla="*/ 1 w 85"/>
                  <a:gd name="T37" fmla="*/ 88 h 172"/>
                  <a:gd name="T38" fmla="*/ 1 w 85"/>
                  <a:gd name="T39" fmla="*/ 88 h 172"/>
                  <a:gd name="T40" fmla="*/ 1 w 85"/>
                  <a:gd name="T41" fmla="*/ 88 h 172"/>
                  <a:gd name="T42" fmla="*/ 1 w 85"/>
                  <a:gd name="T43" fmla="*/ 89 h 172"/>
                  <a:gd name="T44" fmla="*/ 1 w 85"/>
                  <a:gd name="T45" fmla="*/ 89 h 172"/>
                  <a:gd name="T46" fmla="*/ 1 w 85"/>
                  <a:gd name="T47" fmla="*/ 89 h 172"/>
                  <a:gd name="T48" fmla="*/ 1 w 85"/>
                  <a:gd name="T49" fmla="*/ 89 h 172"/>
                  <a:gd name="T50" fmla="*/ 1 w 85"/>
                  <a:gd name="T51" fmla="*/ 90 h 172"/>
                  <a:gd name="T52" fmla="*/ 1 w 85"/>
                  <a:gd name="T53" fmla="*/ 90 h 172"/>
                  <a:gd name="T54" fmla="*/ 1 w 85"/>
                  <a:gd name="T55" fmla="*/ 90 h 172"/>
                  <a:gd name="T56" fmla="*/ 1 w 85"/>
                  <a:gd name="T57" fmla="*/ 90 h 172"/>
                  <a:gd name="T58" fmla="*/ 9 w 85"/>
                  <a:gd name="T59" fmla="*/ 132 h 172"/>
                  <a:gd name="T60" fmla="*/ 9 w 85"/>
                  <a:gd name="T61" fmla="*/ 132 h 172"/>
                  <a:gd name="T62" fmla="*/ 9 w 85"/>
                  <a:gd name="T63" fmla="*/ 132 h 172"/>
                  <a:gd name="T64" fmla="*/ 9 w 85"/>
                  <a:gd name="T65" fmla="*/ 132 h 172"/>
                  <a:gd name="T66" fmla="*/ 9 w 85"/>
                  <a:gd name="T67" fmla="*/ 132 h 172"/>
                  <a:gd name="T68" fmla="*/ 9 w 85"/>
                  <a:gd name="T69" fmla="*/ 132 h 172"/>
                  <a:gd name="T70" fmla="*/ 10 w 85"/>
                  <a:gd name="T71" fmla="*/ 133 h 172"/>
                  <a:gd name="T72" fmla="*/ 10 w 85"/>
                  <a:gd name="T73" fmla="*/ 133 h 172"/>
                  <a:gd name="T74" fmla="*/ 10 w 85"/>
                  <a:gd name="T75" fmla="*/ 133 h 172"/>
                  <a:gd name="T76" fmla="*/ 10 w 85"/>
                  <a:gd name="T77" fmla="*/ 133 h 172"/>
                  <a:gd name="T78" fmla="*/ 10 w 85"/>
                  <a:gd name="T79" fmla="*/ 133 h 172"/>
                  <a:gd name="T80" fmla="*/ 10 w 85"/>
                  <a:gd name="T81" fmla="*/ 133 h 172"/>
                  <a:gd name="T82" fmla="*/ 10 w 85"/>
                  <a:gd name="T83" fmla="*/ 133 h 172"/>
                  <a:gd name="T84" fmla="*/ 10 w 85"/>
                  <a:gd name="T85" fmla="*/ 133 h 172"/>
                  <a:gd name="T86" fmla="*/ 10 w 85"/>
                  <a:gd name="T87" fmla="*/ 134 h 172"/>
                  <a:gd name="T88" fmla="*/ 10 w 85"/>
                  <a:gd name="T89" fmla="*/ 134 h 172"/>
                  <a:gd name="T90" fmla="*/ 10 w 85"/>
                  <a:gd name="T91" fmla="*/ 134 h 172"/>
                  <a:gd name="T92" fmla="*/ 10 w 85"/>
                  <a:gd name="T93" fmla="*/ 134 h 172"/>
                  <a:gd name="T94" fmla="*/ 10 w 85"/>
                  <a:gd name="T95" fmla="*/ 134 h 172"/>
                  <a:gd name="T96" fmla="*/ 45 w 85"/>
                  <a:gd name="T97" fmla="*/ 172 h 172"/>
                  <a:gd name="T98" fmla="*/ 42 w 85"/>
                  <a:gd name="T99" fmla="*/ 170 h 172"/>
                  <a:gd name="T100" fmla="*/ 27 w 85"/>
                  <a:gd name="T101" fmla="*/ 147 h 172"/>
                  <a:gd name="T102" fmla="*/ 16 w 85"/>
                  <a:gd name="T103" fmla="*/ 93 h 172"/>
                  <a:gd name="T104" fmla="*/ 16 w 85"/>
                  <a:gd name="T105" fmla="*/ 92 h 172"/>
                  <a:gd name="T106" fmla="*/ 22 w 85"/>
                  <a:gd name="T107" fmla="*/ 65 h 172"/>
                  <a:gd name="T108" fmla="*/ 52 w 85"/>
                  <a:gd name="T109" fmla="*/ 20 h 172"/>
                  <a:gd name="T110" fmla="*/ 85 w 85"/>
                  <a:gd name="T111" fmla="*/ 0 h 1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</a:cxnLst>
                <a:rect l="0" t="0" r="r" b="b"/>
                <a:pathLst>
                  <a:path w="85" h="172">
                    <a:moveTo>
                      <a:pt x="85" y="0"/>
                    </a:moveTo>
                    <a:cubicBezTo>
                      <a:pt x="41" y="4"/>
                      <a:pt x="5" y="40"/>
                      <a:pt x="1" y="86"/>
                    </a:cubicBezTo>
                    <a:cubicBezTo>
                      <a:pt x="1" y="86"/>
                      <a:pt x="1" y="86"/>
                      <a:pt x="1" y="86"/>
                    </a:cubicBezTo>
                    <a:cubicBezTo>
                      <a:pt x="1" y="86"/>
                      <a:pt x="1" y="86"/>
                      <a:pt x="1" y="86"/>
                    </a:cubicBezTo>
                    <a:cubicBezTo>
                      <a:pt x="1" y="86"/>
                      <a:pt x="1" y="86"/>
                      <a:pt x="1" y="86"/>
                    </a:cubicBezTo>
                    <a:cubicBezTo>
                      <a:pt x="1" y="86"/>
                      <a:pt x="1" y="86"/>
                      <a:pt x="1" y="86"/>
                    </a:cubicBezTo>
                    <a:cubicBezTo>
                      <a:pt x="1" y="86"/>
                      <a:pt x="1" y="86"/>
                      <a:pt x="1" y="86"/>
                    </a:cubicBezTo>
                    <a:cubicBezTo>
                      <a:pt x="1" y="86"/>
                      <a:pt x="1" y="86"/>
                      <a:pt x="1" y="86"/>
                    </a:cubicBezTo>
                    <a:cubicBezTo>
                      <a:pt x="1" y="86"/>
                      <a:pt x="1" y="86"/>
                      <a:pt x="1" y="86"/>
                    </a:cubicBezTo>
                    <a:cubicBezTo>
                      <a:pt x="1" y="87"/>
                      <a:pt x="1" y="87"/>
                      <a:pt x="1" y="87"/>
                    </a:cubicBezTo>
                    <a:cubicBezTo>
                      <a:pt x="1" y="87"/>
                      <a:pt x="1" y="87"/>
                      <a:pt x="1" y="87"/>
                    </a:cubicBezTo>
                    <a:cubicBezTo>
                      <a:pt x="1" y="87"/>
                      <a:pt x="1" y="87"/>
                      <a:pt x="1" y="87"/>
                    </a:cubicBezTo>
                    <a:cubicBezTo>
                      <a:pt x="1" y="87"/>
                      <a:pt x="1" y="87"/>
                      <a:pt x="1" y="87"/>
                    </a:cubicBezTo>
                    <a:cubicBezTo>
                      <a:pt x="1" y="87"/>
                      <a:pt x="1" y="87"/>
                      <a:pt x="1" y="87"/>
                    </a:cubicBezTo>
                    <a:cubicBezTo>
                      <a:pt x="1" y="88"/>
                      <a:pt x="1" y="88"/>
                      <a:pt x="1" y="88"/>
                    </a:cubicBezTo>
                    <a:cubicBezTo>
                      <a:pt x="1" y="88"/>
                      <a:pt x="1" y="88"/>
                      <a:pt x="1" y="88"/>
                    </a:cubicBezTo>
                    <a:cubicBezTo>
                      <a:pt x="1" y="88"/>
                      <a:pt x="1" y="88"/>
                      <a:pt x="1" y="88"/>
                    </a:cubicBezTo>
                    <a:cubicBezTo>
                      <a:pt x="1" y="88"/>
                      <a:pt x="1" y="88"/>
                      <a:pt x="1" y="88"/>
                    </a:cubicBezTo>
                    <a:cubicBezTo>
                      <a:pt x="1" y="88"/>
                      <a:pt x="1" y="88"/>
                      <a:pt x="1" y="88"/>
                    </a:cubicBezTo>
                    <a:cubicBezTo>
                      <a:pt x="1" y="88"/>
                      <a:pt x="1" y="88"/>
                      <a:pt x="1" y="88"/>
                    </a:cubicBezTo>
                    <a:cubicBezTo>
                      <a:pt x="1" y="88"/>
                      <a:pt x="1" y="88"/>
                      <a:pt x="1" y="88"/>
                    </a:cubicBezTo>
                    <a:cubicBezTo>
                      <a:pt x="1" y="89"/>
                      <a:pt x="1" y="89"/>
                      <a:pt x="1" y="89"/>
                    </a:cubicBezTo>
                    <a:cubicBezTo>
                      <a:pt x="1" y="89"/>
                      <a:pt x="1" y="89"/>
                      <a:pt x="1" y="89"/>
                    </a:cubicBezTo>
                    <a:cubicBezTo>
                      <a:pt x="1" y="89"/>
                      <a:pt x="1" y="89"/>
                      <a:pt x="1" y="89"/>
                    </a:cubicBezTo>
                    <a:cubicBezTo>
                      <a:pt x="1" y="89"/>
                      <a:pt x="1" y="89"/>
                      <a:pt x="1" y="89"/>
                    </a:cubicBezTo>
                    <a:cubicBezTo>
                      <a:pt x="1" y="89"/>
                      <a:pt x="1" y="89"/>
                      <a:pt x="1" y="90"/>
                    </a:cubicBezTo>
                    <a:cubicBezTo>
                      <a:pt x="1" y="90"/>
                      <a:pt x="1" y="90"/>
                      <a:pt x="1" y="90"/>
                    </a:cubicBezTo>
                    <a:cubicBezTo>
                      <a:pt x="1" y="90"/>
                      <a:pt x="1" y="90"/>
                      <a:pt x="1" y="90"/>
                    </a:cubicBezTo>
                    <a:cubicBezTo>
                      <a:pt x="1" y="90"/>
                      <a:pt x="1" y="90"/>
                      <a:pt x="1" y="90"/>
                    </a:cubicBezTo>
                    <a:cubicBezTo>
                      <a:pt x="0" y="105"/>
                      <a:pt x="3" y="119"/>
                      <a:pt x="9" y="132"/>
                    </a:cubicBezTo>
                    <a:cubicBezTo>
                      <a:pt x="9" y="132"/>
                      <a:pt x="9" y="132"/>
                      <a:pt x="9" y="132"/>
                    </a:cubicBezTo>
                    <a:cubicBezTo>
                      <a:pt x="9" y="132"/>
                      <a:pt x="9" y="132"/>
                      <a:pt x="9" y="132"/>
                    </a:cubicBezTo>
                    <a:cubicBezTo>
                      <a:pt x="9" y="132"/>
                      <a:pt x="9" y="132"/>
                      <a:pt x="9" y="132"/>
                    </a:cubicBezTo>
                    <a:cubicBezTo>
                      <a:pt x="9" y="132"/>
                      <a:pt x="9" y="132"/>
                      <a:pt x="9" y="132"/>
                    </a:cubicBezTo>
                    <a:cubicBezTo>
                      <a:pt x="9" y="132"/>
                      <a:pt x="9" y="132"/>
                      <a:pt x="9" y="132"/>
                    </a:cubicBezTo>
                    <a:cubicBezTo>
                      <a:pt x="10" y="132"/>
                      <a:pt x="10" y="132"/>
                      <a:pt x="10" y="133"/>
                    </a:cubicBezTo>
                    <a:cubicBezTo>
                      <a:pt x="10" y="133"/>
                      <a:pt x="10" y="133"/>
                      <a:pt x="10" y="133"/>
                    </a:cubicBezTo>
                    <a:cubicBezTo>
                      <a:pt x="10" y="133"/>
                      <a:pt x="10" y="133"/>
                      <a:pt x="10" y="133"/>
                    </a:cubicBezTo>
                    <a:cubicBezTo>
                      <a:pt x="10" y="133"/>
                      <a:pt x="10" y="133"/>
                      <a:pt x="10" y="133"/>
                    </a:cubicBezTo>
                    <a:cubicBezTo>
                      <a:pt x="10" y="133"/>
                      <a:pt x="10" y="133"/>
                      <a:pt x="10" y="133"/>
                    </a:cubicBezTo>
                    <a:cubicBezTo>
                      <a:pt x="10" y="133"/>
                      <a:pt x="10" y="133"/>
                      <a:pt x="10" y="133"/>
                    </a:cubicBezTo>
                    <a:cubicBezTo>
                      <a:pt x="10" y="133"/>
                      <a:pt x="10" y="133"/>
                      <a:pt x="10" y="133"/>
                    </a:cubicBezTo>
                    <a:cubicBezTo>
                      <a:pt x="10" y="133"/>
                      <a:pt x="10" y="133"/>
                      <a:pt x="10" y="133"/>
                    </a:cubicBezTo>
                    <a:cubicBezTo>
                      <a:pt x="10" y="133"/>
                      <a:pt x="10" y="134"/>
                      <a:pt x="10" y="134"/>
                    </a:cubicBezTo>
                    <a:cubicBezTo>
                      <a:pt x="10" y="134"/>
                      <a:pt x="10" y="134"/>
                      <a:pt x="10" y="134"/>
                    </a:cubicBezTo>
                    <a:cubicBezTo>
                      <a:pt x="10" y="134"/>
                      <a:pt x="10" y="134"/>
                      <a:pt x="10" y="134"/>
                    </a:cubicBezTo>
                    <a:cubicBezTo>
                      <a:pt x="10" y="134"/>
                      <a:pt x="10" y="134"/>
                      <a:pt x="10" y="134"/>
                    </a:cubicBezTo>
                    <a:cubicBezTo>
                      <a:pt x="10" y="134"/>
                      <a:pt x="10" y="134"/>
                      <a:pt x="10" y="134"/>
                    </a:cubicBezTo>
                    <a:cubicBezTo>
                      <a:pt x="18" y="150"/>
                      <a:pt x="30" y="163"/>
                      <a:pt x="45" y="172"/>
                    </a:cubicBezTo>
                    <a:cubicBezTo>
                      <a:pt x="44" y="171"/>
                      <a:pt x="43" y="171"/>
                      <a:pt x="42" y="170"/>
                    </a:cubicBezTo>
                    <a:cubicBezTo>
                      <a:pt x="37" y="162"/>
                      <a:pt x="32" y="155"/>
                      <a:pt x="27" y="147"/>
                    </a:cubicBezTo>
                    <a:cubicBezTo>
                      <a:pt x="19" y="130"/>
                      <a:pt x="15" y="112"/>
                      <a:pt x="16" y="93"/>
                    </a:cubicBezTo>
                    <a:cubicBezTo>
                      <a:pt x="16" y="93"/>
                      <a:pt x="16" y="93"/>
                      <a:pt x="16" y="92"/>
                    </a:cubicBezTo>
                    <a:cubicBezTo>
                      <a:pt x="18" y="83"/>
                      <a:pt x="20" y="74"/>
                      <a:pt x="22" y="65"/>
                    </a:cubicBezTo>
                    <a:cubicBezTo>
                      <a:pt x="28" y="47"/>
                      <a:pt x="38" y="32"/>
                      <a:pt x="52" y="20"/>
                    </a:cubicBezTo>
                    <a:cubicBezTo>
                      <a:pt x="62" y="11"/>
                      <a:pt x="73" y="4"/>
                      <a:pt x="85" y="0"/>
                    </a:cubicBezTo>
                  </a:path>
                </a:pathLst>
              </a:custGeom>
              <a:solidFill>
                <a:srgbClr val="FFB5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230" name="Rectangle 96"/>
              <p:cNvSpPr>
                <a:spLocks noChangeArrowheads="1"/>
              </p:cNvSpPr>
              <p:nvPr/>
            </p:nvSpPr>
            <p:spPr bwMode="auto">
              <a:xfrm>
                <a:off x="1311275" y="3330966"/>
                <a:ext cx="276225" cy="161925"/>
              </a:xfrm>
              <a:prstGeom prst="rect">
                <a:avLst/>
              </a:prstGeom>
              <a:solidFill>
                <a:srgbClr val="FFD57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231" name="Rectangle 97"/>
              <p:cNvSpPr>
                <a:spLocks noChangeArrowheads="1"/>
              </p:cNvSpPr>
              <p:nvPr/>
            </p:nvSpPr>
            <p:spPr bwMode="auto">
              <a:xfrm>
                <a:off x="1311275" y="3218253"/>
                <a:ext cx="302968" cy="3231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2100" b="1" i="0" u="none" strike="noStrike" cap="none" normalizeH="0" baseline="0" dirty="0">
                    <a:ln>
                      <a:noFill/>
                    </a:ln>
                    <a:solidFill>
                      <a:srgbClr val="FF9936"/>
                    </a:solidFill>
                    <a:effectLst/>
                    <a:latin typeface="Raleway" panose="020B0003030101060003" pitchFamily="34" charset="0"/>
                  </a:rPr>
                  <a:t>25</a:t>
                </a:r>
                <a:endParaRPr kumimoji="0" lang="en-US" alt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</a:endParaRPr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4DD91C3C-3852-430A-9A83-22625BBCEAE3}"/>
                </a:ext>
              </a:extLst>
            </p:cNvPr>
            <p:cNvGrpSpPr/>
            <p:nvPr/>
          </p:nvGrpSpPr>
          <p:grpSpPr>
            <a:xfrm>
              <a:off x="1162050" y="4580328"/>
              <a:ext cx="569913" cy="568325"/>
              <a:chOff x="1162050" y="4580328"/>
              <a:chExt cx="569913" cy="568325"/>
            </a:xfrm>
          </p:grpSpPr>
          <p:sp>
            <p:nvSpPr>
              <p:cNvPr id="214" name="Freeform 80"/>
              <p:cNvSpPr>
                <a:spLocks/>
              </p:cNvSpPr>
              <p:nvPr/>
            </p:nvSpPr>
            <p:spPr bwMode="auto">
              <a:xfrm>
                <a:off x="1162050" y="4580328"/>
                <a:ext cx="569913" cy="568325"/>
              </a:xfrm>
              <a:custGeom>
                <a:avLst/>
                <a:gdLst>
                  <a:gd name="T0" fmla="*/ 116 w 233"/>
                  <a:gd name="T1" fmla="*/ 0 h 232"/>
                  <a:gd name="T2" fmla="*/ 232 w 233"/>
                  <a:gd name="T3" fmla="*/ 116 h 232"/>
                  <a:gd name="T4" fmla="*/ 117 w 233"/>
                  <a:gd name="T5" fmla="*/ 232 h 232"/>
                  <a:gd name="T6" fmla="*/ 0 w 233"/>
                  <a:gd name="T7" fmla="*/ 116 h 232"/>
                  <a:gd name="T8" fmla="*/ 116 w 233"/>
                  <a:gd name="T9" fmla="*/ 0 h 2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33" h="232">
                    <a:moveTo>
                      <a:pt x="116" y="0"/>
                    </a:moveTo>
                    <a:cubicBezTo>
                      <a:pt x="180" y="0"/>
                      <a:pt x="232" y="52"/>
                      <a:pt x="232" y="116"/>
                    </a:cubicBezTo>
                    <a:cubicBezTo>
                      <a:pt x="233" y="180"/>
                      <a:pt x="180" y="232"/>
                      <a:pt x="117" y="232"/>
                    </a:cubicBezTo>
                    <a:cubicBezTo>
                      <a:pt x="53" y="232"/>
                      <a:pt x="1" y="180"/>
                      <a:pt x="0" y="116"/>
                    </a:cubicBezTo>
                    <a:cubicBezTo>
                      <a:pt x="0" y="52"/>
                      <a:pt x="52" y="0"/>
                      <a:pt x="116" y="0"/>
                    </a:cubicBezTo>
                  </a:path>
                </a:pathLst>
              </a:custGeom>
              <a:solidFill>
                <a:srgbClr val="F2A01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215" name="Freeform 81"/>
              <p:cNvSpPr>
                <a:spLocks/>
              </p:cNvSpPr>
              <p:nvPr/>
            </p:nvSpPr>
            <p:spPr bwMode="auto">
              <a:xfrm>
                <a:off x="1217613" y="4637478"/>
                <a:ext cx="457200" cy="457200"/>
              </a:xfrm>
              <a:custGeom>
                <a:avLst/>
                <a:gdLst>
                  <a:gd name="T0" fmla="*/ 93 w 187"/>
                  <a:gd name="T1" fmla="*/ 0 h 187"/>
                  <a:gd name="T2" fmla="*/ 187 w 187"/>
                  <a:gd name="T3" fmla="*/ 93 h 187"/>
                  <a:gd name="T4" fmla="*/ 94 w 187"/>
                  <a:gd name="T5" fmla="*/ 187 h 187"/>
                  <a:gd name="T6" fmla="*/ 0 w 187"/>
                  <a:gd name="T7" fmla="*/ 93 h 187"/>
                  <a:gd name="T8" fmla="*/ 93 w 187"/>
                  <a:gd name="T9" fmla="*/ 0 h 1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7" h="187">
                    <a:moveTo>
                      <a:pt x="93" y="0"/>
                    </a:moveTo>
                    <a:cubicBezTo>
                      <a:pt x="145" y="0"/>
                      <a:pt x="187" y="41"/>
                      <a:pt x="187" y="93"/>
                    </a:cubicBezTo>
                    <a:cubicBezTo>
                      <a:pt x="187" y="144"/>
                      <a:pt x="145" y="187"/>
                      <a:pt x="94" y="187"/>
                    </a:cubicBezTo>
                    <a:cubicBezTo>
                      <a:pt x="42" y="187"/>
                      <a:pt x="0" y="145"/>
                      <a:pt x="0" y="93"/>
                    </a:cubicBezTo>
                    <a:cubicBezTo>
                      <a:pt x="0" y="42"/>
                      <a:pt x="42" y="0"/>
                      <a:pt x="93" y="0"/>
                    </a:cubicBezTo>
                  </a:path>
                </a:pathLst>
              </a:custGeom>
              <a:solidFill>
                <a:srgbClr val="FFD57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216" name="Freeform 82"/>
              <p:cNvSpPr>
                <a:spLocks noEditPoints="1"/>
              </p:cNvSpPr>
              <p:nvPr/>
            </p:nvSpPr>
            <p:spPr bwMode="auto">
              <a:xfrm>
                <a:off x="1217613" y="4827978"/>
                <a:ext cx="17463" cy="123825"/>
              </a:xfrm>
              <a:custGeom>
                <a:avLst/>
                <a:gdLst>
                  <a:gd name="T0" fmla="*/ 7 w 7"/>
                  <a:gd name="T1" fmla="*/ 51 h 51"/>
                  <a:gd name="T2" fmla="*/ 7 w 7"/>
                  <a:gd name="T3" fmla="*/ 50 h 51"/>
                  <a:gd name="T4" fmla="*/ 7 w 7"/>
                  <a:gd name="T5" fmla="*/ 50 h 51"/>
                  <a:gd name="T6" fmla="*/ 7 w 7"/>
                  <a:gd name="T7" fmla="*/ 50 h 51"/>
                  <a:gd name="T8" fmla="*/ 7 w 7"/>
                  <a:gd name="T9" fmla="*/ 49 h 51"/>
                  <a:gd name="T10" fmla="*/ 0 w 7"/>
                  <a:gd name="T11" fmla="*/ 16 h 51"/>
                  <a:gd name="T12" fmla="*/ 0 w 7"/>
                  <a:gd name="T13" fmla="*/ 16 h 51"/>
                  <a:gd name="T14" fmla="*/ 0 w 7"/>
                  <a:gd name="T15" fmla="*/ 16 h 51"/>
                  <a:gd name="T16" fmla="*/ 0 w 7"/>
                  <a:gd name="T17" fmla="*/ 16 h 51"/>
                  <a:gd name="T18" fmla="*/ 0 w 7"/>
                  <a:gd name="T19" fmla="*/ 15 h 51"/>
                  <a:gd name="T20" fmla="*/ 0 w 7"/>
                  <a:gd name="T21" fmla="*/ 15 h 51"/>
                  <a:gd name="T22" fmla="*/ 0 w 7"/>
                  <a:gd name="T23" fmla="*/ 15 h 51"/>
                  <a:gd name="T24" fmla="*/ 0 w 7"/>
                  <a:gd name="T25" fmla="*/ 14 h 51"/>
                  <a:gd name="T26" fmla="*/ 0 w 7"/>
                  <a:gd name="T27" fmla="*/ 14 h 51"/>
                  <a:gd name="T28" fmla="*/ 0 w 7"/>
                  <a:gd name="T29" fmla="*/ 14 h 51"/>
                  <a:gd name="T30" fmla="*/ 0 w 7"/>
                  <a:gd name="T31" fmla="*/ 14 h 51"/>
                  <a:gd name="T32" fmla="*/ 0 w 7"/>
                  <a:gd name="T33" fmla="*/ 13 h 51"/>
                  <a:gd name="T34" fmla="*/ 0 w 7"/>
                  <a:gd name="T35" fmla="*/ 13 h 51"/>
                  <a:gd name="T36" fmla="*/ 0 w 7"/>
                  <a:gd name="T37" fmla="*/ 13 h 51"/>
                  <a:gd name="T38" fmla="*/ 0 w 7"/>
                  <a:gd name="T39" fmla="*/ 12 h 51"/>
                  <a:gd name="T40" fmla="*/ 0 w 7"/>
                  <a:gd name="T41" fmla="*/ 12 h 51"/>
                  <a:gd name="T42" fmla="*/ 0 w 7"/>
                  <a:gd name="T43" fmla="*/ 12 h 51"/>
                  <a:gd name="T44" fmla="*/ 0 w 7"/>
                  <a:gd name="T45" fmla="*/ 12 h 51"/>
                  <a:gd name="T46" fmla="*/ 0 w 7"/>
                  <a:gd name="T47" fmla="*/ 11 h 51"/>
                  <a:gd name="T48" fmla="*/ 0 w 7"/>
                  <a:gd name="T49" fmla="*/ 11 h 51"/>
                  <a:gd name="T50" fmla="*/ 0 w 7"/>
                  <a:gd name="T51" fmla="*/ 11 h 51"/>
                  <a:gd name="T52" fmla="*/ 0 w 7"/>
                  <a:gd name="T53" fmla="*/ 10 h 51"/>
                  <a:gd name="T54" fmla="*/ 0 w 7"/>
                  <a:gd name="T55" fmla="*/ 10 h 51"/>
                  <a:gd name="T56" fmla="*/ 0 w 7"/>
                  <a:gd name="T57" fmla="*/ 10 h 51"/>
                  <a:gd name="T58" fmla="*/ 0 w 7"/>
                  <a:gd name="T59" fmla="*/ 9 h 51"/>
                  <a:gd name="T60" fmla="*/ 0 w 7"/>
                  <a:gd name="T61" fmla="*/ 9 h 51"/>
                  <a:gd name="T62" fmla="*/ 0 w 7"/>
                  <a:gd name="T63" fmla="*/ 9 h 51"/>
                  <a:gd name="T64" fmla="*/ 0 w 7"/>
                  <a:gd name="T65" fmla="*/ 9 h 51"/>
                  <a:gd name="T66" fmla="*/ 0 w 7"/>
                  <a:gd name="T67" fmla="*/ 8 h 51"/>
                  <a:gd name="T68" fmla="*/ 0 w 7"/>
                  <a:gd name="T69" fmla="*/ 8 h 51"/>
                  <a:gd name="T70" fmla="*/ 0 w 7"/>
                  <a:gd name="T71" fmla="*/ 8 h 51"/>
                  <a:gd name="T72" fmla="*/ 0 w 7"/>
                  <a:gd name="T73" fmla="*/ 7 h 51"/>
                  <a:gd name="T74" fmla="*/ 0 w 7"/>
                  <a:gd name="T75" fmla="*/ 7 h 51"/>
                  <a:gd name="T76" fmla="*/ 0 w 7"/>
                  <a:gd name="T77" fmla="*/ 7 h 51"/>
                  <a:gd name="T78" fmla="*/ 0 w 7"/>
                  <a:gd name="T79" fmla="*/ 6 h 51"/>
                  <a:gd name="T80" fmla="*/ 0 w 7"/>
                  <a:gd name="T81" fmla="*/ 6 h 51"/>
                  <a:gd name="T82" fmla="*/ 0 w 7"/>
                  <a:gd name="T83" fmla="*/ 6 h 51"/>
                  <a:gd name="T84" fmla="*/ 0 w 7"/>
                  <a:gd name="T85" fmla="*/ 6 h 51"/>
                  <a:gd name="T86" fmla="*/ 0 w 7"/>
                  <a:gd name="T87" fmla="*/ 5 h 51"/>
                  <a:gd name="T88" fmla="*/ 1 w 7"/>
                  <a:gd name="T89" fmla="*/ 5 h 51"/>
                  <a:gd name="T90" fmla="*/ 1 w 7"/>
                  <a:gd name="T91" fmla="*/ 5 h 51"/>
                  <a:gd name="T92" fmla="*/ 1 w 7"/>
                  <a:gd name="T93" fmla="*/ 4 h 51"/>
                  <a:gd name="T94" fmla="*/ 1 w 7"/>
                  <a:gd name="T95" fmla="*/ 4 h 51"/>
                  <a:gd name="T96" fmla="*/ 1 w 7"/>
                  <a:gd name="T97" fmla="*/ 3 h 51"/>
                  <a:gd name="T98" fmla="*/ 1 w 7"/>
                  <a:gd name="T99" fmla="*/ 3 h 51"/>
                  <a:gd name="T100" fmla="*/ 1 w 7"/>
                  <a:gd name="T101" fmla="*/ 3 h 51"/>
                  <a:gd name="T102" fmla="*/ 1 w 7"/>
                  <a:gd name="T103" fmla="*/ 3 h 51"/>
                  <a:gd name="T104" fmla="*/ 1 w 7"/>
                  <a:gd name="T105" fmla="*/ 2 h 51"/>
                  <a:gd name="T106" fmla="*/ 1 w 7"/>
                  <a:gd name="T107" fmla="*/ 1 h 51"/>
                  <a:gd name="T108" fmla="*/ 1 w 7"/>
                  <a:gd name="T109" fmla="*/ 1 h 51"/>
                  <a:gd name="T110" fmla="*/ 1 w 7"/>
                  <a:gd name="T111" fmla="*/ 1 h 51"/>
                  <a:gd name="T112" fmla="*/ 1 w 7"/>
                  <a:gd name="T113" fmla="*/ 0 h 51"/>
                  <a:gd name="T114" fmla="*/ 1 w 7"/>
                  <a:gd name="T115" fmla="*/ 0 h 51"/>
                  <a:gd name="T116" fmla="*/ 1 w 7"/>
                  <a:gd name="T117" fmla="*/ 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7" h="51">
                    <a:moveTo>
                      <a:pt x="7" y="51"/>
                    </a:moveTo>
                    <a:cubicBezTo>
                      <a:pt x="7" y="51"/>
                      <a:pt x="7" y="51"/>
                      <a:pt x="7" y="51"/>
                    </a:cubicBezTo>
                    <a:cubicBezTo>
                      <a:pt x="7" y="51"/>
                      <a:pt x="7" y="51"/>
                      <a:pt x="7" y="51"/>
                    </a:cubicBezTo>
                    <a:moveTo>
                      <a:pt x="7" y="50"/>
                    </a:moveTo>
                    <a:cubicBezTo>
                      <a:pt x="7" y="50"/>
                      <a:pt x="7" y="50"/>
                      <a:pt x="7" y="50"/>
                    </a:cubicBezTo>
                    <a:cubicBezTo>
                      <a:pt x="7" y="50"/>
                      <a:pt x="7" y="50"/>
                      <a:pt x="7" y="50"/>
                    </a:cubicBezTo>
                    <a:moveTo>
                      <a:pt x="7" y="50"/>
                    </a:moveTo>
                    <a:cubicBezTo>
                      <a:pt x="7" y="50"/>
                      <a:pt x="7" y="50"/>
                      <a:pt x="7" y="50"/>
                    </a:cubicBezTo>
                    <a:cubicBezTo>
                      <a:pt x="7" y="50"/>
                      <a:pt x="7" y="50"/>
                      <a:pt x="7" y="50"/>
                    </a:cubicBezTo>
                    <a:moveTo>
                      <a:pt x="7" y="50"/>
                    </a:moveTo>
                    <a:cubicBezTo>
                      <a:pt x="7" y="50"/>
                      <a:pt x="7" y="50"/>
                      <a:pt x="7" y="50"/>
                    </a:cubicBezTo>
                    <a:cubicBezTo>
                      <a:pt x="7" y="50"/>
                      <a:pt x="7" y="50"/>
                      <a:pt x="7" y="50"/>
                    </a:cubicBezTo>
                    <a:moveTo>
                      <a:pt x="7" y="49"/>
                    </a:moveTo>
                    <a:cubicBezTo>
                      <a:pt x="7" y="49"/>
                      <a:pt x="7" y="50"/>
                      <a:pt x="7" y="50"/>
                    </a:cubicBezTo>
                    <a:cubicBezTo>
                      <a:pt x="7" y="50"/>
                      <a:pt x="7" y="49"/>
                      <a:pt x="7" y="49"/>
                    </a:cubicBezTo>
                    <a:moveTo>
                      <a:pt x="0" y="16"/>
                    </a:moveTo>
                    <a:cubicBezTo>
                      <a:pt x="0" y="28"/>
                      <a:pt x="2" y="39"/>
                      <a:pt x="6" y="49"/>
                    </a:cubicBezTo>
                    <a:cubicBezTo>
                      <a:pt x="2" y="39"/>
                      <a:pt x="0" y="28"/>
                      <a:pt x="0" y="16"/>
                    </a:cubicBezTo>
                    <a:moveTo>
                      <a:pt x="0" y="16"/>
                    </a:moveTo>
                    <a:cubicBezTo>
                      <a:pt x="0" y="16"/>
                      <a:pt x="0" y="16"/>
                      <a:pt x="0" y="16"/>
                    </a:cubicBezTo>
                    <a:cubicBezTo>
                      <a:pt x="0" y="16"/>
                      <a:pt x="0" y="16"/>
                      <a:pt x="0" y="16"/>
                    </a:cubicBezTo>
                    <a:moveTo>
                      <a:pt x="0" y="16"/>
                    </a:moveTo>
                    <a:cubicBezTo>
                      <a:pt x="0" y="16"/>
                      <a:pt x="0" y="16"/>
                      <a:pt x="0" y="16"/>
                    </a:cubicBezTo>
                    <a:cubicBezTo>
                      <a:pt x="0" y="16"/>
                      <a:pt x="0" y="16"/>
                      <a:pt x="0" y="16"/>
                    </a:cubicBezTo>
                    <a:moveTo>
                      <a:pt x="0" y="16"/>
                    </a:moveTo>
                    <a:cubicBezTo>
                      <a:pt x="0" y="16"/>
                      <a:pt x="0" y="16"/>
                      <a:pt x="0" y="16"/>
                    </a:cubicBezTo>
                    <a:cubicBezTo>
                      <a:pt x="0" y="16"/>
                      <a:pt x="0" y="16"/>
                      <a:pt x="0" y="16"/>
                    </a:cubicBezTo>
                    <a:moveTo>
                      <a:pt x="0" y="15"/>
                    </a:moveTo>
                    <a:cubicBezTo>
                      <a:pt x="0" y="15"/>
                      <a:pt x="0" y="15"/>
                      <a:pt x="0" y="15"/>
                    </a:cubicBezTo>
                    <a:cubicBezTo>
                      <a:pt x="0" y="15"/>
                      <a:pt x="0" y="15"/>
                      <a:pt x="0" y="15"/>
                    </a:cubicBezTo>
                    <a:moveTo>
                      <a:pt x="0" y="15"/>
                    </a:moveTo>
                    <a:cubicBezTo>
                      <a:pt x="0" y="15"/>
                      <a:pt x="0" y="15"/>
                      <a:pt x="0" y="15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0" y="15"/>
                      <a:pt x="0" y="15"/>
                      <a:pt x="0" y="15"/>
                    </a:cubicBezTo>
                    <a:moveTo>
                      <a:pt x="0" y="15"/>
                    </a:moveTo>
                    <a:cubicBezTo>
                      <a:pt x="0" y="15"/>
                      <a:pt x="0" y="15"/>
                      <a:pt x="0" y="15"/>
                    </a:cubicBezTo>
                    <a:cubicBezTo>
                      <a:pt x="0" y="15"/>
                      <a:pt x="0" y="15"/>
                      <a:pt x="0" y="15"/>
                    </a:cubicBezTo>
                    <a:moveTo>
                      <a:pt x="0" y="14"/>
                    </a:moveTo>
                    <a:cubicBezTo>
                      <a:pt x="0" y="14"/>
                      <a:pt x="0" y="14"/>
                      <a:pt x="0" y="14"/>
                    </a:cubicBezTo>
                    <a:cubicBezTo>
                      <a:pt x="0" y="14"/>
                      <a:pt x="0" y="14"/>
                      <a:pt x="0" y="14"/>
                    </a:cubicBezTo>
                    <a:moveTo>
                      <a:pt x="0" y="14"/>
                    </a:moveTo>
                    <a:cubicBezTo>
                      <a:pt x="0" y="14"/>
                      <a:pt x="0" y="14"/>
                      <a:pt x="0" y="14"/>
                    </a:cubicBezTo>
                    <a:cubicBezTo>
                      <a:pt x="0" y="14"/>
                      <a:pt x="0" y="14"/>
                      <a:pt x="0" y="14"/>
                    </a:cubicBezTo>
                    <a:moveTo>
                      <a:pt x="0" y="14"/>
                    </a:moveTo>
                    <a:cubicBezTo>
                      <a:pt x="0" y="14"/>
                      <a:pt x="0" y="14"/>
                      <a:pt x="0" y="14"/>
                    </a:cubicBezTo>
                    <a:cubicBezTo>
                      <a:pt x="0" y="14"/>
                      <a:pt x="0" y="14"/>
                      <a:pt x="0" y="14"/>
                    </a:cubicBezTo>
                    <a:moveTo>
                      <a:pt x="0" y="13"/>
                    </a:moveTo>
                    <a:cubicBezTo>
                      <a:pt x="0" y="14"/>
                      <a:pt x="0" y="14"/>
                      <a:pt x="0" y="14"/>
                    </a:cubicBezTo>
                    <a:cubicBezTo>
                      <a:pt x="0" y="14"/>
                      <a:pt x="0" y="14"/>
                      <a:pt x="0" y="13"/>
                    </a:cubicBezTo>
                    <a:moveTo>
                      <a:pt x="0" y="13"/>
                    </a:moveTo>
                    <a:cubicBezTo>
                      <a:pt x="0" y="13"/>
                      <a:pt x="0" y="13"/>
                      <a:pt x="0" y="13"/>
                    </a:cubicBezTo>
                    <a:cubicBezTo>
                      <a:pt x="0" y="13"/>
                      <a:pt x="0" y="13"/>
                      <a:pt x="0" y="13"/>
                    </a:cubicBezTo>
                    <a:moveTo>
                      <a:pt x="0" y="13"/>
                    </a:moveTo>
                    <a:cubicBezTo>
                      <a:pt x="0" y="13"/>
                      <a:pt x="0" y="13"/>
                      <a:pt x="0" y="13"/>
                    </a:cubicBezTo>
                    <a:cubicBezTo>
                      <a:pt x="0" y="13"/>
                      <a:pt x="0" y="13"/>
                      <a:pt x="0" y="13"/>
                    </a:cubicBezTo>
                    <a:moveTo>
                      <a:pt x="0" y="13"/>
                    </a:moveTo>
                    <a:cubicBezTo>
                      <a:pt x="0" y="13"/>
                      <a:pt x="0" y="13"/>
                      <a:pt x="0" y="13"/>
                    </a:cubicBezTo>
                    <a:cubicBezTo>
                      <a:pt x="0" y="13"/>
                      <a:pt x="0" y="13"/>
                      <a:pt x="0" y="13"/>
                    </a:cubicBezTo>
                    <a:moveTo>
                      <a:pt x="0" y="12"/>
                    </a:moveTo>
                    <a:cubicBezTo>
                      <a:pt x="0" y="12"/>
                      <a:pt x="0" y="12"/>
                      <a:pt x="0" y="12"/>
                    </a:cubicBezTo>
                    <a:cubicBezTo>
                      <a:pt x="0" y="12"/>
                      <a:pt x="0" y="12"/>
                      <a:pt x="0" y="12"/>
                    </a:cubicBezTo>
                    <a:moveTo>
                      <a:pt x="0" y="12"/>
                    </a:moveTo>
                    <a:cubicBezTo>
                      <a:pt x="0" y="12"/>
                      <a:pt x="0" y="12"/>
                      <a:pt x="0" y="12"/>
                    </a:cubicBezTo>
                    <a:cubicBezTo>
                      <a:pt x="0" y="12"/>
                      <a:pt x="0" y="12"/>
                      <a:pt x="0" y="12"/>
                    </a:cubicBezTo>
                    <a:moveTo>
                      <a:pt x="0" y="12"/>
                    </a:moveTo>
                    <a:cubicBezTo>
                      <a:pt x="0" y="12"/>
                      <a:pt x="0" y="12"/>
                      <a:pt x="0" y="12"/>
                    </a:cubicBezTo>
                    <a:cubicBezTo>
                      <a:pt x="0" y="12"/>
                      <a:pt x="0" y="12"/>
                      <a:pt x="0" y="12"/>
                    </a:cubicBezTo>
                    <a:moveTo>
                      <a:pt x="0" y="11"/>
                    </a:moveTo>
                    <a:cubicBezTo>
                      <a:pt x="0" y="11"/>
                      <a:pt x="0" y="11"/>
                      <a:pt x="0" y="12"/>
                    </a:cubicBezTo>
                    <a:cubicBezTo>
                      <a:pt x="0" y="11"/>
                      <a:pt x="0" y="11"/>
                      <a:pt x="0" y="11"/>
                    </a:cubicBezTo>
                    <a:moveTo>
                      <a:pt x="0" y="11"/>
                    </a:moveTo>
                    <a:cubicBezTo>
                      <a:pt x="0" y="11"/>
                      <a:pt x="0" y="11"/>
                      <a:pt x="0" y="11"/>
                    </a:cubicBezTo>
                    <a:cubicBezTo>
                      <a:pt x="0" y="11"/>
                      <a:pt x="0" y="11"/>
                      <a:pt x="0" y="11"/>
                    </a:cubicBezTo>
                    <a:moveTo>
                      <a:pt x="0" y="11"/>
                    </a:moveTo>
                    <a:cubicBezTo>
                      <a:pt x="0" y="11"/>
                      <a:pt x="0" y="11"/>
                      <a:pt x="0" y="11"/>
                    </a:cubicBezTo>
                    <a:cubicBezTo>
                      <a:pt x="0" y="11"/>
                      <a:pt x="0" y="11"/>
                      <a:pt x="0" y="11"/>
                    </a:cubicBezTo>
                    <a:moveTo>
                      <a:pt x="0" y="10"/>
                    </a:moveTo>
                    <a:cubicBezTo>
                      <a:pt x="0" y="11"/>
                      <a:pt x="0" y="11"/>
                      <a:pt x="0" y="11"/>
                    </a:cubicBezTo>
                    <a:cubicBezTo>
                      <a:pt x="0" y="11"/>
                      <a:pt x="0" y="11"/>
                      <a:pt x="0" y="10"/>
                    </a:cubicBezTo>
                    <a:moveTo>
                      <a:pt x="0" y="10"/>
                    </a:moveTo>
                    <a:cubicBezTo>
                      <a:pt x="0" y="10"/>
                      <a:pt x="0" y="10"/>
                      <a:pt x="0" y="10"/>
                    </a:cubicBezTo>
                    <a:cubicBezTo>
                      <a:pt x="0" y="10"/>
                      <a:pt x="0" y="10"/>
                      <a:pt x="0" y="10"/>
                    </a:cubicBezTo>
                    <a:moveTo>
                      <a:pt x="0" y="10"/>
                    </a:moveTo>
                    <a:cubicBezTo>
                      <a:pt x="0" y="10"/>
                      <a:pt x="0" y="10"/>
                      <a:pt x="0" y="10"/>
                    </a:cubicBezTo>
                    <a:cubicBezTo>
                      <a:pt x="0" y="10"/>
                      <a:pt x="0" y="10"/>
                      <a:pt x="0" y="10"/>
                    </a:cubicBezTo>
                    <a:moveTo>
                      <a:pt x="0" y="10"/>
                    </a:moveTo>
                    <a:cubicBezTo>
                      <a:pt x="0" y="10"/>
                      <a:pt x="0" y="10"/>
                      <a:pt x="0" y="10"/>
                    </a:cubicBezTo>
                    <a:cubicBezTo>
                      <a:pt x="0" y="10"/>
                      <a:pt x="0" y="10"/>
                      <a:pt x="0" y="10"/>
                    </a:cubicBezTo>
                    <a:moveTo>
                      <a:pt x="0" y="9"/>
                    </a:moveTo>
                    <a:cubicBezTo>
                      <a:pt x="0" y="9"/>
                      <a:pt x="0" y="9"/>
                      <a:pt x="0" y="9"/>
                    </a:cubicBezTo>
                    <a:cubicBezTo>
                      <a:pt x="0" y="9"/>
                      <a:pt x="0" y="9"/>
                      <a:pt x="0" y="9"/>
                    </a:cubicBezTo>
                    <a:moveTo>
                      <a:pt x="0" y="9"/>
                    </a:moveTo>
                    <a:cubicBezTo>
                      <a:pt x="0" y="9"/>
                      <a:pt x="0" y="9"/>
                      <a:pt x="0" y="9"/>
                    </a:cubicBezTo>
                    <a:cubicBezTo>
                      <a:pt x="0" y="9"/>
                      <a:pt x="0" y="9"/>
                      <a:pt x="0" y="9"/>
                    </a:cubicBezTo>
                    <a:moveTo>
                      <a:pt x="0" y="9"/>
                    </a:moveTo>
                    <a:cubicBezTo>
                      <a:pt x="0" y="9"/>
                      <a:pt x="0" y="9"/>
                      <a:pt x="0" y="9"/>
                    </a:cubicBezTo>
                    <a:cubicBezTo>
                      <a:pt x="0" y="9"/>
                      <a:pt x="0" y="9"/>
                      <a:pt x="0" y="9"/>
                    </a:cubicBezTo>
                    <a:moveTo>
                      <a:pt x="0" y="8"/>
                    </a:moveTo>
                    <a:cubicBezTo>
                      <a:pt x="0" y="8"/>
                      <a:pt x="0" y="8"/>
                      <a:pt x="0" y="9"/>
                    </a:cubicBezTo>
                    <a:cubicBezTo>
                      <a:pt x="0" y="8"/>
                      <a:pt x="0" y="8"/>
                      <a:pt x="0" y="8"/>
                    </a:cubicBezTo>
                    <a:moveTo>
                      <a:pt x="0" y="8"/>
                    </a:moveTo>
                    <a:cubicBezTo>
                      <a:pt x="0" y="8"/>
                      <a:pt x="0" y="8"/>
                      <a:pt x="0" y="8"/>
                    </a:cubicBezTo>
                    <a:cubicBezTo>
                      <a:pt x="0" y="8"/>
                      <a:pt x="0" y="8"/>
                      <a:pt x="0" y="8"/>
                    </a:cubicBezTo>
                    <a:moveTo>
                      <a:pt x="0" y="8"/>
                    </a:moveTo>
                    <a:cubicBezTo>
                      <a:pt x="0" y="8"/>
                      <a:pt x="0" y="8"/>
                      <a:pt x="0" y="8"/>
                    </a:cubicBezTo>
                    <a:cubicBezTo>
                      <a:pt x="0" y="8"/>
                      <a:pt x="0" y="8"/>
                      <a:pt x="0" y="8"/>
                    </a:cubicBezTo>
                    <a:moveTo>
                      <a:pt x="0" y="8"/>
                    </a:moveTo>
                    <a:cubicBezTo>
                      <a:pt x="0" y="8"/>
                      <a:pt x="0" y="8"/>
                      <a:pt x="0" y="8"/>
                    </a:cubicBezTo>
                    <a:cubicBezTo>
                      <a:pt x="0" y="8"/>
                      <a:pt x="0" y="8"/>
                      <a:pt x="0" y="8"/>
                    </a:cubicBezTo>
                    <a:moveTo>
                      <a:pt x="0" y="7"/>
                    </a:moveTo>
                    <a:cubicBezTo>
                      <a:pt x="0" y="7"/>
                      <a:pt x="0" y="7"/>
                      <a:pt x="0" y="7"/>
                    </a:cubicBezTo>
                    <a:cubicBezTo>
                      <a:pt x="0" y="7"/>
                      <a:pt x="0" y="7"/>
                      <a:pt x="0" y="7"/>
                    </a:cubicBezTo>
                    <a:moveTo>
                      <a:pt x="0" y="7"/>
                    </a:moveTo>
                    <a:cubicBezTo>
                      <a:pt x="0" y="7"/>
                      <a:pt x="0" y="7"/>
                      <a:pt x="0" y="7"/>
                    </a:cubicBezTo>
                    <a:cubicBezTo>
                      <a:pt x="0" y="7"/>
                      <a:pt x="0" y="7"/>
                      <a:pt x="0" y="7"/>
                    </a:cubicBezTo>
                    <a:moveTo>
                      <a:pt x="0" y="7"/>
                    </a:moveTo>
                    <a:cubicBezTo>
                      <a:pt x="0" y="7"/>
                      <a:pt x="0" y="7"/>
                      <a:pt x="0" y="7"/>
                    </a:cubicBezTo>
                    <a:cubicBezTo>
                      <a:pt x="0" y="7"/>
                      <a:pt x="0" y="7"/>
                      <a:pt x="0" y="7"/>
                    </a:cubicBezTo>
                    <a:moveTo>
                      <a:pt x="0" y="6"/>
                    </a:moveTo>
                    <a:cubicBezTo>
                      <a:pt x="0" y="6"/>
                      <a:pt x="0" y="6"/>
                      <a:pt x="0" y="6"/>
                    </a:cubicBezTo>
                    <a:cubicBezTo>
                      <a:pt x="0" y="6"/>
                      <a:pt x="0" y="6"/>
                      <a:pt x="0" y="6"/>
                    </a:cubicBezTo>
                    <a:moveTo>
                      <a:pt x="0" y="6"/>
                    </a:moveTo>
                    <a:cubicBezTo>
                      <a:pt x="0" y="6"/>
                      <a:pt x="0" y="6"/>
                      <a:pt x="0" y="6"/>
                    </a:cubicBezTo>
                    <a:cubicBezTo>
                      <a:pt x="0" y="6"/>
                      <a:pt x="0" y="6"/>
                      <a:pt x="0" y="6"/>
                    </a:cubicBezTo>
                    <a:moveTo>
                      <a:pt x="0" y="6"/>
                    </a:moveTo>
                    <a:cubicBezTo>
                      <a:pt x="0" y="6"/>
                      <a:pt x="0" y="6"/>
                      <a:pt x="0" y="6"/>
                    </a:cubicBezTo>
                    <a:cubicBezTo>
                      <a:pt x="0" y="6"/>
                      <a:pt x="0" y="6"/>
                      <a:pt x="0" y="6"/>
                    </a:cubicBezTo>
                    <a:moveTo>
                      <a:pt x="0" y="5"/>
                    </a:moveTo>
                    <a:cubicBezTo>
                      <a:pt x="0" y="5"/>
                      <a:pt x="0" y="6"/>
                      <a:pt x="0" y="6"/>
                    </a:cubicBezTo>
                    <a:cubicBezTo>
                      <a:pt x="0" y="6"/>
                      <a:pt x="0" y="5"/>
                      <a:pt x="0" y="5"/>
                    </a:cubicBezTo>
                    <a:moveTo>
                      <a:pt x="0" y="5"/>
                    </a:moveTo>
                    <a:cubicBezTo>
                      <a:pt x="0" y="5"/>
                      <a:pt x="0" y="5"/>
                      <a:pt x="0" y="5"/>
                    </a:cubicBezTo>
                    <a:cubicBezTo>
                      <a:pt x="0" y="5"/>
                      <a:pt x="0" y="5"/>
                      <a:pt x="0" y="5"/>
                    </a:cubicBezTo>
                    <a:moveTo>
                      <a:pt x="1" y="5"/>
                    </a:moveTo>
                    <a:cubicBezTo>
                      <a:pt x="1" y="5"/>
                      <a:pt x="1" y="5"/>
                      <a:pt x="1" y="5"/>
                    </a:cubicBezTo>
                    <a:cubicBezTo>
                      <a:pt x="1" y="5"/>
                      <a:pt x="1" y="5"/>
                      <a:pt x="1" y="5"/>
                    </a:cubicBezTo>
                    <a:moveTo>
                      <a:pt x="1" y="5"/>
                    </a:moveTo>
                    <a:cubicBezTo>
                      <a:pt x="1" y="5"/>
                      <a:pt x="1" y="5"/>
                      <a:pt x="1" y="5"/>
                    </a:cubicBezTo>
                    <a:cubicBezTo>
                      <a:pt x="1" y="5"/>
                      <a:pt x="1" y="5"/>
                      <a:pt x="1" y="5"/>
                    </a:cubicBezTo>
                    <a:moveTo>
                      <a:pt x="1" y="4"/>
                    </a:moveTo>
                    <a:cubicBezTo>
                      <a:pt x="1" y="4"/>
                      <a:pt x="1" y="4"/>
                      <a:pt x="1" y="4"/>
                    </a:cubicBezTo>
                    <a:cubicBezTo>
                      <a:pt x="1" y="4"/>
                      <a:pt x="1" y="4"/>
                      <a:pt x="1" y="4"/>
                    </a:cubicBezTo>
                    <a:moveTo>
                      <a:pt x="1" y="4"/>
                    </a:moveTo>
                    <a:cubicBezTo>
                      <a:pt x="1" y="4"/>
                      <a:pt x="1" y="4"/>
                      <a:pt x="1" y="4"/>
                    </a:cubicBezTo>
                    <a:cubicBezTo>
                      <a:pt x="1" y="4"/>
                      <a:pt x="1" y="4"/>
                      <a:pt x="1" y="4"/>
                    </a:cubicBezTo>
                    <a:moveTo>
                      <a:pt x="1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1" y="3"/>
                      <a:pt x="1" y="3"/>
                      <a:pt x="1" y="3"/>
                    </a:cubicBezTo>
                    <a:moveTo>
                      <a:pt x="1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1" y="3"/>
                      <a:pt x="1" y="3"/>
                      <a:pt x="1" y="3"/>
                    </a:cubicBezTo>
                    <a:moveTo>
                      <a:pt x="1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1" y="3"/>
                      <a:pt x="1" y="3"/>
                      <a:pt x="1" y="3"/>
                    </a:cubicBezTo>
                    <a:moveTo>
                      <a:pt x="1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1" y="3"/>
                      <a:pt x="1" y="3"/>
                      <a:pt x="1" y="3"/>
                    </a:cubicBezTo>
                    <a:moveTo>
                      <a:pt x="1" y="2"/>
                    </a:moveTo>
                    <a:cubicBezTo>
                      <a:pt x="1" y="2"/>
                      <a:pt x="1" y="2"/>
                      <a:pt x="1" y="2"/>
                    </a:cubicBezTo>
                    <a:cubicBezTo>
                      <a:pt x="1" y="2"/>
                      <a:pt x="1" y="2"/>
                      <a:pt x="1" y="2"/>
                    </a:cubicBezTo>
                    <a:moveTo>
                      <a:pt x="1" y="1"/>
                    </a:moveTo>
                    <a:cubicBezTo>
                      <a:pt x="1" y="1"/>
                      <a:pt x="1" y="1"/>
                      <a:pt x="1" y="1"/>
                    </a:cubicBezTo>
                    <a:cubicBezTo>
                      <a:pt x="1" y="1"/>
                      <a:pt x="1" y="1"/>
                      <a:pt x="1" y="1"/>
                    </a:cubicBezTo>
                    <a:moveTo>
                      <a:pt x="1" y="1"/>
                    </a:moveTo>
                    <a:cubicBezTo>
                      <a:pt x="1" y="1"/>
                      <a:pt x="1" y="1"/>
                      <a:pt x="1" y="1"/>
                    </a:cubicBezTo>
                    <a:cubicBezTo>
                      <a:pt x="1" y="1"/>
                      <a:pt x="1" y="1"/>
                      <a:pt x="1" y="1"/>
                    </a:cubicBezTo>
                    <a:moveTo>
                      <a:pt x="1" y="1"/>
                    </a:moveTo>
                    <a:cubicBezTo>
                      <a:pt x="1" y="1"/>
                      <a:pt x="1" y="1"/>
                      <a:pt x="1" y="1"/>
                    </a:cubicBezTo>
                    <a:cubicBezTo>
                      <a:pt x="1" y="1"/>
                      <a:pt x="1" y="1"/>
                      <a:pt x="1" y="1"/>
                    </a:cubicBezTo>
                    <a:moveTo>
                      <a:pt x="1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  <a:moveTo>
                      <a:pt x="1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  <a:moveTo>
                      <a:pt x="1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</a:path>
                </a:pathLst>
              </a:custGeom>
              <a:solidFill>
                <a:srgbClr val="E56A0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217" name="Freeform 83"/>
              <p:cNvSpPr>
                <a:spLocks/>
              </p:cNvSpPr>
              <p:nvPr/>
            </p:nvSpPr>
            <p:spPr bwMode="auto">
              <a:xfrm>
                <a:off x="1217613" y="4639066"/>
                <a:ext cx="190500" cy="425450"/>
              </a:xfrm>
              <a:custGeom>
                <a:avLst/>
                <a:gdLst>
                  <a:gd name="T0" fmla="*/ 1 w 78"/>
                  <a:gd name="T1" fmla="*/ 77 h 174"/>
                  <a:gd name="T2" fmla="*/ 1 w 78"/>
                  <a:gd name="T3" fmla="*/ 77 h 174"/>
                  <a:gd name="T4" fmla="*/ 1 w 78"/>
                  <a:gd name="T5" fmla="*/ 77 h 174"/>
                  <a:gd name="T6" fmla="*/ 1 w 78"/>
                  <a:gd name="T7" fmla="*/ 78 h 174"/>
                  <a:gd name="T8" fmla="*/ 1 w 78"/>
                  <a:gd name="T9" fmla="*/ 78 h 174"/>
                  <a:gd name="T10" fmla="*/ 1 w 78"/>
                  <a:gd name="T11" fmla="*/ 78 h 174"/>
                  <a:gd name="T12" fmla="*/ 1 w 78"/>
                  <a:gd name="T13" fmla="*/ 79 h 174"/>
                  <a:gd name="T14" fmla="*/ 1 w 78"/>
                  <a:gd name="T15" fmla="*/ 80 h 174"/>
                  <a:gd name="T16" fmla="*/ 1 w 78"/>
                  <a:gd name="T17" fmla="*/ 80 h 174"/>
                  <a:gd name="T18" fmla="*/ 1 w 78"/>
                  <a:gd name="T19" fmla="*/ 80 h 174"/>
                  <a:gd name="T20" fmla="*/ 1 w 78"/>
                  <a:gd name="T21" fmla="*/ 80 h 174"/>
                  <a:gd name="T22" fmla="*/ 1 w 78"/>
                  <a:gd name="T23" fmla="*/ 81 h 174"/>
                  <a:gd name="T24" fmla="*/ 1 w 78"/>
                  <a:gd name="T25" fmla="*/ 81 h 174"/>
                  <a:gd name="T26" fmla="*/ 1 w 78"/>
                  <a:gd name="T27" fmla="*/ 82 h 174"/>
                  <a:gd name="T28" fmla="*/ 1 w 78"/>
                  <a:gd name="T29" fmla="*/ 82 h 174"/>
                  <a:gd name="T30" fmla="*/ 0 w 78"/>
                  <a:gd name="T31" fmla="*/ 82 h 174"/>
                  <a:gd name="T32" fmla="*/ 0 w 78"/>
                  <a:gd name="T33" fmla="*/ 82 h 174"/>
                  <a:gd name="T34" fmla="*/ 0 w 78"/>
                  <a:gd name="T35" fmla="*/ 83 h 174"/>
                  <a:gd name="T36" fmla="*/ 0 w 78"/>
                  <a:gd name="T37" fmla="*/ 83 h 174"/>
                  <a:gd name="T38" fmla="*/ 0 w 78"/>
                  <a:gd name="T39" fmla="*/ 83 h 174"/>
                  <a:gd name="T40" fmla="*/ 0 w 78"/>
                  <a:gd name="T41" fmla="*/ 84 h 174"/>
                  <a:gd name="T42" fmla="*/ 0 w 78"/>
                  <a:gd name="T43" fmla="*/ 84 h 174"/>
                  <a:gd name="T44" fmla="*/ 0 w 78"/>
                  <a:gd name="T45" fmla="*/ 84 h 174"/>
                  <a:gd name="T46" fmla="*/ 0 w 78"/>
                  <a:gd name="T47" fmla="*/ 85 h 174"/>
                  <a:gd name="T48" fmla="*/ 0 w 78"/>
                  <a:gd name="T49" fmla="*/ 85 h 174"/>
                  <a:gd name="T50" fmla="*/ 0 w 78"/>
                  <a:gd name="T51" fmla="*/ 85 h 174"/>
                  <a:gd name="T52" fmla="*/ 0 w 78"/>
                  <a:gd name="T53" fmla="*/ 85 h 174"/>
                  <a:gd name="T54" fmla="*/ 0 w 78"/>
                  <a:gd name="T55" fmla="*/ 86 h 174"/>
                  <a:gd name="T56" fmla="*/ 0 w 78"/>
                  <a:gd name="T57" fmla="*/ 86 h 174"/>
                  <a:gd name="T58" fmla="*/ 0 w 78"/>
                  <a:gd name="T59" fmla="*/ 86 h 174"/>
                  <a:gd name="T60" fmla="*/ 0 w 78"/>
                  <a:gd name="T61" fmla="*/ 87 h 174"/>
                  <a:gd name="T62" fmla="*/ 0 w 78"/>
                  <a:gd name="T63" fmla="*/ 87 h 174"/>
                  <a:gd name="T64" fmla="*/ 0 w 78"/>
                  <a:gd name="T65" fmla="*/ 87 h 174"/>
                  <a:gd name="T66" fmla="*/ 0 w 78"/>
                  <a:gd name="T67" fmla="*/ 87 h 174"/>
                  <a:gd name="T68" fmla="*/ 0 w 78"/>
                  <a:gd name="T69" fmla="*/ 88 h 174"/>
                  <a:gd name="T70" fmla="*/ 0 w 78"/>
                  <a:gd name="T71" fmla="*/ 88 h 174"/>
                  <a:gd name="T72" fmla="*/ 0 w 78"/>
                  <a:gd name="T73" fmla="*/ 88 h 174"/>
                  <a:gd name="T74" fmla="*/ 0 w 78"/>
                  <a:gd name="T75" fmla="*/ 89 h 174"/>
                  <a:gd name="T76" fmla="*/ 0 w 78"/>
                  <a:gd name="T77" fmla="*/ 89 h 174"/>
                  <a:gd name="T78" fmla="*/ 0 w 78"/>
                  <a:gd name="T79" fmla="*/ 89 h 174"/>
                  <a:gd name="T80" fmla="*/ 0 w 78"/>
                  <a:gd name="T81" fmla="*/ 90 h 174"/>
                  <a:gd name="T82" fmla="*/ 0 w 78"/>
                  <a:gd name="T83" fmla="*/ 90 h 174"/>
                  <a:gd name="T84" fmla="*/ 0 w 78"/>
                  <a:gd name="T85" fmla="*/ 90 h 174"/>
                  <a:gd name="T86" fmla="*/ 0 w 78"/>
                  <a:gd name="T87" fmla="*/ 90 h 174"/>
                  <a:gd name="T88" fmla="*/ 0 w 78"/>
                  <a:gd name="T89" fmla="*/ 91 h 174"/>
                  <a:gd name="T90" fmla="*/ 0 w 78"/>
                  <a:gd name="T91" fmla="*/ 91 h 174"/>
                  <a:gd name="T92" fmla="*/ 0 w 78"/>
                  <a:gd name="T93" fmla="*/ 91 h 174"/>
                  <a:gd name="T94" fmla="*/ 0 w 78"/>
                  <a:gd name="T95" fmla="*/ 92 h 174"/>
                  <a:gd name="T96" fmla="*/ 0 w 78"/>
                  <a:gd name="T97" fmla="*/ 92 h 174"/>
                  <a:gd name="T98" fmla="*/ 0 w 78"/>
                  <a:gd name="T99" fmla="*/ 92 h 174"/>
                  <a:gd name="T100" fmla="*/ 0 w 78"/>
                  <a:gd name="T101" fmla="*/ 93 h 174"/>
                  <a:gd name="T102" fmla="*/ 0 w 78"/>
                  <a:gd name="T103" fmla="*/ 93 h 174"/>
                  <a:gd name="T104" fmla="*/ 0 w 78"/>
                  <a:gd name="T105" fmla="*/ 93 h 174"/>
                  <a:gd name="T106" fmla="*/ 0 w 78"/>
                  <a:gd name="T107" fmla="*/ 93 h 174"/>
                  <a:gd name="T108" fmla="*/ 7 w 78"/>
                  <a:gd name="T109" fmla="*/ 126 h 174"/>
                  <a:gd name="T110" fmla="*/ 7 w 78"/>
                  <a:gd name="T111" fmla="*/ 127 h 174"/>
                  <a:gd name="T112" fmla="*/ 7 w 78"/>
                  <a:gd name="T113" fmla="*/ 127 h 174"/>
                  <a:gd name="T114" fmla="*/ 7 w 78"/>
                  <a:gd name="T115" fmla="*/ 127 h 174"/>
                  <a:gd name="T116" fmla="*/ 7 w 78"/>
                  <a:gd name="T117" fmla="*/ 128 h 174"/>
                  <a:gd name="T118" fmla="*/ 49 w 78"/>
                  <a:gd name="T119" fmla="*/ 174 h 174"/>
                  <a:gd name="T120" fmla="*/ 30 w 78"/>
                  <a:gd name="T121" fmla="*/ 151 h 174"/>
                  <a:gd name="T122" fmla="*/ 16 w 78"/>
                  <a:gd name="T123" fmla="*/ 96 h 174"/>
                  <a:gd name="T124" fmla="*/ 46 w 78"/>
                  <a:gd name="T125" fmla="*/ 22 h 1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78" h="174">
                    <a:moveTo>
                      <a:pt x="78" y="0"/>
                    </a:moveTo>
                    <a:cubicBezTo>
                      <a:pt x="39" y="6"/>
                      <a:pt x="8" y="37"/>
                      <a:pt x="1" y="77"/>
                    </a:cubicBezTo>
                    <a:cubicBezTo>
                      <a:pt x="1" y="77"/>
                      <a:pt x="1" y="77"/>
                      <a:pt x="1" y="77"/>
                    </a:cubicBezTo>
                    <a:cubicBezTo>
                      <a:pt x="1" y="77"/>
                      <a:pt x="1" y="77"/>
                      <a:pt x="1" y="77"/>
                    </a:cubicBezTo>
                    <a:cubicBezTo>
                      <a:pt x="1" y="77"/>
                      <a:pt x="1" y="77"/>
                      <a:pt x="1" y="77"/>
                    </a:cubicBezTo>
                    <a:cubicBezTo>
                      <a:pt x="1" y="77"/>
                      <a:pt x="1" y="77"/>
                      <a:pt x="1" y="77"/>
                    </a:cubicBezTo>
                    <a:cubicBezTo>
                      <a:pt x="1" y="77"/>
                      <a:pt x="1" y="77"/>
                      <a:pt x="1" y="77"/>
                    </a:cubicBezTo>
                    <a:cubicBezTo>
                      <a:pt x="1" y="77"/>
                      <a:pt x="1" y="77"/>
                      <a:pt x="1" y="78"/>
                    </a:cubicBezTo>
                    <a:cubicBezTo>
                      <a:pt x="1" y="78"/>
                      <a:pt x="1" y="78"/>
                      <a:pt x="1" y="78"/>
                    </a:cubicBezTo>
                    <a:cubicBezTo>
                      <a:pt x="1" y="78"/>
                      <a:pt x="1" y="78"/>
                      <a:pt x="1" y="78"/>
                    </a:cubicBezTo>
                    <a:cubicBezTo>
                      <a:pt x="1" y="78"/>
                      <a:pt x="1" y="78"/>
                      <a:pt x="1" y="78"/>
                    </a:cubicBezTo>
                    <a:cubicBezTo>
                      <a:pt x="1" y="78"/>
                      <a:pt x="1" y="78"/>
                      <a:pt x="1" y="78"/>
                    </a:cubicBezTo>
                    <a:cubicBezTo>
                      <a:pt x="1" y="78"/>
                      <a:pt x="1" y="78"/>
                      <a:pt x="1" y="78"/>
                    </a:cubicBezTo>
                    <a:cubicBezTo>
                      <a:pt x="1" y="78"/>
                      <a:pt x="1" y="79"/>
                      <a:pt x="1" y="79"/>
                    </a:cubicBezTo>
                    <a:cubicBezTo>
                      <a:pt x="1" y="79"/>
                      <a:pt x="1" y="79"/>
                      <a:pt x="1" y="79"/>
                    </a:cubicBezTo>
                    <a:cubicBezTo>
                      <a:pt x="1" y="79"/>
                      <a:pt x="1" y="79"/>
                      <a:pt x="1" y="80"/>
                    </a:cubicBezTo>
                    <a:cubicBezTo>
                      <a:pt x="1" y="80"/>
                      <a:pt x="1" y="80"/>
                      <a:pt x="1" y="80"/>
                    </a:cubicBezTo>
                    <a:cubicBezTo>
                      <a:pt x="1" y="80"/>
                      <a:pt x="1" y="80"/>
                      <a:pt x="1" y="80"/>
                    </a:cubicBezTo>
                    <a:cubicBezTo>
                      <a:pt x="1" y="80"/>
                      <a:pt x="1" y="80"/>
                      <a:pt x="1" y="80"/>
                    </a:cubicBezTo>
                    <a:cubicBezTo>
                      <a:pt x="1" y="80"/>
                      <a:pt x="1" y="80"/>
                      <a:pt x="1" y="80"/>
                    </a:cubicBezTo>
                    <a:cubicBezTo>
                      <a:pt x="1" y="80"/>
                      <a:pt x="1" y="80"/>
                      <a:pt x="1" y="80"/>
                    </a:cubicBezTo>
                    <a:cubicBezTo>
                      <a:pt x="1" y="80"/>
                      <a:pt x="1" y="80"/>
                      <a:pt x="1" y="80"/>
                    </a:cubicBezTo>
                    <a:cubicBezTo>
                      <a:pt x="1" y="80"/>
                      <a:pt x="1" y="80"/>
                      <a:pt x="1" y="80"/>
                    </a:cubicBezTo>
                    <a:cubicBezTo>
                      <a:pt x="1" y="81"/>
                      <a:pt x="1" y="81"/>
                      <a:pt x="1" y="81"/>
                    </a:cubicBezTo>
                    <a:cubicBezTo>
                      <a:pt x="1" y="81"/>
                      <a:pt x="1" y="81"/>
                      <a:pt x="1" y="81"/>
                    </a:cubicBezTo>
                    <a:cubicBezTo>
                      <a:pt x="1" y="81"/>
                      <a:pt x="1" y="81"/>
                      <a:pt x="1" y="81"/>
                    </a:cubicBezTo>
                    <a:cubicBezTo>
                      <a:pt x="1" y="81"/>
                      <a:pt x="1" y="81"/>
                      <a:pt x="1" y="81"/>
                    </a:cubicBezTo>
                    <a:cubicBezTo>
                      <a:pt x="1" y="81"/>
                      <a:pt x="1" y="81"/>
                      <a:pt x="1" y="82"/>
                    </a:cubicBezTo>
                    <a:cubicBezTo>
                      <a:pt x="1" y="82"/>
                      <a:pt x="1" y="82"/>
                      <a:pt x="1" y="82"/>
                    </a:cubicBezTo>
                    <a:cubicBezTo>
                      <a:pt x="1" y="82"/>
                      <a:pt x="1" y="82"/>
                      <a:pt x="1" y="82"/>
                    </a:cubicBezTo>
                    <a:cubicBezTo>
                      <a:pt x="1" y="82"/>
                      <a:pt x="1" y="82"/>
                      <a:pt x="1" y="82"/>
                    </a:cubicBezTo>
                    <a:cubicBezTo>
                      <a:pt x="1" y="82"/>
                      <a:pt x="1" y="82"/>
                      <a:pt x="0" y="82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82"/>
                      <a:pt x="0" y="83"/>
                      <a:pt x="0" y="83"/>
                    </a:cubicBezTo>
                    <a:cubicBezTo>
                      <a:pt x="0" y="83"/>
                      <a:pt x="0" y="83"/>
                      <a:pt x="0" y="83"/>
                    </a:cubicBezTo>
                    <a:cubicBezTo>
                      <a:pt x="0" y="83"/>
                      <a:pt x="0" y="83"/>
                      <a:pt x="0" y="83"/>
                    </a:cubicBezTo>
                    <a:cubicBezTo>
                      <a:pt x="0" y="83"/>
                      <a:pt x="0" y="83"/>
                      <a:pt x="0" y="83"/>
                    </a:cubicBezTo>
                    <a:cubicBezTo>
                      <a:pt x="0" y="83"/>
                      <a:pt x="0" y="83"/>
                      <a:pt x="0" y="83"/>
                    </a:cubicBezTo>
                    <a:cubicBezTo>
                      <a:pt x="0" y="83"/>
                      <a:pt x="0" y="83"/>
                      <a:pt x="0" y="83"/>
                    </a:cubicBezTo>
                    <a:cubicBezTo>
                      <a:pt x="0" y="83"/>
                      <a:pt x="0" y="83"/>
                      <a:pt x="0" y="83"/>
                    </a:cubicBezTo>
                    <a:cubicBezTo>
                      <a:pt x="0" y="83"/>
                      <a:pt x="0" y="84"/>
                      <a:pt x="0" y="84"/>
                    </a:cubicBezTo>
                    <a:cubicBezTo>
                      <a:pt x="0" y="84"/>
                      <a:pt x="0" y="84"/>
                      <a:pt x="0" y="84"/>
                    </a:cubicBezTo>
                    <a:cubicBezTo>
                      <a:pt x="0" y="84"/>
                      <a:pt x="0" y="84"/>
                      <a:pt x="0" y="84"/>
                    </a:cubicBezTo>
                    <a:cubicBezTo>
                      <a:pt x="0" y="84"/>
                      <a:pt x="0" y="84"/>
                      <a:pt x="0" y="84"/>
                    </a:cubicBezTo>
                    <a:cubicBezTo>
                      <a:pt x="0" y="84"/>
                      <a:pt x="0" y="84"/>
                      <a:pt x="0" y="84"/>
                    </a:cubicBezTo>
                    <a:cubicBezTo>
                      <a:pt x="0" y="84"/>
                      <a:pt x="0" y="84"/>
                      <a:pt x="0" y="84"/>
                    </a:cubicBezTo>
                    <a:cubicBezTo>
                      <a:pt x="0" y="84"/>
                      <a:pt x="0" y="84"/>
                      <a:pt x="0" y="85"/>
                    </a:cubicBezTo>
                    <a:cubicBezTo>
                      <a:pt x="0" y="85"/>
                      <a:pt x="0" y="85"/>
                      <a:pt x="0" y="85"/>
                    </a:cubicBezTo>
                    <a:cubicBezTo>
                      <a:pt x="0" y="85"/>
                      <a:pt x="0" y="85"/>
                      <a:pt x="0" y="85"/>
                    </a:cubicBezTo>
                    <a:cubicBezTo>
                      <a:pt x="0" y="85"/>
                      <a:pt x="0" y="85"/>
                      <a:pt x="0" y="85"/>
                    </a:cubicBezTo>
                    <a:cubicBezTo>
                      <a:pt x="0" y="85"/>
                      <a:pt x="0" y="85"/>
                      <a:pt x="0" y="85"/>
                    </a:cubicBezTo>
                    <a:cubicBezTo>
                      <a:pt x="0" y="85"/>
                      <a:pt x="0" y="85"/>
                      <a:pt x="0" y="85"/>
                    </a:cubicBezTo>
                    <a:cubicBezTo>
                      <a:pt x="0" y="85"/>
                      <a:pt x="0" y="85"/>
                      <a:pt x="0" y="85"/>
                    </a:cubicBezTo>
                    <a:cubicBezTo>
                      <a:pt x="0" y="85"/>
                      <a:pt x="0" y="85"/>
                      <a:pt x="0" y="86"/>
                    </a:cubicBezTo>
                    <a:cubicBezTo>
                      <a:pt x="0" y="86"/>
                      <a:pt x="0" y="86"/>
                      <a:pt x="0" y="86"/>
                    </a:cubicBezTo>
                    <a:cubicBezTo>
                      <a:pt x="0" y="86"/>
                      <a:pt x="0" y="86"/>
                      <a:pt x="0" y="86"/>
                    </a:cubicBezTo>
                    <a:cubicBezTo>
                      <a:pt x="0" y="86"/>
                      <a:pt x="0" y="86"/>
                      <a:pt x="0" y="86"/>
                    </a:cubicBezTo>
                    <a:cubicBezTo>
                      <a:pt x="0" y="86"/>
                      <a:pt x="0" y="86"/>
                      <a:pt x="0" y="86"/>
                    </a:cubicBezTo>
                    <a:cubicBezTo>
                      <a:pt x="0" y="86"/>
                      <a:pt x="0" y="86"/>
                      <a:pt x="0" y="86"/>
                    </a:cubicBezTo>
                    <a:cubicBezTo>
                      <a:pt x="0" y="86"/>
                      <a:pt x="0" y="86"/>
                      <a:pt x="0" y="86"/>
                    </a:cubicBezTo>
                    <a:cubicBezTo>
                      <a:pt x="0" y="86"/>
                      <a:pt x="0" y="86"/>
                      <a:pt x="0" y="87"/>
                    </a:cubicBezTo>
                    <a:cubicBezTo>
                      <a:pt x="0" y="87"/>
                      <a:pt x="0" y="87"/>
                      <a:pt x="0" y="87"/>
                    </a:cubicBezTo>
                    <a:cubicBezTo>
                      <a:pt x="0" y="87"/>
                      <a:pt x="0" y="87"/>
                      <a:pt x="0" y="87"/>
                    </a:cubicBezTo>
                    <a:cubicBezTo>
                      <a:pt x="0" y="87"/>
                      <a:pt x="0" y="87"/>
                      <a:pt x="0" y="87"/>
                    </a:cubicBezTo>
                    <a:cubicBezTo>
                      <a:pt x="0" y="87"/>
                      <a:pt x="0" y="87"/>
                      <a:pt x="0" y="87"/>
                    </a:cubicBezTo>
                    <a:cubicBezTo>
                      <a:pt x="0" y="87"/>
                      <a:pt x="0" y="87"/>
                      <a:pt x="0" y="87"/>
                    </a:cubicBezTo>
                    <a:cubicBezTo>
                      <a:pt x="0" y="87"/>
                      <a:pt x="0" y="87"/>
                      <a:pt x="0" y="87"/>
                    </a:cubicBezTo>
                    <a:cubicBezTo>
                      <a:pt x="0" y="88"/>
                      <a:pt x="0" y="88"/>
                      <a:pt x="0" y="88"/>
                    </a:cubicBezTo>
                    <a:cubicBezTo>
                      <a:pt x="0" y="88"/>
                      <a:pt x="0" y="88"/>
                      <a:pt x="0" y="88"/>
                    </a:cubicBezTo>
                    <a:cubicBezTo>
                      <a:pt x="0" y="88"/>
                      <a:pt x="0" y="88"/>
                      <a:pt x="0" y="88"/>
                    </a:cubicBezTo>
                    <a:cubicBezTo>
                      <a:pt x="0" y="88"/>
                      <a:pt x="0" y="88"/>
                      <a:pt x="0" y="88"/>
                    </a:cubicBezTo>
                    <a:cubicBezTo>
                      <a:pt x="0" y="88"/>
                      <a:pt x="0" y="88"/>
                      <a:pt x="0" y="88"/>
                    </a:cubicBezTo>
                    <a:cubicBezTo>
                      <a:pt x="0" y="88"/>
                      <a:pt x="0" y="88"/>
                      <a:pt x="0" y="88"/>
                    </a:cubicBezTo>
                    <a:cubicBezTo>
                      <a:pt x="0" y="88"/>
                      <a:pt x="0" y="88"/>
                      <a:pt x="0" y="89"/>
                    </a:cubicBezTo>
                    <a:cubicBezTo>
                      <a:pt x="0" y="89"/>
                      <a:pt x="0" y="89"/>
                      <a:pt x="0" y="89"/>
                    </a:cubicBezTo>
                    <a:cubicBezTo>
                      <a:pt x="0" y="89"/>
                      <a:pt x="0" y="89"/>
                      <a:pt x="0" y="89"/>
                    </a:cubicBezTo>
                    <a:cubicBezTo>
                      <a:pt x="0" y="89"/>
                      <a:pt x="0" y="89"/>
                      <a:pt x="0" y="89"/>
                    </a:cubicBezTo>
                    <a:cubicBezTo>
                      <a:pt x="0" y="89"/>
                      <a:pt x="0" y="89"/>
                      <a:pt x="0" y="89"/>
                    </a:cubicBezTo>
                    <a:cubicBezTo>
                      <a:pt x="0" y="89"/>
                      <a:pt x="0" y="89"/>
                      <a:pt x="0" y="89"/>
                    </a:cubicBezTo>
                    <a:cubicBezTo>
                      <a:pt x="0" y="89"/>
                      <a:pt x="0" y="89"/>
                      <a:pt x="0" y="89"/>
                    </a:cubicBezTo>
                    <a:cubicBezTo>
                      <a:pt x="0" y="89"/>
                      <a:pt x="0" y="90"/>
                      <a:pt x="0" y="90"/>
                    </a:cubicBezTo>
                    <a:cubicBezTo>
                      <a:pt x="0" y="90"/>
                      <a:pt x="0" y="90"/>
                      <a:pt x="0" y="90"/>
                    </a:cubicBezTo>
                    <a:cubicBezTo>
                      <a:pt x="0" y="90"/>
                      <a:pt x="0" y="90"/>
                      <a:pt x="0" y="90"/>
                    </a:cubicBezTo>
                    <a:cubicBezTo>
                      <a:pt x="0" y="90"/>
                      <a:pt x="0" y="90"/>
                      <a:pt x="0" y="90"/>
                    </a:cubicBezTo>
                    <a:cubicBezTo>
                      <a:pt x="0" y="90"/>
                      <a:pt x="0" y="90"/>
                      <a:pt x="0" y="90"/>
                    </a:cubicBezTo>
                    <a:cubicBezTo>
                      <a:pt x="0" y="90"/>
                      <a:pt x="0" y="90"/>
                      <a:pt x="0" y="90"/>
                    </a:cubicBezTo>
                    <a:cubicBezTo>
                      <a:pt x="0" y="90"/>
                      <a:pt x="0" y="90"/>
                      <a:pt x="0" y="90"/>
                    </a:cubicBezTo>
                    <a:cubicBezTo>
                      <a:pt x="0" y="91"/>
                      <a:pt x="0" y="91"/>
                      <a:pt x="0" y="91"/>
                    </a:cubicBezTo>
                    <a:cubicBezTo>
                      <a:pt x="0" y="91"/>
                      <a:pt x="0" y="91"/>
                      <a:pt x="0" y="91"/>
                    </a:cubicBezTo>
                    <a:cubicBezTo>
                      <a:pt x="0" y="91"/>
                      <a:pt x="0" y="91"/>
                      <a:pt x="0" y="91"/>
                    </a:cubicBezTo>
                    <a:cubicBezTo>
                      <a:pt x="0" y="91"/>
                      <a:pt x="0" y="91"/>
                      <a:pt x="0" y="91"/>
                    </a:cubicBezTo>
                    <a:cubicBezTo>
                      <a:pt x="0" y="91"/>
                      <a:pt x="0" y="91"/>
                      <a:pt x="0" y="91"/>
                    </a:cubicBezTo>
                    <a:cubicBezTo>
                      <a:pt x="0" y="91"/>
                      <a:pt x="0" y="91"/>
                      <a:pt x="0" y="91"/>
                    </a:cubicBezTo>
                    <a:cubicBezTo>
                      <a:pt x="0" y="91"/>
                      <a:pt x="0" y="91"/>
                      <a:pt x="0" y="91"/>
                    </a:cubicBezTo>
                    <a:cubicBezTo>
                      <a:pt x="0" y="92"/>
                      <a:pt x="0" y="92"/>
                      <a:pt x="0" y="92"/>
                    </a:cubicBezTo>
                    <a:cubicBezTo>
                      <a:pt x="0" y="92"/>
                      <a:pt x="0" y="92"/>
                      <a:pt x="0" y="92"/>
                    </a:cubicBezTo>
                    <a:cubicBezTo>
                      <a:pt x="0" y="92"/>
                      <a:pt x="0" y="92"/>
                      <a:pt x="0" y="92"/>
                    </a:cubicBezTo>
                    <a:cubicBezTo>
                      <a:pt x="0" y="92"/>
                      <a:pt x="0" y="92"/>
                      <a:pt x="0" y="92"/>
                    </a:cubicBezTo>
                    <a:cubicBezTo>
                      <a:pt x="0" y="92"/>
                      <a:pt x="0" y="92"/>
                      <a:pt x="0" y="92"/>
                    </a:cubicBezTo>
                    <a:cubicBezTo>
                      <a:pt x="0" y="92"/>
                      <a:pt x="0" y="92"/>
                      <a:pt x="0" y="92"/>
                    </a:cubicBezTo>
                    <a:cubicBezTo>
                      <a:pt x="0" y="92"/>
                      <a:pt x="0" y="92"/>
                      <a:pt x="0" y="93"/>
                    </a:cubicBezTo>
                    <a:cubicBezTo>
                      <a:pt x="0" y="93"/>
                      <a:pt x="0" y="93"/>
                      <a:pt x="0" y="93"/>
                    </a:cubicBezTo>
                    <a:cubicBezTo>
                      <a:pt x="0" y="93"/>
                      <a:pt x="0" y="93"/>
                      <a:pt x="0" y="93"/>
                    </a:cubicBezTo>
                    <a:cubicBezTo>
                      <a:pt x="0" y="93"/>
                      <a:pt x="0" y="93"/>
                      <a:pt x="0" y="93"/>
                    </a:cubicBezTo>
                    <a:cubicBezTo>
                      <a:pt x="0" y="93"/>
                      <a:pt x="0" y="93"/>
                      <a:pt x="0" y="93"/>
                    </a:cubicBezTo>
                    <a:cubicBezTo>
                      <a:pt x="0" y="93"/>
                      <a:pt x="0" y="93"/>
                      <a:pt x="0" y="93"/>
                    </a:cubicBezTo>
                    <a:cubicBezTo>
                      <a:pt x="0" y="93"/>
                      <a:pt x="0" y="93"/>
                      <a:pt x="0" y="93"/>
                    </a:cubicBezTo>
                    <a:cubicBezTo>
                      <a:pt x="0" y="105"/>
                      <a:pt x="2" y="116"/>
                      <a:pt x="6" y="126"/>
                    </a:cubicBezTo>
                    <a:cubicBezTo>
                      <a:pt x="7" y="126"/>
                      <a:pt x="7" y="126"/>
                      <a:pt x="7" y="126"/>
                    </a:cubicBezTo>
                    <a:cubicBezTo>
                      <a:pt x="7" y="126"/>
                      <a:pt x="7" y="127"/>
                      <a:pt x="7" y="127"/>
                    </a:cubicBezTo>
                    <a:cubicBezTo>
                      <a:pt x="7" y="127"/>
                      <a:pt x="7" y="127"/>
                      <a:pt x="7" y="127"/>
                    </a:cubicBezTo>
                    <a:cubicBezTo>
                      <a:pt x="7" y="127"/>
                      <a:pt x="7" y="127"/>
                      <a:pt x="7" y="127"/>
                    </a:cubicBezTo>
                    <a:cubicBezTo>
                      <a:pt x="7" y="127"/>
                      <a:pt x="7" y="127"/>
                      <a:pt x="7" y="127"/>
                    </a:cubicBezTo>
                    <a:cubicBezTo>
                      <a:pt x="7" y="127"/>
                      <a:pt x="7" y="127"/>
                      <a:pt x="7" y="127"/>
                    </a:cubicBezTo>
                    <a:cubicBezTo>
                      <a:pt x="7" y="127"/>
                      <a:pt x="7" y="127"/>
                      <a:pt x="7" y="127"/>
                    </a:cubicBezTo>
                    <a:cubicBezTo>
                      <a:pt x="7" y="127"/>
                      <a:pt x="7" y="127"/>
                      <a:pt x="7" y="127"/>
                    </a:cubicBezTo>
                    <a:cubicBezTo>
                      <a:pt x="7" y="127"/>
                      <a:pt x="7" y="127"/>
                      <a:pt x="7" y="128"/>
                    </a:cubicBezTo>
                    <a:cubicBezTo>
                      <a:pt x="7" y="128"/>
                      <a:pt x="7" y="128"/>
                      <a:pt x="7" y="128"/>
                    </a:cubicBezTo>
                    <a:cubicBezTo>
                      <a:pt x="15" y="148"/>
                      <a:pt x="30" y="164"/>
                      <a:pt x="49" y="174"/>
                    </a:cubicBezTo>
                    <a:cubicBezTo>
                      <a:pt x="48" y="174"/>
                      <a:pt x="47" y="173"/>
                      <a:pt x="47" y="172"/>
                    </a:cubicBezTo>
                    <a:cubicBezTo>
                      <a:pt x="41" y="165"/>
                      <a:pt x="36" y="158"/>
                      <a:pt x="30" y="151"/>
                    </a:cubicBezTo>
                    <a:cubicBezTo>
                      <a:pt x="20" y="134"/>
                      <a:pt x="16" y="116"/>
                      <a:pt x="16" y="97"/>
                    </a:cubicBezTo>
                    <a:cubicBezTo>
                      <a:pt x="16" y="97"/>
                      <a:pt x="16" y="97"/>
                      <a:pt x="16" y="96"/>
                    </a:cubicBezTo>
                    <a:cubicBezTo>
                      <a:pt x="17" y="87"/>
                      <a:pt x="18" y="78"/>
                      <a:pt x="19" y="68"/>
                    </a:cubicBezTo>
                    <a:cubicBezTo>
                      <a:pt x="24" y="50"/>
                      <a:pt x="33" y="35"/>
                      <a:pt x="46" y="22"/>
                    </a:cubicBezTo>
                    <a:cubicBezTo>
                      <a:pt x="56" y="12"/>
                      <a:pt x="67" y="5"/>
                      <a:pt x="78" y="0"/>
                    </a:cubicBezTo>
                  </a:path>
                </a:pathLst>
              </a:custGeom>
              <a:solidFill>
                <a:srgbClr val="FFB5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234" name="Rectangle 100"/>
              <p:cNvSpPr>
                <a:spLocks noChangeArrowheads="1"/>
              </p:cNvSpPr>
              <p:nvPr/>
            </p:nvSpPr>
            <p:spPr bwMode="auto">
              <a:xfrm>
                <a:off x="1376363" y="4759716"/>
                <a:ext cx="139700" cy="190500"/>
              </a:xfrm>
              <a:prstGeom prst="rect">
                <a:avLst/>
              </a:prstGeom>
              <a:solidFill>
                <a:srgbClr val="FFD57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235" name="Rectangle 101"/>
              <p:cNvSpPr>
                <a:spLocks noChangeArrowheads="1"/>
              </p:cNvSpPr>
              <p:nvPr/>
            </p:nvSpPr>
            <p:spPr bwMode="auto">
              <a:xfrm>
                <a:off x="1328738" y="4699391"/>
                <a:ext cx="318998" cy="3231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altLang="en-US" sz="2100" b="1" dirty="0">
                    <a:solidFill>
                      <a:srgbClr val="FF9936"/>
                    </a:solidFill>
                    <a:latin typeface="Raleway" panose="020B0003030101060003" pitchFamily="34" charset="0"/>
                  </a:rPr>
                  <a:t>20</a:t>
                </a:r>
                <a:endParaRPr kumimoji="0" lang="en-US" alt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</a:endParaRPr>
              </a:p>
            </p:txBody>
          </p:sp>
        </p:grpSp>
        <p:sp>
          <p:nvSpPr>
            <p:cNvPr id="241" name="Oval 107"/>
            <p:cNvSpPr>
              <a:spLocks noChangeArrowheads="1"/>
            </p:cNvSpPr>
            <p:nvPr/>
          </p:nvSpPr>
          <p:spPr bwMode="auto">
            <a:xfrm>
              <a:off x="2600325" y="4042166"/>
              <a:ext cx="273050" cy="276225"/>
            </a:xfrm>
            <a:prstGeom prst="ellipse">
              <a:avLst/>
            </a:prstGeom>
            <a:solidFill>
              <a:srgbClr val="5D5C5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2" name="Oval 108"/>
            <p:cNvSpPr>
              <a:spLocks noChangeArrowheads="1"/>
            </p:cNvSpPr>
            <p:nvPr/>
          </p:nvSpPr>
          <p:spPr bwMode="auto">
            <a:xfrm>
              <a:off x="2659063" y="4104078"/>
              <a:ext cx="155575" cy="153988"/>
            </a:xfrm>
            <a:prstGeom prst="ellipse">
              <a:avLst/>
            </a:prstGeom>
            <a:solidFill>
              <a:srgbClr val="FAFC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3" name="Freeform 109"/>
            <p:cNvSpPr>
              <a:spLocks/>
            </p:cNvSpPr>
            <p:nvPr/>
          </p:nvSpPr>
          <p:spPr bwMode="auto">
            <a:xfrm>
              <a:off x="1808163" y="1302141"/>
              <a:ext cx="377825" cy="323850"/>
            </a:xfrm>
            <a:custGeom>
              <a:avLst/>
              <a:gdLst>
                <a:gd name="T0" fmla="*/ 0 w 155"/>
                <a:gd name="T1" fmla="*/ 0 h 133"/>
                <a:gd name="T2" fmla="*/ 104 w 155"/>
                <a:gd name="T3" fmla="*/ 133 h 133"/>
                <a:gd name="T4" fmla="*/ 0 w 155"/>
                <a:gd name="T5" fmla="*/ 0 h 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5" h="133">
                  <a:moveTo>
                    <a:pt x="0" y="0"/>
                  </a:moveTo>
                  <a:cubicBezTo>
                    <a:pt x="0" y="0"/>
                    <a:pt x="117" y="30"/>
                    <a:pt x="104" y="133"/>
                  </a:cubicBezTo>
                  <a:cubicBezTo>
                    <a:pt x="104" y="133"/>
                    <a:pt x="155" y="1"/>
                    <a:pt x="0" y="0"/>
                  </a:cubicBezTo>
                </a:path>
              </a:pathLst>
            </a:custGeom>
            <a:solidFill>
              <a:srgbClr val="CECEC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4" name="Freeform 110"/>
            <p:cNvSpPr>
              <a:spLocks/>
            </p:cNvSpPr>
            <p:nvPr/>
          </p:nvSpPr>
          <p:spPr bwMode="auto">
            <a:xfrm>
              <a:off x="1963738" y="1218003"/>
              <a:ext cx="379413" cy="325438"/>
            </a:xfrm>
            <a:custGeom>
              <a:avLst/>
              <a:gdLst>
                <a:gd name="T0" fmla="*/ 0 w 155"/>
                <a:gd name="T1" fmla="*/ 0 h 133"/>
                <a:gd name="T2" fmla="*/ 104 w 155"/>
                <a:gd name="T3" fmla="*/ 133 h 133"/>
                <a:gd name="T4" fmla="*/ 0 w 155"/>
                <a:gd name="T5" fmla="*/ 0 h 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5" h="133">
                  <a:moveTo>
                    <a:pt x="0" y="0"/>
                  </a:moveTo>
                  <a:cubicBezTo>
                    <a:pt x="0" y="0"/>
                    <a:pt x="117" y="30"/>
                    <a:pt x="104" y="133"/>
                  </a:cubicBezTo>
                  <a:cubicBezTo>
                    <a:pt x="104" y="133"/>
                    <a:pt x="155" y="1"/>
                    <a:pt x="0" y="0"/>
                  </a:cubicBezTo>
                </a:path>
              </a:pathLst>
            </a:custGeom>
            <a:solidFill>
              <a:srgbClr val="CECEC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5" name="Freeform 111"/>
            <p:cNvSpPr>
              <a:spLocks/>
            </p:cNvSpPr>
            <p:nvPr/>
          </p:nvSpPr>
          <p:spPr bwMode="auto">
            <a:xfrm>
              <a:off x="30163" y="2205428"/>
              <a:ext cx="344488" cy="357188"/>
            </a:xfrm>
            <a:custGeom>
              <a:avLst/>
              <a:gdLst>
                <a:gd name="T0" fmla="*/ 56 w 141"/>
                <a:gd name="T1" fmla="*/ 0 h 146"/>
                <a:gd name="T2" fmla="*/ 141 w 141"/>
                <a:gd name="T3" fmla="*/ 146 h 146"/>
                <a:gd name="T4" fmla="*/ 56 w 141"/>
                <a:gd name="T5" fmla="*/ 0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41" h="146">
                  <a:moveTo>
                    <a:pt x="56" y="0"/>
                  </a:moveTo>
                  <a:cubicBezTo>
                    <a:pt x="0" y="145"/>
                    <a:pt x="141" y="146"/>
                    <a:pt x="141" y="146"/>
                  </a:cubicBezTo>
                  <a:cubicBezTo>
                    <a:pt x="41" y="120"/>
                    <a:pt x="56" y="0"/>
                    <a:pt x="56" y="0"/>
                  </a:cubicBezTo>
                </a:path>
              </a:pathLst>
            </a:custGeom>
            <a:solidFill>
              <a:srgbClr val="CECEC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6" name="Freeform 112"/>
            <p:cNvSpPr>
              <a:spLocks/>
            </p:cNvSpPr>
            <p:nvPr/>
          </p:nvSpPr>
          <p:spPr bwMode="auto">
            <a:xfrm>
              <a:off x="-104775" y="2321316"/>
              <a:ext cx="344488" cy="357188"/>
            </a:xfrm>
            <a:custGeom>
              <a:avLst/>
              <a:gdLst>
                <a:gd name="T0" fmla="*/ 56 w 141"/>
                <a:gd name="T1" fmla="*/ 0 h 146"/>
                <a:gd name="T2" fmla="*/ 141 w 141"/>
                <a:gd name="T3" fmla="*/ 146 h 146"/>
                <a:gd name="T4" fmla="*/ 56 w 141"/>
                <a:gd name="T5" fmla="*/ 0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41" h="146">
                  <a:moveTo>
                    <a:pt x="56" y="0"/>
                  </a:moveTo>
                  <a:cubicBezTo>
                    <a:pt x="0" y="145"/>
                    <a:pt x="141" y="146"/>
                    <a:pt x="141" y="146"/>
                  </a:cubicBezTo>
                  <a:cubicBezTo>
                    <a:pt x="41" y="120"/>
                    <a:pt x="56" y="0"/>
                    <a:pt x="56" y="0"/>
                  </a:cubicBezTo>
                </a:path>
              </a:pathLst>
            </a:custGeom>
            <a:solidFill>
              <a:srgbClr val="CECEC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7" name="Freeform 113"/>
            <p:cNvSpPr>
              <a:spLocks/>
            </p:cNvSpPr>
            <p:nvPr/>
          </p:nvSpPr>
          <p:spPr bwMode="auto">
            <a:xfrm>
              <a:off x="3340100" y="1259278"/>
              <a:ext cx="379413" cy="325438"/>
            </a:xfrm>
            <a:custGeom>
              <a:avLst/>
              <a:gdLst>
                <a:gd name="T0" fmla="*/ 155 w 155"/>
                <a:gd name="T1" fmla="*/ 0 h 133"/>
                <a:gd name="T2" fmla="*/ 51 w 155"/>
                <a:gd name="T3" fmla="*/ 133 h 133"/>
                <a:gd name="T4" fmla="*/ 155 w 155"/>
                <a:gd name="T5" fmla="*/ 0 h 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5" h="133">
                  <a:moveTo>
                    <a:pt x="155" y="0"/>
                  </a:moveTo>
                  <a:cubicBezTo>
                    <a:pt x="0" y="1"/>
                    <a:pt x="51" y="133"/>
                    <a:pt x="51" y="133"/>
                  </a:cubicBezTo>
                  <a:cubicBezTo>
                    <a:pt x="38" y="30"/>
                    <a:pt x="155" y="0"/>
                    <a:pt x="155" y="0"/>
                  </a:cubicBezTo>
                </a:path>
              </a:pathLst>
            </a:custGeom>
            <a:solidFill>
              <a:srgbClr val="CECEC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8" name="Freeform 114"/>
            <p:cNvSpPr>
              <a:spLocks/>
            </p:cNvSpPr>
            <p:nvPr/>
          </p:nvSpPr>
          <p:spPr bwMode="auto">
            <a:xfrm>
              <a:off x="3184525" y="1176728"/>
              <a:ext cx="379413" cy="325438"/>
            </a:xfrm>
            <a:custGeom>
              <a:avLst/>
              <a:gdLst>
                <a:gd name="T0" fmla="*/ 155 w 155"/>
                <a:gd name="T1" fmla="*/ 0 h 133"/>
                <a:gd name="T2" fmla="*/ 51 w 155"/>
                <a:gd name="T3" fmla="*/ 133 h 133"/>
                <a:gd name="T4" fmla="*/ 155 w 155"/>
                <a:gd name="T5" fmla="*/ 0 h 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5" h="133">
                  <a:moveTo>
                    <a:pt x="155" y="0"/>
                  </a:moveTo>
                  <a:cubicBezTo>
                    <a:pt x="0" y="1"/>
                    <a:pt x="51" y="133"/>
                    <a:pt x="51" y="133"/>
                  </a:cubicBezTo>
                  <a:cubicBezTo>
                    <a:pt x="38" y="30"/>
                    <a:pt x="155" y="0"/>
                    <a:pt x="155" y="0"/>
                  </a:cubicBezTo>
                </a:path>
              </a:pathLst>
            </a:custGeom>
            <a:solidFill>
              <a:srgbClr val="CECEC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9" name="Freeform 115"/>
            <p:cNvSpPr>
              <a:spLocks/>
            </p:cNvSpPr>
            <p:nvPr/>
          </p:nvSpPr>
          <p:spPr bwMode="auto">
            <a:xfrm>
              <a:off x="3446463" y="1371991"/>
              <a:ext cx="1558925" cy="1319213"/>
            </a:xfrm>
            <a:custGeom>
              <a:avLst/>
              <a:gdLst>
                <a:gd name="T0" fmla="*/ 0 w 638"/>
                <a:gd name="T1" fmla="*/ 194 h 539"/>
                <a:gd name="T2" fmla="*/ 0 w 638"/>
                <a:gd name="T3" fmla="*/ 193 h 539"/>
                <a:gd name="T4" fmla="*/ 444 w 638"/>
                <a:gd name="T5" fmla="*/ 95 h 539"/>
                <a:gd name="T6" fmla="*/ 543 w 638"/>
                <a:gd name="T7" fmla="*/ 539 h 539"/>
                <a:gd name="T8" fmla="*/ 543 w 638"/>
                <a:gd name="T9" fmla="*/ 539 h 539"/>
                <a:gd name="T10" fmla="*/ 0 w 638"/>
                <a:gd name="T11" fmla="*/ 194 h 5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38" h="539">
                  <a:moveTo>
                    <a:pt x="0" y="194"/>
                  </a:moveTo>
                  <a:cubicBezTo>
                    <a:pt x="0" y="193"/>
                    <a:pt x="0" y="193"/>
                    <a:pt x="0" y="193"/>
                  </a:cubicBezTo>
                  <a:cubicBezTo>
                    <a:pt x="96" y="44"/>
                    <a:pt x="295" y="0"/>
                    <a:pt x="444" y="95"/>
                  </a:cubicBezTo>
                  <a:cubicBezTo>
                    <a:pt x="594" y="191"/>
                    <a:pt x="638" y="390"/>
                    <a:pt x="543" y="539"/>
                  </a:cubicBezTo>
                  <a:cubicBezTo>
                    <a:pt x="543" y="539"/>
                    <a:pt x="543" y="539"/>
                    <a:pt x="543" y="539"/>
                  </a:cubicBezTo>
                  <a:cubicBezTo>
                    <a:pt x="0" y="194"/>
                    <a:pt x="0" y="194"/>
                    <a:pt x="0" y="194"/>
                  </a:cubicBezTo>
                </a:path>
              </a:pathLst>
            </a:custGeom>
            <a:solidFill>
              <a:srgbClr val="EA55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0" name="Freeform 116"/>
            <p:cNvSpPr>
              <a:spLocks/>
            </p:cNvSpPr>
            <p:nvPr/>
          </p:nvSpPr>
          <p:spPr bwMode="auto">
            <a:xfrm>
              <a:off x="4773613" y="2661041"/>
              <a:ext cx="17463" cy="30163"/>
            </a:xfrm>
            <a:custGeom>
              <a:avLst/>
              <a:gdLst>
                <a:gd name="T0" fmla="*/ 7 w 7"/>
                <a:gd name="T1" fmla="*/ 0 h 12"/>
                <a:gd name="T2" fmla="*/ 0 w 7"/>
                <a:gd name="T3" fmla="*/ 12 h 12"/>
                <a:gd name="T4" fmla="*/ 7 w 7"/>
                <a:gd name="T5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7" h="12">
                  <a:moveTo>
                    <a:pt x="7" y="0"/>
                  </a:moveTo>
                  <a:cubicBezTo>
                    <a:pt x="5" y="4"/>
                    <a:pt x="2" y="8"/>
                    <a:pt x="0" y="12"/>
                  </a:cubicBezTo>
                  <a:cubicBezTo>
                    <a:pt x="2" y="8"/>
                    <a:pt x="5" y="4"/>
                    <a:pt x="7" y="0"/>
                  </a:cubicBezTo>
                </a:path>
              </a:pathLst>
            </a:custGeom>
            <a:solidFill>
              <a:srgbClr val="FAFC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1" name="Freeform 117"/>
            <p:cNvSpPr>
              <a:spLocks/>
            </p:cNvSpPr>
            <p:nvPr/>
          </p:nvSpPr>
          <p:spPr bwMode="auto">
            <a:xfrm>
              <a:off x="4495800" y="1611703"/>
              <a:ext cx="363538" cy="1079500"/>
            </a:xfrm>
            <a:custGeom>
              <a:avLst/>
              <a:gdLst>
                <a:gd name="T0" fmla="*/ 0 w 149"/>
                <a:gd name="T1" fmla="*/ 0 h 441"/>
                <a:gd name="T2" fmla="*/ 0 w 149"/>
                <a:gd name="T3" fmla="*/ 2 h 441"/>
                <a:gd name="T4" fmla="*/ 44 w 149"/>
                <a:gd name="T5" fmla="*/ 139 h 441"/>
                <a:gd name="T6" fmla="*/ 39 w 149"/>
                <a:gd name="T7" fmla="*/ 394 h 441"/>
                <a:gd name="T8" fmla="*/ 114 w 149"/>
                <a:gd name="T9" fmla="*/ 441 h 441"/>
                <a:gd name="T10" fmla="*/ 114 w 149"/>
                <a:gd name="T11" fmla="*/ 441 h 441"/>
                <a:gd name="T12" fmla="*/ 114 w 149"/>
                <a:gd name="T13" fmla="*/ 441 h 441"/>
                <a:gd name="T14" fmla="*/ 121 w 149"/>
                <a:gd name="T15" fmla="*/ 429 h 441"/>
                <a:gd name="T16" fmla="*/ 135 w 149"/>
                <a:gd name="T17" fmla="*/ 391 h 441"/>
                <a:gd name="T18" fmla="*/ 143 w 149"/>
                <a:gd name="T19" fmla="*/ 278 h 441"/>
                <a:gd name="T20" fmla="*/ 88 w 149"/>
                <a:gd name="T21" fmla="*/ 95 h 441"/>
                <a:gd name="T22" fmla="*/ 0 w 149"/>
                <a:gd name="T23" fmla="*/ 0 h 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49" h="441">
                  <a:moveTo>
                    <a:pt x="0" y="0"/>
                  </a:moveTo>
                  <a:cubicBezTo>
                    <a:pt x="0" y="1"/>
                    <a:pt x="0" y="1"/>
                    <a:pt x="0" y="2"/>
                  </a:cubicBezTo>
                  <a:cubicBezTo>
                    <a:pt x="18" y="47"/>
                    <a:pt x="33" y="91"/>
                    <a:pt x="44" y="139"/>
                  </a:cubicBezTo>
                  <a:cubicBezTo>
                    <a:pt x="61" y="221"/>
                    <a:pt x="56" y="312"/>
                    <a:pt x="39" y="394"/>
                  </a:cubicBezTo>
                  <a:cubicBezTo>
                    <a:pt x="114" y="441"/>
                    <a:pt x="114" y="441"/>
                    <a:pt x="114" y="441"/>
                  </a:cubicBezTo>
                  <a:cubicBezTo>
                    <a:pt x="114" y="441"/>
                    <a:pt x="114" y="441"/>
                    <a:pt x="114" y="441"/>
                  </a:cubicBezTo>
                  <a:cubicBezTo>
                    <a:pt x="114" y="441"/>
                    <a:pt x="114" y="441"/>
                    <a:pt x="114" y="441"/>
                  </a:cubicBezTo>
                  <a:cubicBezTo>
                    <a:pt x="116" y="437"/>
                    <a:pt x="119" y="433"/>
                    <a:pt x="121" y="429"/>
                  </a:cubicBezTo>
                  <a:cubicBezTo>
                    <a:pt x="128" y="418"/>
                    <a:pt x="133" y="406"/>
                    <a:pt x="135" y="391"/>
                  </a:cubicBezTo>
                  <a:cubicBezTo>
                    <a:pt x="141" y="359"/>
                    <a:pt x="149" y="327"/>
                    <a:pt x="143" y="278"/>
                  </a:cubicBezTo>
                  <a:cubicBezTo>
                    <a:pt x="137" y="214"/>
                    <a:pt x="118" y="152"/>
                    <a:pt x="88" y="95"/>
                  </a:cubicBezTo>
                  <a:cubicBezTo>
                    <a:pt x="68" y="57"/>
                    <a:pt x="32" y="27"/>
                    <a:pt x="0" y="0"/>
                  </a:cubicBezTo>
                </a:path>
              </a:pathLst>
            </a:custGeom>
            <a:solidFill>
              <a:srgbClr val="F3918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6" name="Title 5" hidden="1">
            <a:extLst>
              <a:ext uri="{FF2B5EF4-FFF2-40B4-BE49-F238E27FC236}">
                <a16:creationId xmlns:a16="http://schemas.microsoft.com/office/drawing/2014/main" id="{8923E81E-E01F-4BC3-AD1B-683A685475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1</a:t>
            </a: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F46CC791-FE41-349F-D7F9-6E2EED728EF1}"/>
              </a:ext>
            </a:extLst>
          </p:cNvPr>
          <p:cNvSpPr/>
          <p:nvPr/>
        </p:nvSpPr>
        <p:spPr>
          <a:xfrm>
            <a:off x="7914833" y="1632155"/>
            <a:ext cx="3706896" cy="2143432"/>
          </a:xfrm>
          <a:custGeom>
            <a:avLst/>
            <a:gdLst>
              <a:gd name="connsiteX0" fmla="*/ 49296 w 3706896"/>
              <a:gd name="connsiteY0" fmla="*/ 1071716 h 2143432"/>
              <a:gd name="connsiteX1" fmla="*/ 29632 w 3706896"/>
              <a:gd name="connsiteY1" fmla="*/ 766916 h 2143432"/>
              <a:gd name="connsiteX2" fmla="*/ 9967 w 3706896"/>
              <a:gd name="connsiteY2" fmla="*/ 698090 h 2143432"/>
              <a:gd name="connsiteX3" fmla="*/ 135 w 3706896"/>
              <a:gd name="connsiteY3" fmla="*/ 619432 h 2143432"/>
              <a:gd name="connsiteX4" fmla="*/ 19799 w 3706896"/>
              <a:gd name="connsiteY4" fmla="*/ 491613 h 2143432"/>
              <a:gd name="connsiteX5" fmla="*/ 68961 w 3706896"/>
              <a:gd name="connsiteY5" fmla="*/ 393290 h 2143432"/>
              <a:gd name="connsiteX6" fmla="*/ 108290 w 3706896"/>
              <a:gd name="connsiteY6" fmla="*/ 304800 h 2143432"/>
              <a:gd name="connsiteX7" fmla="*/ 127954 w 3706896"/>
              <a:gd name="connsiteY7" fmla="*/ 275303 h 2143432"/>
              <a:gd name="connsiteX8" fmla="*/ 157451 w 3706896"/>
              <a:gd name="connsiteY8" fmla="*/ 245806 h 2143432"/>
              <a:gd name="connsiteX9" fmla="*/ 275438 w 3706896"/>
              <a:gd name="connsiteY9" fmla="*/ 186813 h 2143432"/>
              <a:gd name="connsiteX10" fmla="*/ 432754 w 3706896"/>
              <a:gd name="connsiteY10" fmla="*/ 117987 h 2143432"/>
              <a:gd name="connsiteX11" fmla="*/ 550741 w 3706896"/>
              <a:gd name="connsiteY11" fmla="*/ 98322 h 2143432"/>
              <a:gd name="connsiteX12" fmla="*/ 688393 w 3706896"/>
              <a:gd name="connsiteY12" fmla="*/ 78658 h 2143432"/>
              <a:gd name="connsiteX13" fmla="*/ 1710948 w 3706896"/>
              <a:gd name="connsiteY13" fmla="*/ 68826 h 2143432"/>
              <a:gd name="connsiteX14" fmla="*/ 1779773 w 3706896"/>
              <a:gd name="connsiteY14" fmla="*/ 39329 h 2143432"/>
              <a:gd name="connsiteX15" fmla="*/ 1828935 w 3706896"/>
              <a:gd name="connsiteY15" fmla="*/ 29497 h 2143432"/>
              <a:gd name="connsiteX16" fmla="*/ 1897761 w 3706896"/>
              <a:gd name="connsiteY16" fmla="*/ 9832 h 2143432"/>
              <a:gd name="connsiteX17" fmla="*/ 1937090 w 3706896"/>
              <a:gd name="connsiteY17" fmla="*/ 0 h 2143432"/>
              <a:gd name="connsiteX18" fmla="*/ 3107128 w 3706896"/>
              <a:gd name="connsiteY18" fmla="*/ 9832 h 2143432"/>
              <a:gd name="connsiteX19" fmla="*/ 3185786 w 3706896"/>
              <a:gd name="connsiteY19" fmla="*/ 19664 h 2143432"/>
              <a:gd name="connsiteX20" fmla="*/ 3352935 w 3706896"/>
              <a:gd name="connsiteY20" fmla="*/ 49161 h 2143432"/>
              <a:gd name="connsiteX21" fmla="*/ 3461090 w 3706896"/>
              <a:gd name="connsiteY21" fmla="*/ 147484 h 2143432"/>
              <a:gd name="connsiteX22" fmla="*/ 3490586 w 3706896"/>
              <a:gd name="connsiteY22" fmla="*/ 176980 h 2143432"/>
              <a:gd name="connsiteX23" fmla="*/ 3529915 w 3706896"/>
              <a:gd name="connsiteY23" fmla="*/ 206477 h 2143432"/>
              <a:gd name="connsiteX24" fmla="*/ 3579077 w 3706896"/>
              <a:gd name="connsiteY24" fmla="*/ 235974 h 2143432"/>
              <a:gd name="connsiteX25" fmla="*/ 3647902 w 3706896"/>
              <a:gd name="connsiteY25" fmla="*/ 324464 h 2143432"/>
              <a:gd name="connsiteX26" fmla="*/ 3677399 w 3706896"/>
              <a:gd name="connsiteY26" fmla="*/ 393290 h 2143432"/>
              <a:gd name="connsiteX27" fmla="*/ 3697064 w 3706896"/>
              <a:gd name="connsiteY27" fmla="*/ 452284 h 2143432"/>
              <a:gd name="connsiteX28" fmla="*/ 3706896 w 3706896"/>
              <a:gd name="connsiteY28" fmla="*/ 481780 h 2143432"/>
              <a:gd name="connsiteX29" fmla="*/ 3697064 w 3706896"/>
              <a:gd name="connsiteY29" fmla="*/ 717755 h 2143432"/>
              <a:gd name="connsiteX30" fmla="*/ 3667567 w 3706896"/>
              <a:gd name="connsiteY30" fmla="*/ 875071 h 2143432"/>
              <a:gd name="connsiteX31" fmla="*/ 3657735 w 3706896"/>
              <a:gd name="connsiteY31" fmla="*/ 983226 h 2143432"/>
              <a:gd name="connsiteX32" fmla="*/ 3667567 w 3706896"/>
              <a:gd name="connsiteY32" fmla="*/ 1327355 h 2143432"/>
              <a:gd name="connsiteX33" fmla="*/ 3628238 w 3706896"/>
              <a:gd name="connsiteY33" fmla="*/ 1750142 h 2143432"/>
              <a:gd name="connsiteX34" fmla="*/ 3618406 w 3706896"/>
              <a:gd name="connsiteY34" fmla="*/ 1818968 h 2143432"/>
              <a:gd name="connsiteX35" fmla="*/ 3598741 w 3706896"/>
              <a:gd name="connsiteY35" fmla="*/ 1868129 h 2143432"/>
              <a:gd name="connsiteX36" fmla="*/ 3579077 w 3706896"/>
              <a:gd name="connsiteY36" fmla="*/ 1946787 h 2143432"/>
              <a:gd name="connsiteX37" fmla="*/ 3539748 w 3706896"/>
              <a:gd name="connsiteY37" fmla="*/ 2084439 h 2143432"/>
              <a:gd name="connsiteX38" fmla="*/ 3510251 w 3706896"/>
              <a:gd name="connsiteY38" fmla="*/ 2113935 h 2143432"/>
              <a:gd name="connsiteX39" fmla="*/ 3441425 w 3706896"/>
              <a:gd name="connsiteY39" fmla="*/ 2104103 h 2143432"/>
              <a:gd name="connsiteX40" fmla="*/ 3421761 w 3706896"/>
              <a:gd name="connsiteY40" fmla="*/ 2064774 h 2143432"/>
              <a:gd name="connsiteX41" fmla="*/ 3392264 w 3706896"/>
              <a:gd name="connsiteY41" fmla="*/ 2005780 h 2143432"/>
              <a:gd name="connsiteX42" fmla="*/ 3293941 w 3706896"/>
              <a:gd name="connsiteY42" fmla="*/ 1946787 h 2143432"/>
              <a:gd name="connsiteX43" fmla="*/ 3244780 w 3706896"/>
              <a:gd name="connsiteY43" fmla="*/ 1936955 h 2143432"/>
              <a:gd name="connsiteX44" fmla="*/ 3195619 w 3706896"/>
              <a:gd name="connsiteY44" fmla="*/ 1917290 h 2143432"/>
              <a:gd name="connsiteX45" fmla="*/ 3166122 w 3706896"/>
              <a:gd name="connsiteY45" fmla="*/ 1907458 h 2143432"/>
              <a:gd name="connsiteX46" fmla="*/ 3087464 w 3706896"/>
              <a:gd name="connsiteY46" fmla="*/ 1868129 h 2143432"/>
              <a:gd name="connsiteX47" fmla="*/ 3008806 w 3706896"/>
              <a:gd name="connsiteY47" fmla="*/ 1848464 h 2143432"/>
              <a:gd name="connsiteX48" fmla="*/ 2959644 w 3706896"/>
              <a:gd name="connsiteY48" fmla="*/ 1828800 h 2143432"/>
              <a:gd name="connsiteX49" fmla="*/ 2890819 w 3706896"/>
              <a:gd name="connsiteY49" fmla="*/ 1799303 h 2143432"/>
              <a:gd name="connsiteX50" fmla="*/ 2625348 w 3706896"/>
              <a:gd name="connsiteY50" fmla="*/ 1809135 h 2143432"/>
              <a:gd name="connsiteX51" fmla="*/ 2576186 w 3706896"/>
              <a:gd name="connsiteY51" fmla="*/ 1818968 h 2143432"/>
              <a:gd name="connsiteX52" fmla="*/ 2497528 w 3706896"/>
              <a:gd name="connsiteY52" fmla="*/ 1858297 h 2143432"/>
              <a:gd name="connsiteX53" fmla="*/ 2458199 w 3706896"/>
              <a:gd name="connsiteY53" fmla="*/ 1877961 h 2143432"/>
              <a:gd name="connsiteX54" fmla="*/ 2389373 w 3706896"/>
              <a:gd name="connsiteY54" fmla="*/ 1927122 h 2143432"/>
              <a:gd name="connsiteX55" fmla="*/ 2350044 w 3706896"/>
              <a:gd name="connsiteY55" fmla="*/ 1946787 h 2143432"/>
              <a:gd name="connsiteX56" fmla="*/ 2320548 w 3706896"/>
              <a:gd name="connsiteY56" fmla="*/ 1966451 h 2143432"/>
              <a:gd name="connsiteX57" fmla="*/ 2212393 w 3706896"/>
              <a:gd name="connsiteY57" fmla="*/ 1995948 h 2143432"/>
              <a:gd name="connsiteX58" fmla="*/ 2123902 w 3706896"/>
              <a:gd name="connsiteY58" fmla="*/ 2015613 h 2143432"/>
              <a:gd name="connsiteX59" fmla="*/ 1986251 w 3706896"/>
              <a:gd name="connsiteY59" fmla="*/ 2005780 h 2143432"/>
              <a:gd name="connsiteX60" fmla="*/ 1946922 w 3706896"/>
              <a:gd name="connsiteY60" fmla="*/ 1986116 h 2143432"/>
              <a:gd name="connsiteX61" fmla="*/ 1809270 w 3706896"/>
              <a:gd name="connsiteY61" fmla="*/ 1976284 h 2143432"/>
              <a:gd name="connsiteX62" fmla="*/ 1779773 w 3706896"/>
              <a:gd name="connsiteY62" fmla="*/ 1956619 h 2143432"/>
              <a:gd name="connsiteX63" fmla="*/ 1612625 w 3706896"/>
              <a:gd name="connsiteY63" fmla="*/ 1936955 h 2143432"/>
              <a:gd name="connsiteX64" fmla="*/ 1533967 w 3706896"/>
              <a:gd name="connsiteY64" fmla="*/ 1927122 h 2143432"/>
              <a:gd name="connsiteX65" fmla="*/ 1484806 w 3706896"/>
              <a:gd name="connsiteY65" fmla="*/ 1917290 h 2143432"/>
              <a:gd name="connsiteX66" fmla="*/ 1425812 w 3706896"/>
              <a:gd name="connsiteY66" fmla="*/ 1907458 h 2143432"/>
              <a:gd name="connsiteX67" fmla="*/ 1032522 w 3706896"/>
              <a:gd name="connsiteY67" fmla="*/ 1917290 h 2143432"/>
              <a:gd name="connsiteX68" fmla="*/ 983361 w 3706896"/>
              <a:gd name="connsiteY68" fmla="*/ 1927122 h 2143432"/>
              <a:gd name="connsiteX69" fmla="*/ 904702 w 3706896"/>
              <a:gd name="connsiteY69" fmla="*/ 1956619 h 2143432"/>
              <a:gd name="connsiteX70" fmla="*/ 875206 w 3706896"/>
              <a:gd name="connsiteY70" fmla="*/ 1976284 h 2143432"/>
              <a:gd name="connsiteX71" fmla="*/ 826044 w 3706896"/>
              <a:gd name="connsiteY71" fmla="*/ 1995948 h 2143432"/>
              <a:gd name="connsiteX72" fmla="*/ 786715 w 3706896"/>
              <a:gd name="connsiteY72" fmla="*/ 2015613 h 2143432"/>
              <a:gd name="connsiteX73" fmla="*/ 688393 w 3706896"/>
              <a:gd name="connsiteY73" fmla="*/ 2045110 h 2143432"/>
              <a:gd name="connsiteX74" fmla="*/ 639232 w 3706896"/>
              <a:gd name="connsiteY74" fmla="*/ 2074606 h 2143432"/>
              <a:gd name="connsiteX75" fmla="*/ 609735 w 3706896"/>
              <a:gd name="connsiteY75" fmla="*/ 2084439 h 2143432"/>
              <a:gd name="connsiteX76" fmla="*/ 570406 w 3706896"/>
              <a:gd name="connsiteY76" fmla="*/ 2113935 h 2143432"/>
              <a:gd name="connsiteX77" fmla="*/ 531077 w 3706896"/>
              <a:gd name="connsiteY77" fmla="*/ 2123768 h 2143432"/>
              <a:gd name="connsiteX78" fmla="*/ 442586 w 3706896"/>
              <a:gd name="connsiteY78" fmla="*/ 2143432 h 2143432"/>
              <a:gd name="connsiteX79" fmla="*/ 245941 w 3706896"/>
              <a:gd name="connsiteY79" fmla="*/ 2133600 h 2143432"/>
              <a:gd name="connsiteX80" fmla="*/ 236109 w 3706896"/>
              <a:gd name="connsiteY80" fmla="*/ 2104103 h 2143432"/>
              <a:gd name="connsiteX81" fmla="*/ 196780 w 3706896"/>
              <a:gd name="connsiteY81" fmla="*/ 1897626 h 2143432"/>
              <a:gd name="connsiteX82" fmla="*/ 206612 w 3706896"/>
              <a:gd name="connsiteY82" fmla="*/ 1809135 h 2143432"/>
              <a:gd name="connsiteX83" fmla="*/ 255773 w 3706896"/>
              <a:gd name="connsiteY83" fmla="*/ 1759974 h 2143432"/>
              <a:gd name="connsiteX84" fmla="*/ 314767 w 3706896"/>
              <a:gd name="connsiteY84" fmla="*/ 1710813 h 2143432"/>
              <a:gd name="connsiteX85" fmla="*/ 354096 w 3706896"/>
              <a:gd name="connsiteY85" fmla="*/ 1641987 h 2143432"/>
              <a:gd name="connsiteX86" fmla="*/ 413090 w 3706896"/>
              <a:gd name="connsiteY86" fmla="*/ 1504335 h 2143432"/>
              <a:gd name="connsiteX87" fmla="*/ 442586 w 3706896"/>
              <a:gd name="connsiteY87" fmla="*/ 1474839 h 2143432"/>
              <a:gd name="connsiteX88" fmla="*/ 462251 w 3706896"/>
              <a:gd name="connsiteY88" fmla="*/ 1445342 h 2143432"/>
              <a:gd name="connsiteX89" fmla="*/ 521244 w 3706896"/>
              <a:gd name="connsiteY89" fmla="*/ 1406013 h 2143432"/>
              <a:gd name="connsiteX90" fmla="*/ 560573 w 3706896"/>
              <a:gd name="connsiteY90" fmla="*/ 1376516 h 2143432"/>
              <a:gd name="connsiteX91" fmla="*/ 590070 w 3706896"/>
              <a:gd name="connsiteY91" fmla="*/ 1356851 h 2143432"/>
              <a:gd name="connsiteX92" fmla="*/ 658896 w 3706896"/>
              <a:gd name="connsiteY92" fmla="*/ 1268361 h 2143432"/>
              <a:gd name="connsiteX93" fmla="*/ 708057 w 3706896"/>
              <a:gd name="connsiteY93" fmla="*/ 1219200 h 2143432"/>
              <a:gd name="connsiteX94" fmla="*/ 757219 w 3706896"/>
              <a:gd name="connsiteY94" fmla="*/ 1150374 h 2143432"/>
              <a:gd name="connsiteX95" fmla="*/ 776883 w 3706896"/>
              <a:gd name="connsiteY95" fmla="*/ 1091380 h 2143432"/>
              <a:gd name="connsiteX96" fmla="*/ 786715 w 3706896"/>
              <a:gd name="connsiteY96" fmla="*/ 1061884 h 2143432"/>
              <a:gd name="connsiteX97" fmla="*/ 816212 w 3706896"/>
              <a:gd name="connsiteY97" fmla="*/ 993058 h 2143432"/>
              <a:gd name="connsiteX98" fmla="*/ 767051 w 3706896"/>
              <a:gd name="connsiteY98" fmla="*/ 924232 h 2143432"/>
              <a:gd name="connsiteX99" fmla="*/ 737554 w 3706896"/>
              <a:gd name="connsiteY99" fmla="*/ 914400 h 2143432"/>
              <a:gd name="connsiteX100" fmla="*/ 452419 w 3706896"/>
              <a:gd name="connsiteY100" fmla="*/ 924232 h 2143432"/>
              <a:gd name="connsiteX101" fmla="*/ 403257 w 3706896"/>
              <a:gd name="connsiteY101" fmla="*/ 963561 h 2143432"/>
              <a:gd name="connsiteX102" fmla="*/ 304935 w 3706896"/>
              <a:gd name="connsiteY102" fmla="*/ 1032387 h 2143432"/>
              <a:gd name="connsiteX103" fmla="*/ 255773 w 3706896"/>
              <a:gd name="connsiteY103" fmla="*/ 1081548 h 2143432"/>
              <a:gd name="connsiteX104" fmla="*/ 206612 w 3706896"/>
              <a:gd name="connsiteY104" fmla="*/ 1120877 h 2143432"/>
              <a:gd name="connsiteX105" fmla="*/ 177115 w 3706896"/>
              <a:gd name="connsiteY105" fmla="*/ 1150374 h 2143432"/>
              <a:gd name="connsiteX106" fmla="*/ 137786 w 3706896"/>
              <a:gd name="connsiteY106" fmla="*/ 1160206 h 2143432"/>
              <a:gd name="connsiteX107" fmla="*/ 68961 w 3706896"/>
              <a:gd name="connsiteY107" fmla="*/ 1150374 h 2143432"/>
              <a:gd name="connsiteX108" fmla="*/ 39464 w 3706896"/>
              <a:gd name="connsiteY108" fmla="*/ 1061884 h 2143432"/>
              <a:gd name="connsiteX109" fmla="*/ 29632 w 3706896"/>
              <a:gd name="connsiteY109" fmla="*/ 1002890 h 2143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</a:cxnLst>
            <a:rect l="l" t="t" r="r" b="b"/>
            <a:pathLst>
              <a:path w="3706896" h="2143432">
                <a:moveTo>
                  <a:pt x="49296" y="1071716"/>
                </a:moveTo>
                <a:cubicBezTo>
                  <a:pt x="47870" y="1043194"/>
                  <a:pt x="39772" y="827756"/>
                  <a:pt x="29632" y="766916"/>
                </a:cubicBezTo>
                <a:cubicBezTo>
                  <a:pt x="25709" y="743381"/>
                  <a:pt x="16522" y="721032"/>
                  <a:pt x="9967" y="698090"/>
                </a:cubicBezTo>
                <a:cubicBezTo>
                  <a:pt x="6690" y="671871"/>
                  <a:pt x="-1122" y="645825"/>
                  <a:pt x="135" y="619432"/>
                </a:cubicBezTo>
                <a:cubicBezTo>
                  <a:pt x="2185" y="576373"/>
                  <a:pt x="7248" y="532853"/>
                  <a:pt x="19799" y="491613"/>
                </a:cubicBezTo>
                <a:cubicBezTo>
                  <a:pt x="30468" y="456558"/>
                  <a:pt x="55352" y="427312"/>
                  <a:pt x="68961" y="393290"/>
                </a:cubicBezTo>
                <a:cubicBezTo>
                  <a:pt x="83010" y="358166"/>
                  <a:pt x="89915" y="336956"/>
                  <a:pt x="108290" y="304800"/>
                </a:cubicBezTo>
                <a:cubicBezTo>
                  <a:pt x="114153" y="294540"/>
                  <a:pt x="120389" y="284381"/>
                  <a:pt x="127954" y="275303"/>
                </a:cubicBezTo>
                <a:cubicBezTo>
                  <a:pt x="136856" y="264621"/>
                  <a:pt x="145528" y="252960"/>
                  <a:pt x="157451" y="245806"/>
                </a:cubicBezTo>
                <a:cubicBezTo>
                  <a:pt x="195156" y="223183"/>
                  <a:pt x="236109" y="206477"/>
                  <a:pt x="275438" y="186813"/>
                </a:cubicBezTo>
                <a:cubicBezTo>
                  <a:pt x="316701" y="166182"/>
                  <a:pt x="393176" y="125902"/>
                  <a:pt x="432754" y="117987"/>
                </a:cubicBezTo>
                <a:cubicBezTo>
                  <a:pt x="519290" y="100680"/>
                  <a:pt x="445056" y="114582"/>
                  <a:pt x="550741" y="98322"/>
                </a:cubicBezTo>
                <a:cubicBezTo>
                  <a:pt x="585299" y="93005"/>
                  <a:pt x="656887" y="79221"/>
                  <a:pt x="688393" y="78658"/>
                </a:cubicBezTo>
                <a:lnTo>
                  <a:pt x="1710948" y="68826"/>
                </a:lnTo>
                <a:cubicBezTo>
                  <a:pt x="1739087" y="54756"/>
                  <a:pt x="1750839" y="46562"/>
                  <a:pt x="1779773" y="39329"/>
                </a:cubicBezTo>
                <a:cubicBezTo>
                  <a:pt x="1795986" y="35276"/>
                  <a:pt x="1812722" y="33550"/>
                  <a:pt x="1828935" y="29497"/>
                </a:cubicBezTo>
                <a:cubicBezTo>
                  <a:pt x="1852083" y="23710"/>
                  <a:pt x="1874742" y="16110"/>
                  <a:pt x="1897761" y="9832"/>
                </a:cubicBezTo>
                <a:cubicBezTo>
                  <a:pt x="1910798" y="6276"/>
                  <a:pt x="1923980" y="3277"/>
                  <a:pt x="1937090" y="0"/>
                </a:cubicBezTo>
                <a:lnTo>
                  <a:pt x="3107128" y="9832"/>
                </a:lnTo>
                <a:cubicBezTo>
                  <a:pt x="3133548" y="10248"/>
                  <a:pt x="3159694" y="15489"/>
                  <a:pt x="3185786" y="19664"/>
                </a:cubicBezTo>
                <a:cubicBezTo>
                  <a:pt x="3241653" y="28603"/>
                  <a:pt x="3352935" y="49161"/>
                  <a:pt x="3352935" y="49161"/>
                </a:cubicBezTo>
                <a:cubicBezTo>
                  <a:pt x="3413284" y="89394"/>
                  <a:pt x="3374076" y="60470"/>
                  <a:pt x="3461090" y="147484"/>
                </a:cubicBezTo>
                <a:cubicBezTo>
                  <a:pt x="3470922" y="157316"/>
                  <a:pt x="3479462" y="168637"/>
                  <a:pt x="3490586" y="176980"/>
                </a:cubicBezTo>
                <a:cubicBezTo>
                  <a:pt x="3503696" y="186812"/>
                  <a:pt x="3516280" y="197387"/>
                  <a:pt x="3529915" y="206477"/>
                </a:cubicBezTo>
                <a:cubicBezTo>
                  <a:pt x="3545816" y="217078"/>
                  <a:pt x="3563788" y="224508"/>
                  <a:pt x="3579077" y="235974"/>
                </a:cubicBezTo>
                <a:cubicBezTo>
                  <a:pt x="3601698" y="252940"/>
                  <a:pt x="3640948" y="303605"/>
                  <a:pt x="3647902" y="324464"/>
                </a:cubicBezTo>
                <a:cubicBezTo>
                  <a:pt x="3679559" y="419427"/>
                  <a:pt x="3628792" y="271773"/>
                  <a:pt x="3677399" y="393290"/>
                </a:cubicBezTo>
                <a:cubicBezTo>
                  <a:pt x="3685097" y="412536"/>
                  <a:pt x="3690509" y="432619"/>
                  <a:pt x="3697064" y="452284"/>
                </a:cubicBezTo>
                <a:lnTo>
                  <a:pt x="3706896" y="481780"/>
                </a:lnTo>
                <a:cubicBezTo>
                  <a:pt x="3703619" y="560438"/>
                  <a:pt x="3704898" y="639419"/>
                  <a:pt x="3697064" y="717755"/>
                </a:cubicBezTo>
                <a:cubicBezTo>
                  <a:pt x="3691755" y="770843"/>
                  <a:pt x="3675386" y="822295"/>
                  <a:pt x="3667567" y="875071"/>
                </a:cubicBezTo>
                <a:cubicBezTo>
                  <a:pt x="3662262" y="910880"/>
                  <a:pt x="3661012" y="947174"/>
                  <a:pt x="3657735" y="983226"/>
                </a:cubicBezTo>
                <a:cubicBezTo>
                  <a:pt x="3661012" y="1097936"/>
                  <a:pt x="3667567" y="1212599"/>
                  <a:pt x="3667567" y="1327355"/>
                </a:cubicBezTo>
                <a:cubicBezTo>
                  <a:pt x="3667567" y="1692274"/>
                  <a:pt x="3710096" y="1586425"/>
                  <a:pt x="3628238" y="1750142"/>
                </a:cubicBezTo>
                <a:cubicBezTo>
                  <a:pt x="3624961" y="1773084"/>
                  <a:pt x="3624027" y="1796485"/>
                  <a:pt x="3618406" y="1818968"/>
                </a:cubicBezTo>
                <a:cubicBezTo>
                  <a:pt x="3614125" y="1836090"/>
                  <a:pt x="3603931" y="1851260"/>
                  <a:pt x="3598741" y="1868129"/>
                </a:cubicBezTo>
                <a:cubicBezTo>
                  <a:pt x="3590793" y="1893960"/>
                  <a:pt x="3584377" y="1920286"/>
                  <a:pt x="3579077" y="1946787"/>
                </a:cubicBezTo>
                <a:cubicBezTo>
                  <a:pt x="3569693" y="1993704"/>
                  <a:pt x="3568590" y="2044061"/>
                  <a:pt x="3539748" y="2084439"/>
                </a:cubicBezTo>
                <a:cubicBezTo>
                  <a:pt x="3531666" y="2095754"/>
                  <a:pt x="3520083" y="2104103"/>
                  <a:pt x="3510251" y="2113935"/>
                </a:cubicBezTo>
                <a:cubicBezTo>
                  <a:pt x="3487309" y="2110658"/>
                  <a:pt x="3461684" y="2115358"/>
                  <a:pt x="3441425" y="2104103"/>
                </a:cubicBezTo>
                <a:cubicBezTo>
                  <a:pt x="3428612" y="2096985"/>
                  <a:pt x="3427535" y="2078246"/>
                  <a:pt x="3421761" y="2064774"/>
                </a:cubicBezTo>
                <a:cubicBezTo>
                  <a:pt x="3411542" y="2040931"/>
                  <a:pt x="3413856" y="2024673"/>
                  <a:pt x="3392264" y="2005780"/>
                </a:cubicBezTo>
                <a:cubicBezTo>
                  <a:pt x="3378455" y="1993697"/>
                  <a:pt x="3318823" y="1955081"/>
                  <a:pt x="3293941" y="1946787"/>
                </a:cubicBezTo>
                <a:cubicBezTo>
                  <a:pt x="3278087" y="1941502"/>
                  <a:pt x="3261167" y="1940232"/>
                  <a:pt x="3244780" y="1936955"/>
                </a:cubicBezTo>
                <a:cubicBezTo>
                  <a:pt x="3228393" y="1930400"/>
                  <a:pt x="3212145" y="1923487"/>
                  <a:pt x="3195619" y="1917290"/>
                </a:cubicBezTo>
                <a:cubicBezTo>
                  <a:pt x="3185915" y="1913651"/>
                  <a:pt x="3175392" y="1912093"/>
                  <a:pt x="3166122" y="1907458"/>
                </a:cubicBezTo>
                <a:cubicBezTo>
                  <a:pt x="3102970" y="1875882"/>
                  <a:pt x="3175929" y="1895349"/>
                  <a:pt x="3087464" y="1868129"/>
                </a:cubicBezTo>
                <a:cubicBezTo>
                  <a:pt x="3061633" y="1860181"/>
                  <a:pt x="3033899" y="1858501"/>
                  <a:pt x="3008806" y="1848464"/>
                </a:cubicBezTo>
                <a:cubicBezTo>
                  <a:pt x="2992419" y="1841909"/>
                  <a:pt x="2975772" y="1835968"/>
                  <a:pt x="2959644" y="1828800"/>
                </a:cubicBezTo>
                <a:cubicBezTo>
                  <a:pt x="2886738" y="1796398"/>
                  <a:pt x="2951407" y="1819499"/>
                  <a:pt x="2890819" y="1799303"/>
                </a:cubicBezTo>
                <a:cubicBezTo>
                  <a:pt x="2802329" y="1802580"/>
                  <a:pt x="2713727" y="1803611"/>
                  <a:pt x="2625348" y="1809135"/>
                </a:cubicBezTo>
                <a:cubicBezTo>
                  <a:pt x="2608669" y="1810177"/>
                  <a:pt x="2591784" y="1812969"/>
                  <a:pt x="2576186" y="1818968"/>
                </a:cubicBezTo>
                <a:cubicBezTo>
                  <a:pt x="2548826" y="1829491"/>
                  <a:pt x="2523747" y="1845187"/>
                  <a:pt x="2497528" y="1858297"/>
                </a:cubicBezTo>
                <a:cubicBezTo>
                  <a:pt x="2484418" y="1864852"/>
                  <a:pt x="2469925" y="1869167"/>
                  <a:pt x="2458199" y="1877961"/>
                </a:cubicBezTo>
                <a:cubicBezTo>
                  <a:pt x="2441309" y="1890629"/>
                  <a:pt x="2409507" y="1915617"/>
                  <a:pt x="2389373" y="1927122"/>
                </a:cubicBezTo>
                <a:cubicBezTo>
                  <a:pt x="2376647" y="1934394"/>
                  <a:pt x="2362770" y="1939515"/>
                  <a:pt x="2350044" y="1946787"/>
                </a:cubicBezTo>
                <a:cubicBezTo>
                  <a:pt x="2339784" y="1952650"/>
                  <a:pt x="2331346" y="1961652"/>
                  <a:pt x="2320548" y="1966451"/>
                </a:cubicBezTo>
                <a:cubicBezTo>
                  <a:pt x="2266306" y="1990559"/>
                  <a:pt x="2265267" y="1982730"/>
                  <a:pt x="2212393" y="1995948"/>
                </a:cubicBezTo>
                <a:cubicBezTo>
                  <a:pt x="2115566" y="2020154"/>
                  <a:pt x="2286252" y="1988553"/>
                  <a:pt x="2123902" y="2015613"/>
                </a:cubicBezTo>
                <a:cubicBezTo>
                  <a:pt x="2078018" y="2012335"/>
                  <a:pt x="2031626" y="2013343"/>
                  <a:pt x="1986251" y="2005780"/>
                </a:cubicBezTo>
                <a:cubicBezTo>
                  <a:pt x="1971793" y="2003370"/>
                  <a:pt x="1961380" y="1988526"/>
                  <a:pt x="1946922" y="1986116"/>
                </a:cubicBezTo>
                <a:cubicBezTo>
                  <a:pt x="1901547" y="1978554"/>
                  <a:pt x="1855154" y="1979561"/>
                  <a:pt x="1809270" y="1976284"/>
                </a:cubicBezTo>
                <a:cubicBezTo>
                  <a:pt x="1799438" y="1969729"/>
                  <a:pt x="1790635" y="1961274"/>
                  <a:pt x="1779773" y="1956619"/>
                </a:cubicBezTo>
                <a:cubicBezTo>
                  <a:pt x="1739812" y="1939493"/>
                  <a:pt x="1624819" y="1938116"/>
                  <a:pt x="1612625" y="1936955"/>
                </a:cubicBezTo>
                <a:cubicBezTo>
                  <a:pt x="1586321" y="1934450"/>
                  <a:pt x="1560083" y="1931140"/>
                  <a:pt x="1533967" y="1927122"/>
                </a:cubicBezTo>
                <a:cubicBezTo>
                  <a:pt x="1517450" y="1924581"/>
                  <a:pt x="1501248" y="1920279"/>
                  <a:pt x="1484806" y="1917290"/>
                </a:cubicBezTo>
                <a:cubicBezTo>
                  <a:pt x="1465192" y="1913724"/>
                  <a:pt x="1445477" y="1910735"/>
                  <a:pt x="1425812" y="1907458"/>
                </a:cubicBezTo>
                <a:lnTo>
                  <a:pt x="1032522" y="1917290"/>
                </a:lnTo>
                <a:cubicBezTo>
                  <a:pt x="1015827" y="1918032"/>
                  <a:pt x="999675" y="1923497"/>
                  <a:pt x="983361" y="1927122"/>
                </a:cubicBezTo>
                <a:cubicBezTo>
                  <a:pt x="943774" y="1935919"/>
                  <a:pt x="940976" y="1935891"/>
                  <a:pt x="904702" y="1956619"/>
                </a:cubicBezTo>
                <a:cubicBezTo>
                  <a:pt x="894442" y="1962482"/>
                  <a:pt x="885775" y="1970999"/>
                  <a:pt x="875206" y="1976284"/>
                </a:cubicBezTo>
                <a:cubicBezTo>
                  <a:pt x="859420" y="1984177"/>
                  <a:pt x="842172" y="1988780"/>
                  <a:pt x="826044" y="1995948"/>
                </a:cubicBezTo>
                <a:cubicBezTo>
                  <a:pt x="812650" y="2001901"/>
                  <a:pt x="800324" y="2010169"/>
                  <a:pt x="786715" y="2015613"/>
                </a:cubicBezTo>
                <a:cubicBezTo>
                  <a:pt x="746826" y="2031569"/>
                  <a:pt x="727019" y="2035453"/>
                  <a:pt x="688393" y="2045110"/>
                </a:cubicBezTo>
                <a:cubicBezTo>
                  <a:pt x="672006" y="2054942"/>
                  <a:pt x="656325" y="2066060"/>
                  <a:pt x="639232" y="2074606"/>
                </a:cubicBezTo>
                <a:cubicBezTo>
                  <a:pt x="629962" y="2079241"/>
                  <a:pt x="618734" y="2079297"/>
                  <a:pt x="609735" y="2084439"/>
                </a:cubicBezTo>
                <a:cubicBezTo>
                  <a:pt x="595507" y="2092569"/>
                  <a:pt x="585063" y="2106607"/>
                  <a:pt x="570406" y="2113935"/>
                </a:cubicBezTo>
                <a:cubicBezTo>
                  <a:pt x="558319" y="2119978"/>
                  <a:pt x="544328" y="2121118"/>
                  <a:pt x="531077" y="2123768"/>
                </a:cubicBezTo>
                <a:cubicBezTo>
                  <a:pt x="444549" y="2141074"/>
                  <a:pt x="499996" y="2124296"/>
                  <a:pt x="442586" y="2143432"/>
                </a:cubicBezTo>
                <a:cubicBezTo>
                  <a:pt x="377038" y="2140155"/>
                  <a:pt x="310412" y="2145880"/>
                  <a:pt x="245941" y="2133600"/>
                </a:cubicBezTo>
                <a:cubicBezTo>
                  <a:pt x="235760" y="2131661"/>
                  <a:pt x="237910" y="2114309"/>
                  <a:pt x="236109" y="2104103"/>
                </a:cubicBezTo>
                <a:cubicBezTo>
                  <a:pt x="198893" y="1893210"/>
                  <a:pt x="236475" y="2036561"/>
                  <a:pt x="196780" y="1897626"/>
                </a:cubicBezTo>
                <a:cubicBezTo>
                  <a:pt x="200057" y="1868129"/>
                  <a:pt x="199414" y="1837927"/>
                  <a:pt x="206612" y="1809135"/>
                </a:cubicBezTo>
                <a:cubicBezTo>
                  <a:pt x="214201" y="1778779"/>
                  <a:pt x="235076" y="1777222"/>
                  <a:pt x="255773" y="1759974"/>
                </a:cubicBezTo>
                <a:cubicBezTo>
                  <a:pt x="331464" y="1696896"/>
                  <a:pt x="241544" y="1759627"/>
                  <a:pt x="314767" y="1710813"/>
                </a:cubicBezTo>
                <a:cubicBezTo>
                  <a:pt x="344838" y="1620596"/>
                  <a:pt x="294573" y="1761033"/>
                  <a:pt x="354096" y="1641987"/>
                </a:cubicBezTo>
                <a:cubicBezTo>
                  <a:pt x="376421" y="1597337"/>
                  <a:pt x="377791" y="1539634"/>
                  <a:pt x="413090" y="1504335"/>
                </a:cubicBezTo>
                <a:cubicBezTo>
                  <a:pt x="422922" y="1494503"/>
                  <a:pt x="433685" y="1485521"/>
                  <a:pt x="442586" y="1474839"/>
                </a:cubicBezTo>
                <a:cubicBezTo>
                  <a:pt x="450151" y="1465761"/>
                  <a:pt x="453358" y="1453124"/>
                  <a:pt x="462251" y="1445342"/>
                </a:cubicBezTo>
                <a:cubicBezTo>
                  <a:pt x="480037" y="1429779"/>
                  <a:pt x="502337" y="1420193"/>
                  <a:pt x="521244" y="1406013"/>
                </a:cubicBezTo>
                <a:cubicBezTo>
                  <a:pt x="534354" y="1396181"/>
                  <a:pt x="547238" y="1386041"/>
                  <a:pt x="560573" y="1376516"/>
                </a:cubicBezTo>
                <a:cubicBezTo>
                  <a:pt x="570189" y="1369647"/>
                  <a:pt x="581098" y="1364541"/>
                  <a:pt x="590070" y="1356851"/>
                </a:cubicBezTo>
                <a:cubicBezTo>
                  <a:pt x="663862" y="1293601"/>
                  <a:pt x="598266" y="1344148"/>
                  <a:pt x="658896" y="1268361"/>
                </a:cubicBezTo>
                <a:cubicBezTo>
                  <a:pt x="673373" y="1250265"/>
                  <a:pt x="692661" y="1236521"/>
                  <a:pt x="708057" y="1219200"/>
                </a:cubicBezTo>
                <a:cubicBezTo>
                  <a:pt x="724318" y="1200907"/>
                  <a:pt x="743122" y="1171519"/>
                  <a:pt x="757219" y="1150374"/>
                </a:cubicBezTo>
                <a:lnTo>
                  <a:pt x="776883" y="1091380"/>
                </a:lnTo>
                <a:cubicBezTo>
                  <a:pt x="780160" y="1081548"/>
                  <a:pt x="782080" y="1071154"/>
                  <a:pt x="786715" y="1061884"/>
                </a:cubicBezTo>
                <a:cubicBezTo>
                  <a:pt x="811015" y="1013285"/>
                  <a:pt x="801745" y="1036460"/>
                  <a:pt x="816212" y="993058"/>
                </a:cubicBezTo>
                <a:cubicBezTo>
                  <a:pt x="800834" y="962300"/>
                  <a:pt x="796947" y="944163"/>
                  <a:pt x="767051" y="924232"/>
                </a:cubicBezTo>
                <a:cubicBezTo>
                  <a:pt x="758427" y="918483"/>
                  <a:pt x="747386" y="917677"/>
                  <a:pt x="737554" y="914400"/>
                </a:cubicBezTo>
                <a:cubicBezTo>
                  <a:pt x="641243" y="850192"/>
                  <a:pt x="686715" y="871326"/>
                  <a:pt x="452419" y="924232"/>
                </a:cubicBezTo>
                <a:cubicBezTo>
                  <a:pt x="431948" y="928854"/>
                  <a:pt x="420718" y="951920"/>
                  <a:pt x="403257" y="963561"/>
                </a:cubicBezTo>
                <a:cubicBezTo>
                  <a:pt x="310826" y="1025182"/>
                  <a:pt x="427942" y="920564"/>
                  <a:pt x="304935" y="1032387"/>
                </a:cubicBezTo>
                <a:cubicBezTo>
                  <a:pt x="287787" y="1047976"/>
                  <a:pt x="272999" y="1066045"/>
                  <a:pt x="255773" y="1081548"/>
                </a:cubicBezTo>
                <a:cubicBezTo>
                  <a:pt x="240174" y="1095587"/>
                  <a:pt x="222405" y="1107058"/>
                  <a:pt x="206612" y="1120877"/>
                </a:cubicBezTo>
                <a:cubicBezTo>
                  <a:pt x="196147" y="1130034"/>
                  <a:pt x="189188" y="1143475"/>
                  <a:pt x="177115" y="1150374"/>
                </a:cubicBezTo>
                <a:cubicBezTo>
                  <a:pt x="165382" y="1157078"/>
                  <a:pt x="150896" y="1156929"/>
                  <a:pt x="137786" y="1160206"/>
                </a:cubicBezTo>
                <a:cubicBezTo>
                  <a:pt x="114844" y="1156929"/>
                  <a:pt x="85348" y="1166761"/>
                  <a:pt x="68961" y="1150374"/>
                </a:cubicBezTo>
                <a:cubicBezTo>
                  <a:pt x="46975" y="1128388"/>
                  <a:pt x="47475" y="1091926"/>
                  <a:pt x="39464" y="1061884"/>
                </a:cubicBezTo>
                <a:cubicBezTo>
                  <a:pt x="34327" y="1042621"/>
                  <a:pt x="29632" y="1002890"/>
                  <a:pt x="29632" y="1002890"/>
                </a:cubicBezTo>
              </a:path>
            </a:pathLst>
          </a:custGeom>
          <a:solidFill>
            <a:srgbClr val="395A4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 err="1"/>
              <a:t>দুই</a:t>
            </a:r>
            <a:r>
              <a:rPr lang="en-US" sz="3200" dirty="0"/>
              <a:t> </a:t>
            </a:r>
            <a:r>
              <a:rPr lang="en-US" sz="3200" dirty="0" err="1"/>
              <a:t>চলকবিশিষ্ট</a:t>
            </a:r>
            <a:r>
              <a:rPr lang="en-US" sz="3200" dirty="0"/>
              <a:t> </a:t>
            </a:r>
            <a:r>
              <a:rPr lang="en-US" sz="3200" dirty="0" err="1"/>
              <a:t>সরল</a:t>
            </a:r>
            <a:r>
              <a:rPr lang="en-US" sz="3200" dirty="0"/>
              <a:t> </a:t>
            </a:r>
            <a:r>
              <a:rPr lang="en-US" sz="3200" dirty="0" err="1"/>
              <a:t>সহসমীকরণ</a:t>
            </a:r>
            <a:endParaRPr lang="en-US" sz="3200" dirty="0"/>
          </a:p>
          <a:p>
            <a:pPr algn="ctr"/>
            <a:r>
              <a:rPr lang="en-US" sz="2400" dirty="0" err="1">
                <a:solidFill>
                  <a:srgbClr val="FFFF00"/>
                </a:solidFill>
              </a:rPr>
              <a:t>অনুশীলনী</a:t>
            </a:r>
            <a:r>
              <a:rPr lang="en-US" sz="2400" dirty="0">
                <a:solidFill>
                  <a:srgbClr val="FFFF00"/>
                </a:solidFill>
              </a:rPr>
              <a:t> ১২.৪</a:t>
            </a:r>
            <a:endParaRPr lang="en-US" sz="2800" dirty="0">
              <a:solidFill>
                <a:srgbClr val="FFFF00"/>
              </a:solidFill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62A9F1CC-06C1-5AC9-B099-1B9F4C0226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98039" y="132430"/>
            <a:ext cx="940484" cy="94048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8634F34F-8B60-7FEB-A401-D0077CAB400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>
                        <a14:foregroundMark x1="31556" y1="40444" x2="39111" y2="40444"/>
                        <a14:foregroundMark x1="31556" y1="35111" x2="39111" y2="35111"/>
                        <a14:foregroundMark x1="37333" y1="33778" x2="74667" y2="62222"/>
                        <a14:foregroundMark x1="74667" y1="62222" x2="36889" y2="64000"/>
                        <a14:foregroundMark x1="36889" y1="64000" x2="60000" y2="57778"/>
                        <a14:foregroundMark x1="60000" y1="57778" x2="65333" y2="57778"/>
                        <a14:foregroundMark x1="56444" y1="56444" x2="63111" y2="58667"/>
                        <a14:foregroundMark x1="82222" y1="53778" x2="76889" y2="62667"/>
                        <a14:foregroundMark x1="79111" y1="61778" x2="66667" y2="68444"/>
                        <a14:foregroundMark x1="77333" y1="65333" x2="70667" y2="68889"/>
                        <a14:foregroundMark x1="47556" y1="65778" x2="54667" y2="63111"/>
                        <a14:foregroundMark x1="23556" y1="57778" x2="42222" y2="62667"/>
                        <a14:foregroundMark x1="24000" y1="58222" x2="44444" y2="66222"/>
                        <a14:foregroundMark x1="29333" y1="62667" x2="42667" y2="61778"/>
                        <a14:foregroundMark x1="19111" y1="64000" x2="44444" y2="70222"/>
                        <a14:foregroundMark x1="27556" y1="56444" x2="41333" y2="62667"/>
                        <a14:foregroundMark x1="25333" y1="62667" x2="37333" y2="65778"/>
                        <a14:foregroundMark x1="45333" y1="64444" x2="62667" y2="70222"/>
                        <a14:foregroundMark x1="61778" y1="66667" x2="66667" y2="66667"/>
                        <a14:foregroundMark x1="58222" y1="37333" x2="67111" y2="40444"/>
                        <a14:foregroundMark x1="36444" y1="40444" x2="48889" y2="4400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2061" y="-41786"/>
            <a:ext cx="1288916" cy="1288916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96871537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7"/>
          <p:cNvSpPr/>
          <p:nvPr/>
        </p:nvSpPr>
        <p:spPr>
          <a:xfrm>
            <a:off x="-296799" y="3894349"/>
            <a:ext cx="12785633" cy="2092367"/>
          </a:xfrm>
          <a:custGeom>
            <a:avLst/>
            <a:gdLst/>
            <a:ahLst/>
            <a:cxnLst/>
            <a:rect l="l" t="t" r="r" b="b"/>
            <a:pathLst>
              <a:path w="383569" h="62771" extrusionOk="0">
                <a:moveTo>
                  <a:pt x="0" y="138"/>
                </a:moveTo>
                <a:cubicBezTo>
                  <a:pt x="6712" y="1268"/>
                  <a:pt x="25229" y="-3498"/>
                  <a:pt x="40271" y="6916"/>
                </a:cubicBezTo>
                <a:cubicBezTo>
                  <a:pt x="55313" y="17330"/>
                  <a:pt x="73703" y="59698"/>
                  <a:pt x="90250" y="62622"/>
                </a:cubicBezTo>
                <a:cubicBezTo>
                  <a:pt x="106797" y="65546"/>
                  <a:pt x="122630" y="24574"/>
                  <a:pt x="139552" y="24460"/>
                </a:cubicBezTo>
                <a:cubicBezTo>
                  <a:pt x="156475" y="24346"/>
                  <a:pt x="174308" y="62007"/>
                  <a:pt x="191785" y="61940"/>
                </a:cubicBezTo>
                <a:cubicBezTo>
                  <a:pt x="209262" y="61874"/>
                  <a:pt x="227514" y="23947"/>
                  <a:pt x="244416" y="24061"/>
                </a:cubicBezTo>
                <a:cubicBezTo>
                  <a:pt x="261318" y="24175"/>
                  <a:pt x="276319" y="63951"/>
                  <a:pt x="293198" y="62622"/>
                </a:cubicBezTo>
                <a:cubicBezTo>
                  <a:pt x="310077" y="61293"/>
                  <a:pt x="330629" y="24973"/>
                  <a:pt x="345691" y="16087"/>
                </a:cubicBezTo>
                <a:cubicBezTo>
                  <a:pt x="360753" y="7202"/>
                  <a:pt x="377256" y="10439"/>
                  <a:pt x="383569" y="9309"/>
                </a:cubicBezTo>
              </a:path>
            </a:pathLst>
          </a:custGeom>
          <a:noFill/>
          <a:ln w="152400" cap="rnd" cmpd="sng">
            <a:solidFill>
              <a:srgbClr val="EFEFEF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226" name="Google Shape;226;p17"/>
          <p:cNvSpPr/>
          <p:nvPr/>
        </p:nvSpPr>
        <p:spPr>
          <a:xfrm>
            <a:off x="-305466" y="3894349"/>
            <a:ext cx="12785633" cy="2092367"/>
          </a:xfrm>
          <a:custGeom>
            <a:avLst/>
            <a:gdLst/>
            <a:ahLst/>
            <a:cxnLst/>
            <a:rect l="l" t="t" r="r" b="b"/>
            <a:pathLst>
              <a:path w="383569" h="62771" extrusionOk="0">
                <a:moveTo>
                  <a:pt x="0" y="138"/>
                </a:moveTo>
                <a:cubicBezTo>
                  <a:pt x="6712" y="1268"/>
                  <a:pt x="25186" y="-3498"/>
                  <a:pt x="40271" y="6916"/>
                </a:cubicBezTo>
                <a:cubicBezTo>
                  <a:pt x="55356" y="17330"/>
                  <a:pt x="73963" y="59698"/>
                  <a:pt x="90510" y="62622"/>
                </a:cubicBezTo>
                <a:cubicBezTo>
                  <a:pt x="107057" y="65546"/>
                  <a:pt x="122673" y="24574"/>
                  <a:pt x="139552" y="24460"/>
                </a:cubicBezTo>
                <a:cubicBezTo>
                  <a:pt x="156431" y="24346"/>
                  <a:pt x="174308" y="62007"/>
                  <a:pt x="191785" y="61940"/>
                </a:cubicBezTo>
                <a:cubicBezTo>
                  <a:pt x="209262" y="61874"/>
                  <a:pt x="227471" y="23947"/>
                  <a:pt x="244416" y="24061"/>
                </a:cubicBezTo>
                <a:cubicBezTo>
                  <a:pt x="261362" y="24175"/>
                  <a:pt x="276579" y="63951"/>
                  <a:pt x="293458" y="62622"/>
                </a:cubicBezTo>
                <a:cubicBezTo>
                  <a:pt x="310337" y="61293"/>
                  <a:pt x="330673" y="24973"/>
                  <a:pt x="345691" y="16087"/>
                </a:cubicBezTo>
                <a:cubicBezTo>
                  <a:pt x="360710" y="7202"/>
                  <a:pt x="377256" y="10439"/>
                  <a:pt x="383569" y="9309"/>
                </a:cubicBezTo>
              </a:path>
            </a:pathLst>
          </a:custGeom>
          <a:noFill/>
          <a:ln w="9525" cap="rnd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227" name="Google Shape;227;p17"/>
          <p:cNvSpPr txBox="1">
            <a:spLocks noGrp="1"/>
          </p:cNvSpPr>
          <p:nvPr>
            <p:ph type="title"/>
          </p:nvPr>
        </p:nvSpPr>
        <p:spPr>
          <a:xfrm>
            <a:off x="0" y="401600"/>
            <a:ext cx="12192000" cy="763600"/>
          </a:xfrm>
          <a:prstGeom prst="rect">
            <a:avLst/>
          </a:prstGeom>
          <a:gradFill flip="none" rotWithShape="1">
            <a:gsLst>
              <a:gs pos="0">
                <a:srgbClr val="FFFF00"/>
              </a:gs>
              <a:gs pos="37000">
                <a:srgbClr val="A9D18E"/>
              </a:gs>
              <a:gs pos="66000">
                <a:schemeClr val="accent1">
                  <a:lumMod val="45000"/>
                  <a:lumOff val="55000"/>
                </a:schemeClr>
              </a:gs>
              <a:gs pos="100000">
                <a:srgbClr val="FDD0A4"/>
              </a:gs>
            </a:gsLst>
            <a:path path="circle">
              <a:fillToRect l="100000" t="100000"/>
            </a:path>
            <a:tileRect r="-100000" b="-100000"/>
          </a:gradFill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algn="ctr">
              <a:spcBef>
                <a:spcPts val="0"/>
              </a:spcBef>
              <a:buClr>
                <a:schemeClr val="dk1"/>
              </a:buClr>
              <a:buSzPts val="1100"/>
            </a:pPr>
            <a:r>
              <a:rPr lang="en" dirty="0"/>
              <a:t>আলোচ্যসূচি</a:t>
            </a:r>
            <a:endParaRPr dirty="0"/>
          </a:p>
        </p:txBody>
      </p:sp>
      <p:sp>
        <p:nvSpPr>
          <p:cNvPr id="228" name="Google Shape;228;p17"/>
          <p:cNvSpPr/>
          <p:nvPr/>
        </p:nvSpPr>
        <p:spPr>
          <a:xfrm>
            <a:off x="4217151" y="4572605"/>
            <a:ext cx="258400" cy="2580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229" name="Google Shape;229;p17"/>
          <p:cNvSpPr/>
          <p:nvPr/>
        </p:nvSpPr>
        <p:spPr>
          <a:xfrm>
            <a:off x="7716451" y="4572605"/>
            <a:ext cx="258400" cy="2580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grpSp>
        <p:nvGrpSpPr>
          <p:cNvPr id="230" name="Google Shape;230;p17"/>
          <p:cNvGrpSpPr/>
          <p:nvPr/>
        </p:nvGrpSpPr>
        <p:grpSpPr>
          <a:xfrm>
            <a:off x="4919800" y="1866173"/>
            <a:ext cx="2352400" cy="4236700"/>
            <a:chOff x="3689850" y="1369725"/>
            <a:chExt cx="1764300" cy="3177525"/>
          </a:xfrm>
        </p:grpSpPr>
        <p:cxnSp>
          <p:nvCxnSpPr>
            <p:cNvPr id="231" name="Google Shape;231;p17"/>
            <p:cNvCxnSpPr/>
            <p:nvPr/>
          </p:nvCxnSpPr>
          <p:spPr>
            <a:xfrm rot="10800000">
              <a:off x="4572000" y="3075150"/>
              <a:ext cx="0" cy="8832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sp>
          <p:nvSpPr>
            <p:cNvPr id="232" name="Google Shape;232;p17"/>
            <p:cNvSpPr/>
            <p:nvPr/>
          </p:nvSpPr>
          <p:spPr>
            <a:xfrm>
              <a:off x="4163250" y="3729750"/>
              <a:ext cx="817500" cy="817500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33" name="Google Shape;233;p17"/>
            <p:cNvSpPr txBox="1"/>
            <p:nvPr/>
          </p:nvSpPr>
          <p:spPr>
            <a:xfrm>
              <a:off x="3730650" y="2028907"/>
              <a:ext cx="1682700" cy="817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16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34" name="Google Shape;234;p17"/>
            <p:cNvSpPr/>
            <p:nvPr/>
          </p:nvSpPr>
          <p:spPr>
            <a:xfrm>
              <a:off x="3689850" y="1369725"/>
              <a:ext cx="1764300" cy="448500"/>
            </a:xfrm>
            <a:prstGeom prst="roundRect">
              <a:avLst>
                <a:gd name="adj" fmla="val 50000"/>
              </a:avLst>
            </a:prstGeom>
            <a:solidFill>
              <a:schemeClr val="accent6">
                <a:lumMod val="60000"/>
                <a:lumOff val="40000"/>
              </a:schemeClr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r>
                <a:rPr lang="en" sz="2267" dirty="0">
                  <a:latin typeface="Fira Sans Extra Condensed Medium"/>
                  <a:sym typeface="Fira Sans Extra Condensed Medium"/>
                </a:rPr>
                <a:t>অনুশীলনী</a:t>
              </a:r>
              <a:endParaRPr sz="2400" dirty="0"/>
            </a:p>
          </p:txBody>
        </p:sp>
        <p:grpSp>
          <p:nvGrpSpPr>
            <p:cNvPr id="235" name="Google Shape;235;p17"/>
            <p:cNvGrpSpPr/>
            <p:nvPr/>
          </p:nvGrpSpPr>
          <p:grpSpPr>
            <a:xfrm>
              <a:off x="4385582" y="3967214"/>
              <a:ext cx="372835" cy="342573"/>
              <a:chOff x="1952836" y="2774422"/>
              <a:chExt cx="372835" cy="342573"/>
            </a:xfrm>
          </p:grpSpPr>
          <p:sp>
            <p:nvSpPr>
              <p:cNvPr id="236" name="Google Shape;236;p17"/>
              <p:cNvSpPr/>
              <p:nvPr/>
            </p:nvSpPr>
            <p:spPr>
              <a:xfrm>
                <a:off x="2076490" y="3057581"/>
                <a:ext cx="40869" cy="40869"/>
              </a:xfrm>
              <a:custGeom>
                <a:avLst/>
                <a:gdLst/>
                <a:ahLst/>
                <a:cxnLst/>
                <a:rect l="l" t="t" r="r" b="b"/>
                <a:pathLst>
                  <a:path w="1287" h="1287" extrusionOk="0">
                    <a:moveTo>
                      <a:pt x="643" y="346"/>
                    </a:moveTo>
                    <a:cubicBezTo>
                      <a:pt x="810" y="346"/>
                      <a:pt x="941" y="477"/>
                      <a:pt x="941" y="644"/>
                    </a:cubicBezTo>
                    <a:cubicBezTo>
                      <a:pt x="941" y="811"/>
                      <a:pt x="810" y="941"/>
                      <a:pt x="643" y="941"/>
                    </a:cubicBezTo>
                    <a:cubicBezTo>
                      <a:pt x="476" y="941"/>
                      <a:pt x="345" y="811"/>
                      <a:pt x="345" y="644"/>
                    </a:cubicBezTo>
                    <a:cubicBezTo>
                      <a:pt x="345" y="477"/>
                      <a:pt x="476" y="346"/>
                      <a:pt x="643" y="346"/>
                    </a:cubicBezTo>
                    <a:close/>
                    <a:moveTo>
                      <a:pt x="643" y="1"/>
                    </a:moveTo>
                    <a:cubicBezTo>
                      <a:pt x="286" y="1"/>
                      <a:pt x="0" y="287"/>
                      <a:pt x="0" y="644"/>
                    </a:cubicBezTo>
                    <a:cubicBezTo>
                      <a:pt x="0" y="1001"/>
                      <a:pt x="286" y="1287"/>
                      <a:pt x="643" y="1287"/>
                    </a:cubicBezTo>
                    <a:cubicBezTo>
                      <a:pt x="1000" y="1287"/>
                      <a:pt x="1286" y="1001"/>
                      <a:pt x="1286" y="644"/>
                    </a:cubicBezTo>
                    <a:cubicBezTo>
                      <a:pt x="1286" y="287"/>
                      <a:pt x="1000" y="1"/>
                      <a:pt x="64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237" name="Google Shape;237;p17"/>
              <p:cNvSpPr/>
              <p:nvPr/>
            </p:nvSpPr>
            <p:spPr>
              <a:xfrm>
                <a:off x="2208432" y="3057581"/>
                <a:ext cx="40869" cy="40869"/>
              </a:xfrm>
              <a:custGeom>
                <a:avLst/>
                <a:gdLst/>
                <a:ahLst/>
                <a:cxnLst/>
                <a:rect l="l" t="t" r="r" b="b"/>
                <a:pathLst>
                  <a:path w="1287" h="1287" extrusionOk="0">
                    <a:moveTo>
                      <a:pt x="643" y="346"/>
                    </a:moveTo>
                    <a:cubicBezTo>
                      <a:pt x="810" y="346"/>
                      <a:pt x="941" y="477"/>
                      <a:pt x="941" y="644"/>
                    </a:cubicBezTo>
                    <a:cubicBezTo>
                      <a:pt x="941" y="811"/>
                      <a:pt x="810" y="941"/>
                      <a:pt x="643" y="941"/>
                    </a:cubicBezTo>
                    <a:cubicBezTo>
                      <a:pt x="477" y="941"/>
                      <a:pt x="346" y="811"/>
                      <a:pt x="346" y="644"/>
                    </a:cubicBezTo>
                    <a:cubicBezTo>
                      <a:pt x="346" y="477"/>
                      <a:pt x="477" y="346"/>
                      <a:pt x="643" y="346"/>
                    </a:cubicBezTo>
                    <a:close/>
                    <a:moveTo>
                      <a:pt x="643" y="1"/>
                    </a:moveTo>
                    <a:cubicBezTo>
                      <a:pt x="286" y="1"/>
                      <a:pt x="0" y="287"/>
                      <a:pt x="0" y="644"/>
                    </a:cubicBezTo>
                    <a:cubicBezTo>
                      <a:pt x="0" y="1001"/>
                      <a:pt x="286" y="1287"/>
                      <a:pt x="643" y="1287"/>
                    </a:cubicBezTo>
                    <a:cubicBezTo>
                      <a:pt x="1001" y="1287"/>
                      <a:pt x="1286" y="1001"/>
                      <a:pt x="1286" y="644"/>
                    </a:cubicBezTo>
                    <a:cubicBezTo>
                      <a:pt x="1286" y="287"/>
                      <a:pt x="1001" y="1"/>
                      <a:pt x="64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238" name="Google Shape;238;p17"/>
              <p:cNvSpPr/>
              <p:nvPr/>
            </p:nvSpPr>
            <p:spPr>
              <a:xfrm>
                <a:off x="1952836" y="2774422"/>
                <a:ext cx="372835" cy="342573"/>
              </a:xfrm>
              <a:custGeom>
                <a:avLst/>
                <a:gdLst/>
                <a:ahLst/>
                <a:cxnLst/>
                <a:rect l="l" t="t" r="r" b="b"/>
                <a:pathLst>
                  <a:path w="11741" h="10788" extrusionOk="0">
                    <a:moveTo>
                      <a:pt x="5382" y="1988"/>
                    </a:moveTo>
                    <a:lnTo>
                      <a:pt x="5382" y="3001"/>
                    </a:lnTo>
                    <a:lnTo>
                      <a:pt x="4359" y="3001"/>
                    </a:lnTo>
                    <a:lnTo>
                      <a:pt x="4359" y="1988"/>
                    </a:lnTo>
                    <a:close/>
                    <a:moveTo>
                      <a:pt x="6752" y="1988"/>
                    </a:moveTo>
                    <a:lnTo>
                      <a:pt x="6752" y="3001"/>
                    </a:lnTo>
                    <a:lnTo>
                      <a:pt x="5728" y="3001"/>
                    </a:lnTo>
                    <a:lnTo>
                      <a:pt x="5728" y="1988"/>
                    </a:lnTo>
                    <a:close/>
                    <a:moveTo>
                      <a:pt x="8121" y="1988"/>
                    </a:moveTo>
                    <a:lnTo>
                      <a:pt x="8121" y="3001"/>
                    </a:lnTo>
                    <a:lnTo>
                      <a:pt x="7097" y="3001"/>
                    </a:lnTo>
                    <a:lnTo>
                      <a:pt x="7097" y="1988"/>
                    </a:lnTo>
                    <a:close/>
                    <a:moveTo>
                      <a:pt x="9490" y="1988"/>
                    </a:moveTo>
                    <a:lnTo>
                      <a:pt x="9490" y="3001"/>
                    </a:lnTo>
                    <a:lnTo>
                      <a:pt x="8466" y="3001"/>
                    </a:lnTo>
                    <a:lnTo>
                      <a:pt x="8466" y="1988"/>
                    </a:lnTo>
                    <a:close/>
                    <a:moveTo>
                      <a:pt x="10324" y="1988"/>
                    </a:moveTo>
                    <a:lnTo>
                      <a:pt x="10085" y="3001"/>
                    </a:lnTo>
                    <a:lnTo>
                      <a:pt x="9847" y="3001"/>
                    </a:lnTo>
                    <a:lnTo>
                      <a:pt x="9847" y="1988"/>
                    </a:lnTo>
                    <a:close/>
                    <a:moveTo>
                      <a:pt x="4001" y="2000"/>
                    </a:moveTo>
                    <a:lnTo>
                      <a:pt x="4001" y="3012"/>
                    </a:lnTo>
                    <a:lnTo>
                      <a:pt x="3311" y="3012"/>
                    </a:lnTo>
                    <a:lnTo>
                      <a:pt x="2965" y="2000"/>
                    </a:lnTo>
                    <a:close/>
                    <a:moveTo>
                      <a:pt x="10014" y="3334"/>
                    </a:moveTo>
                    <a:lnTo>
                      <a:pt x="9847" y="4048"/>
                    </a:lnTo>
                    <a:lnTo>
                      <a:pt x="9847" y="3334"/>
                    </a:lnTo>
                    <a:close/>
                    <a:moveTo>
                      <a:pt x="4013" y="3334"/>
                    </a:moveTo>
                    <a:lnTo>
                      <a:pt x="4013" y="4370"/>
                    </a:lnTo>
                    <a:lnTo>
                      <a:pt x="3823" y="4370"/>
                    </a:lnTo>
                    <a:lnTo>
                      <a:pt x="3454" y="3334"/>
                    </a:lnTo>
                    <a:close/>
                    <a:moveTo>
                      <a:pt x="5371" y="3334"/>
                    </a:moveTo>
                    <a:lnTo>
                      <a:pt x="5371" y="4370"/>
                    </a:lnTo>
                    <a:lnTo>
                      <a:pt x="4347" y="4370"/>
                    </a:lnTo>
                    <a:lnTo>
                      <a:pt x="4347" y="3334"/>
                    </a:lnTo>
                    <a:close/>
                    <a:moveTo>
                      <a:pt x="6752" y="3334"/>
                    </a:moveTo>
                    <a:lnTo>
                      <a:pt x="6752" y="4370"/>
                    </a:lnTo>
                    <a:lnTo>
                      <a:pt x="5728" y="4370"/>
                    </a:lnTo>
                    <a:lnTo>
                      <a:pt x="5728" y="3334"/>
                    </a:lnTo>
                    <a:close/>
                    <a:moveTo>
                      <a:pt x="8121" y="3358"/>
                    </a:moveTo>
                    <a:lnTo>
                      <a:pt x="8121" y="4382"/>
                    </a:lnTo>
                    <a:lnTo>
                      <a:pt x="7097" y="4382"/>
                    </a:lnTo>
                    <a:lnTo>
                      <a:pt x="7097" y="3358"/>
                    </a:lnTo>
                    <a:close/>
                    <a:moveTo>
                      <a:pt x="9514" y="3358"/>
                    </a:moveTo>
                    <a:lnTo>
                      <a:pt x="9514" y="4382"/>
                    </a:lnTo>
                    <a:lnTo>
                      <a:pt x="8478" y="4382"/>
                    </a:lnTo>
                    <a:lnTo>
                      <a:pt x="8478" y="3358"/>
                    </a:lnTo>
                    <a:close/>
                    <a:moveTo>
                      <a:pt x="4001" y="4727"/>
                    </a:moveTo>
                    <a:lnTo>
                      <a:pt x="4001" y="4941"/>
                    </a:lnTo>
                    <a:lnTo>
                      <a:pt x="3930" y="4727"/>
                    </a:lnTo>
                    <a:close/>
                    <a:moveTo>
                      <a:pt x="5371" y="4715"/>
                    </a:moveTo>
                    <a:lnTo>
                      <a:pt x="5371" y="5525"/>
                    </a:lnTo>
                    <a:cubicBezTo>
                      <a:pt x="5297" y="5521"/>
                      <a:pt x="5230" y="5520"/>
                      <a:pt x="5167" y="5520"/>
                    </a:cubicBezTo>
                    <a:cubicBezTo>
                      <a:pt x="5049" y="5520"/>
                      <a:pt x="4947" y="5524"/>
                      <a:pt x="4854" y="5524"/>
                    </a:cubicBezTo>
                    <a:cubicBezTo>
                      <a:pt x="4666" y="5524"/>
                      <a:pt x="4516" y="5507"/>
                      <a:pt x="4347" y="5406"/>
                    </a:cubicBezTo>
                    <a:lnTo>
                      <a:pt x="4347" y="4715"/>
                    </a:lnTo>
                    <a:close/>
                    <a:moveTo>
                      <a:pt x="6752" y="4727"/>
                    </a:moveTo>
                    <a:lnTo>
                      <a:pt x="6752" y="5525"/>
                    </a:lnTo>
                    <a:lnTo>
                      <a:pt x="5728" y="5525"/>
                    </a:lnTo>
                    <a:lnTo>
                      <a:pt x="5728" y="4727"/>
                    </a:lnTo>
                    <a:close/>
                    <a:moveTo>
                      <a:pt x="8121" y="4727"/>
                    </a:moveTo>
                    <a:lnTo>
                      <a:pt x="8121" y="5525"/>
                    </a:lnTo>
                    <a:lnTo>
                      <a:pt x="7097" y="5525"/>
                    </a:lnTo>
                    <a:lnTo>
                      <a:pt x="7097" y="4727"/>
                    </a:lnTo>
                    <a:close/>
                    <a:moveTo>
                      <a:pt x="9490" y="4727"/>
                    </a:moveTo>
                    <a:lnTo>
                      <a:pt x="9490" y="5525"/>
                    </a:lnTo>
                    <a:lnTo>
                      <a:pt x="8466" y="5525"/>
                    </a:lnTo>
                    <a:lnTo>
                      <a:pt x="8466" y="4727"/>
                    </a:lnTo>
                    <a:close/>
                    <a:moveTo>
                      <a:pt x="4537" y="8680"/>
                    </a:moveTo>
                    <a:cubicBezTo>
                      <a:pt x="5025" y="8680"/>
                      <a:pt x="5418" y="9085"/>
                      <a:pt x="5418" y="9561"/>
                    </a:cubicBezTo>
                    <a:cubicBezTo>
                      <a:pt x="5418" y="10037"/>
                      <a:pt x="5025" y="10442"/>
                      <a:pt x="4537" y="10442"/>
                    </a:cubicBezTo>
                    <a:cubicBezTo>
                      <a:pt x="4049" y="10442"/>
                      <a:pt x="3656" y="10049"/>
                      <a:pt x="3656" y="9561"/>
                    </a:cubicBezTo>
                    <a:cubicBezTo>
                      <a:pt x="3656" y="9085"/>
                      <a:pt x="4049" y="8680"/>
                      <a:pt x="4537" y="8680"/>
                    </a:cubicBezTo>
                    <a:close/>
                    <a:moveTo>
                      <a:pt x="8692" y="8680"/>
                    </a:moveTo>
                    <a:cubicBezTo>
                      <a:pt x="9181" y="8680"/>
                      <a:pt x="9573" y="9085"/>
                      <a:pt x="9573" y="9561"/>
                    </a:cubicBezTo>
                    <a:cubicBezTo>
                      <a:pt x="9573" y="10037"/>
                      <a:pt x="9181" y="10442"/>
                      <a:pt x="8692" y="10442"/>
                    </a:cubicBezTo>
                    <a:cubicBezTo>
                      <a:pt x="8204" y="10442"/>
                      <a:pt x="7811" y="10049"/>
                      <a:pt x="7811" y="9561"/>
                    </a:cubicBezTo>
                    <a:cubicBezTo>
                      <a:pt x="7811" y="9085"/>
                      <a:pt x="8204" y="8680"/>
                      <a:pt x="8692" y="8680"/>
                    </a:cubicBezTo>
                    <a:close/>
                    <a:moveTo>
                      <a:pt x="620" y="0"/>
                    </a:moveTo>
                    <a:cubicBezTo>
                      <a:pt x="287" y="0"/>
                      <a:pt x="1" y="286"/>
                      <a:pt x="1" y="631"/>
                    </a:cubicBezTo>
                    <a:cubicBezTo>
                      <a:pt x="1" y="976"/>
                      <a:pt x="287" y="1250"/>
                      <a:pt x="620" y="1250"/>
                    </a:cubicBezTo>
                    <a:lnTo>
                      <a:pt x="1394" y="1250"/>
                    </a:lnTo>
                    <a:lnTo>
                      <a:pt x="2346" y="3965"/>
                    </a:lnTo>
                    <a:cubicBezTo>
                      <a:pt x="2374" y="4029"/>
                      <a:pt x="2444" y="4072"/>
                      <a:pt x="2513" y="4072"/>
                    </a:cubicBezTo>
                    <a:cubicBezTo>
                      <a:pt x="2533" y="4072"/>
                      <a:pt x="2553" y="4068"/>
                      <a:pt x="2573" y="4060"/>
                    </a:cubicBezTo>
                    <a:cubicBezTo>
                      <a:pt x="2668" y="4036"/>
                      <a:pt x="2704" y="3929"/>
                      <a:pt x="2680" y="3846"/>
                    </a:cubicBezTo>
                    <a:cubicBezTo>
                      <a:pt x="1739" y="1191"/>
                      <a:pt x="1692" y="1072"/>
                      <a:pt x="1692" y="1072"/>
                    </a:cubicBezTo>
                    <a:cubicBezTo>
                      <a:pt x="1656" y="965"/>
                      <a:pt x="1561" y="905"/>
                      <a:pt x="1441" y="905"/>
                    </a:cubicBezTo>
                    <a:lnTo>
                      <a:pt x="620" y="905"/>
                    </a:lnTo>
                    <a:cubicBezTo>
                      <a:pt x="465" y="905"/>
                      <a:pt x="346" y="774"/>
                      <a:pt x="346" y="631"/>
                    </a:cubicBezTo>
                    <a:cubicBezTo>
                      <a:pt x="346" y="464"/>
                      <a:pt x="477" y="345"/>
                      <a:pt x="620" y="345"/>
                    </a:cubicBezTo>
                    <a:lnTo>
                      <a:pt x="1441" y="345"/>
                    </a:lnTo>
                    <a:cubicBezTo>
                      <a:pt x="1787" y="345"/>
                      <a:pt x="2084" y="536"/>
                      <a:pt x="2215" y="845"/>
                    </a:cubicBezTo>
                    <a:cubicBezTo>
                      <a:pt x="2418" y="1429"/>
                      <a:pt x="3585" y="4703"/>
                      <a:pt x="3751" y="5191"/>
                    </a:cubicBezTo>
                    <a:cubicBezTo>
                      <a:pt x="3870" y="5548"/>
                      <a:pt x="4287" y="5882"/>
                      <a:pt x="4775" y="5882"/>
                    </a:cubicBezTo>
                    <a:lnTo>
                      <a:pt x="10978" y="5882"/>
                    </a:lnTo>
                    <a:cubicBezTo>
                      <a:pt x="11145" y="5882"/>
                      <a:pt x="11264" y="6013"/>
                      <a:pt x="11264" y="6168"/>
                    </a:cubicBezTo>
                    <a:cubicBezTo>
                      <a:pt x="11264" y="6322"/>
                      <a:pt x="11133" y="6441"/>
                      <a:pt x="10978" y="6441"/>
                    </a:cubicBezTo>
                    <a:lnTo>
                      <a:pt x="4775" y="6441"/>
                    </a:lnTo>
                    <a:cubicBezTo>
                      <a:pt x="4108" y="6441"/>
                      <a:pt x="3489" y="6049"/>
                      <a:pt x="3227" y="5417"/>
                    </a:cubicBezTo>
                    <a:lnTo>
                      <a:pt x="2882" y="4453"/>
                    </a:lnTo>
                    <a:cubicBezTo>
                      <a:pt x="2863" y="4377"/>
                      <a:pt x="2791" y="4339"/>
                      <a:pt x="2720" y="4339"/>
                    </a:cubicBezTo>
                    <a:cubicBezTo>
                      <a:pt x="2702" y="4339"/>
                      <a:pt x="2684" y="4341"/>
                      <a:pt x="2668" y="4346"/>
                    </a:cubicBezTo>
                    <a:cubicBezTo>
                      <a:pt x="2573" y="4382"/>
                      <a:pt x="2525" y="4477"/>
                      <a:pt x="2561" y="4572"/>
                    </a:cubicBezTo>
                    <a:cubicBezTo>
                      <a:pt x="2846" y="5275"/>
                      <a:pt x="2846" y="5596"/>
                      <a:pt x="3180" y="6013"/>
                    </a:cubicBezTo>
                    <a:lnTo>
                      <a:pt x="2799" y="6560"/>
                    </a:lnTo>
                    <a:cubicBezTo>
                      <a:pt x="2215" y="7394"/>
                      <a:pt x="2715" y="8549"/>
                      <a:pt x="3716" y="8680"/>
                    </a:cubicBezTo>
                    <a:cubicBezTo>
                      <a:pt x="2918" y="9418"/>
                      <a:pt x="3442" y="10787"/>
                      <a:pt x="4549" y="10787"/>
                    </a:cubicBezTo>
                    <a:cubicBezTo>
                      <a:pt x="5656" y="10787"/>
                      <a:pt x="6168" y="9454"/>
                      <a:pt x="5394" y="8692"/>
                    </a:cubicBezTo>
                    <a:lnTo>
                      <a:pt x="7871" y="8692"/>
                    </a:lnTo>
                    <a:cubicBezTo>
                      <a:pt x="7085" y="9454"/>
                      <a:pt x="7621" y="10787"/>
                      <a:pt x="8716" y="10787"/>
                    </a:cubicBezTo>
                    <a:cubicBezTo>
                      <a:pt x="9823" y="10787"/>
                      <a:pt x="10335" y="9454"/>
                      <a:pt x="9562" y="8692"/>
                    </a:cubicBezTo>
                    <a:lnTo>
                      <a:pt x="9788" y="8692"/>
                    </a:lnTo>
                    <a:cubicBezTo>
                      <a:pt x="10133" y="8692"/>
                      <a:pt x="10419" y="8406"/>
                      <a:pt x="10419" y="8073"/>
                    </a:cubicBezTo>
                    <a:cubicBezTo>
                      <a:pt x="10419" y="7727"/>
                      <a:pt x="10133" y="7442"/>
                      <a:pt x="9788" y="7442"/>
                    </a:cubicBezTo>
                    <a:lnTo>
                      <a:pt x="8228" y="7442"/>
                    </a:lnTo>
                    <a:cubicBezTo>
                      <a:pt x="8133" y="7442"/>
                      <a:pt x="8061" y="7513"/>
                      <a:pt x="8061" y="7608"/>
                    </a:cubicBezTo>
                    <a:cubicBezTo>
                      <a:pt x="8061" y="7692"/>
                      <a:pt x="8133" y="7775"/>
                      <a:pt x="8228" y="7775"/>
                    </a:cubicBezTo>
                    <a:lnTo>
                      <a:pt x="9788" y="7775"/>
                    </a:lnTo>
                    <a:cubicBezTo>
                      <a:pt x="9954" y="7775"/>
                      <a:pt x="10074" y="7906"/>
                      <a:pt x="10074" y="8049"/>
                    </a:cubicBezTo>
                    <a:cubicBezTo>
                      <a:pt x="10074" y="8215"/>
                      <a:pt x="9943" y="8335"/>
                      <a:pt x="9788" y="8335"/>
                    </a:cubicBezTo>
                    <a:lnTo>
                      <a:pt x="3930" y="8335"/>
                    </a:lnTo>
                    <a:cubicBezTo>
                      <a:pt x="3108" y="8335"/>
                      <a:pt x="2620" y="7418"/>
                      <a:pt x="3096" y="6739"/>
                    </a:cubicBezTo>
                    <a:lnTo>
                      <a:pt x="3442" y="6251"/>
                    </a:lnTo>
                    <a:cubicBezTo>
                      <a:pt x="3573" y="6382"/>
                      <a:pt x="3739" y="6489"/>
                      <a:pt x="3906" y="6560"/>
                    </a:cubicBezTo>
                    <a:lnTo>
                      <a:pt x="3573" y="7072"/>
                    </a:lnTo>
                    <a:cubicBezTo>
                      <a:pt x="3358" y="7370"/>
                      <a:pt x="3573" y="7775"/>
                      <a:pt x="3942" y="7775"/>
                    </a:cubicBezTo>
                    <a:lnTo>
                      <a:pt x="7609" y="7775"/>
                    </a:lnTo>
                    <a:cubicBezTo>
                      <a:pt x="7692" y="7775"/>
                      <a:pt x="7764" y="7692"/>
                      <a:pt x="7764" y="7608"/>
                    </a:cubicBezTo>
                    <a:cubicBezTo>
                      <a:pt x="7764" y="7513"/>
                      <a:pt x="7692" y="7442"/>
                      <a:pt x="7609" y="7442"/>
                    </a:cubicBezTo>
                    <a:lnTo>
                      <a:pt x="3942" y="7442"/>
                    </a:lnTo>
                    <a:cubicBezTo>
                      <a:pt x="3847" y="7442"/>
                      <a:pt x="3811" y="7334"/>
                      <a:pt x="3847" y="7263"/>
                    </a:cubicBezTo>
                    <a:lnTo>
                      <a:pt x="4251" y="6703"/>
                    </a:lnTo>
                    <a:cubicBezTo>
                      <a:pt x="4465" y="6762"/>
                      <a:pt x="4535" y="6775"/>
                      <a:pt x="5134" y="6775"/>
                    </a:cubicBezTo>
                    <a:cubicBezTo>
                      <a:pt x="5630" y="6775"/>
                      <a:pt x="6490" y="6766"/>
                      <a:pt x="8097" y="6766"/>
                    </a:cubicBezTo>
                    <a:cubicBezTo>
                      <a:pt x="8881" y="6766"/>
                      <a:pt x="9842" y="6768"/>
                      <a:pt x="11026" y="6775"/>
                    </a:cubicBezTo>
                    <a:cubicBezTo>
                      <a:pt x="11371" y="6775"/>
                      <a:pt x="11645" y="6489"/>
                      <a:pt x="11645" y="6144"/>
                    </a:cubicBezTo>
                    <a:cubicBezTo>
                      <a:pt x="11598" y="5810"/>
                      <a:pt x="11312" y="5525"/>
                      <a:pt x="10966" y="5525"/>
                    </a:cubicBezTo>
                    <a:lnTo>
                      <a:pt x="10788" y="5525"/>
                    </a:lnTo>
                    <a:lnTo>
                      <a:pt x="11598" y="2048"/>
                    </a:lnTo>
                    <a:cubicBezTo>
                      <a:pt x="11740" y="1393"/>
                      <a:pt x="11252" y="762"/>
                      <a:pt x="10562" y="762"/>
                    </a:cubicBezTo>
                    <a:lnTo>
                      <a:pt x="7252" y="762"/>
                    </a:lnTo>
                    <a:cubicBezTo>
                      <a:pt x="7156" y="762"/>
                      <a:pt x="7085" y="834"/>
                      <a:pt x="7085" y="929"/>
                    </a:cubicBezTo>
                    <a:cubicBezTo>
                      <a:pt x="7085" y="1012"/>
                      <a:pt x="7156" y="1096"/>
                      <a:pt x="7252" y="1096"/>
                    </a:cubicBezTo>
                    <a:lnTo>
                      <a:pt x="10562" y="1096"/>
                    </a:lnTo>
                    <a:cubicBezTo>
                      <a:pt x="11026" y="1096"/>
                      <a:pt x="11359" y="1524"/>
                      <a:pt x="11252" y="1953"/>
                    </a:cubicBezTo>
                    <a:lnTo>
                      <a:pt x="10431" y="5525"/>
                    </a:lnTo>
                    <a:lnTo>
                      <a:pt x="9847" y="5525"/>
                    </a:lnTo>
                    <a:cubicBezTo>
                      <a:pt x="9943" y="5144"/>
                      <a:pt x="10585" y="2369"/>
                      <a:pt x="10705" y="1869"/>
                    </a:cubicBezTo>
                    <a:cubicBezTo>
                      <a:pt x="10728" y="1762"/>
                      <a:pt x="10645" y="1655"/>
                      <a:pt x="10538" y="1655"/>
                    </a:cubicBezTo>
                    <a:lnTo>
                      <a:pt x="2858" y="1655"/>
                    </a:lnTo>
                    <a:lnTo>
                      <a:pt x="2668" y="1096"/>
                    </a:lnTo>
                    <a:lnTo>
                      <a:pt x="6621" y="1096"/>
                    </a:lnTo>
                    <a:cubicBezTo>
                      <a:pt x="6716" y="1096"/>
                      <a:pt x="6787" y="1012"/>
                      <a:pt x="6787" y="929"/>
                    </a:cubicBezTo>
                    <a:cubicBezTo>
                      <a:pt x="6787" y="834"/>
                      <a:pt x="6716" y="762"/>
                      <a:pt x="6621" y="762"/>
                    </a:cubicBezTo>
                    <a:lnTo>
                      <a:pt x="2549" y="762"/>
                    </a:lnTo>
                    <a:cubicBezTo>
                      <a:pt x="2394" y="334"/>
                      <a:pt x="1965" y="0"/>
                      <a:pt x="14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</p:grpSp>
      </p:grpSp>
      <p:grpSp>
        <p:nvGrpSpPr>
          <p:cNvPr id="239" name="Google Shape;239;p17"/>
          <p:cNvGrpSpPr/>
          <p:nvPr/>
        </p:nvGrpSpPr>
        <p:grpSpPr>
          <a:xfrm>
            <a:off x="8285792" y="1866173"/>
            <a:ext cx="2352400" cy="4236700"/>
            <a:chOff x="6214344" y="1369725"/>
            <a:chExt cx="1764300" cy="3177525"/>
          </a:xfrm>
        </p:grpSpPr>
        <p:cxnSp>
          <p:nvCxnSpPr>
            <p:cNvPr id="240" name="Google Shape;240;p17"/>
            <p:cNvCxnSpPr/>
            <p:nvPr/>
          </p:nvCxnSpPr>
          <p:spPr>
            <a:xfrm rot="10800000">
              <a:off x="7096494" y="3075150"/>
              <a:ext cx="0" cy="8832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sp>
          <p:nvSpPr>
            <p:cNvPr id="241" name="Google Shape;241;p17"/>
            <p:cNvSpPr/>
            <p:nvPr/>
          </p:nvSpPr>
          <p:spPr>
            <a:xfrm>
              <a:off x="6687744" y="3729750"/>
              <a:ext cx="817500" cy="817500"/>
            </a:xfrm>
            <a:prstGeom prst="ellipse">
              <a:avLst/>
            </a:prstGeom>
            <a:solidFill>
              <a:srgbClr val="FDCA9F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42" name="Google Shape;242;p17"/>
            <p:cNvSpPr txBox="1"/>
            <p:nvPr/>
          </p:nvSpPr>
          <p:spPr>
            <a:xfrm>
              <a:off x="6240144" y="2028907"/>
              <a:ext cx="1712700" cy="817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16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43" name="Google Shape;243;p17"/>
            <p:cNvSpPr/>
            <p:nvPr/>
          </p:nvSpPr>
          <p:spPr>
            <a:xfrm>
              <a:off x="6214344" y="1369725"/>
              <a:ext cx="1764300" cy="448500"/>
            </a:xfrm>
            <a:prstGeom prst="roundRect">
              <a:avLst>
                <a:gd name="adj" fmla="val 50000"/>
              </a:avLst>
            </a:prstGeom>
            <a:solidFill>
              <a:srgbClr val="FDD0A4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r>
                <a:rPr lang="en" sz="2267" dirty="0"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পুনরালোচনা</a:t>
              </a:r>
              <a:endParaRPr sz="2400" dirty="0"/>
            </a:p>
          </p:txBody>
        </p:sp>
        <p:grpSp>
          <p:nvGrpSpPr>
            <p:cNvPr id="244" name="Google Shape;244;p17"/>
            <p:cNvGrpSpPr/>
            <p:nvPr/>
          </p:nvGrpSpPr>
          <p:grpSpPr>
            <a:xfrm>
              <a:off x="6909139" y="3951495"/>
              <a:ext cx="374709" cy="374010"/>
              <a:chOff x="1421638" y="4125629"/>
              <a:chExt cx="374709" cy="374010"/>
            </a:xfrm>
          </p:grpSpPr>
          <p:sp>
            <p:nvSpPr>
              <p:cNvPr id="245" name="Google Shape;245;p17"/>
              <p:cNvSpPr/>
              <p:nvPr/>
            </p:nvSpPr>
            <p:spPr>
              <a:xfrm>
                <a:off x="1421638" y="4265954"/>
                <a:ext cx="374709" cy="233685"/>
              </a:xfrm>
              <a:custGeom>
                <a:avLst/>
                <a:gdLst/>
                <a:ahLst/>
                <a:cxnLst/>
                <a:rect l="l" t="t" r="r" b="b"/>
                <a:pathLst>
                  <a:path w="11800" h="7359" extrusionOk="0">
                    <a:moveTo>
                      <a:pt x="3180" y="3298"/>
                    </a:moveTo>
                    <a:lnTo>
                      <a:pt x="3180" y="7001"/>
                    </a:lnTo>
                    <a:lnTo>
                      <a:pt x="1691" y="7001"/>
                    </a:lnTo>
                    <a:lnTo>
                      <a:pt x="1691" y="3298"/>
                    </a:lnTo>
                    <a:close/>
                    <a:moveTo>
                      <a:pt x="6680" y="2370"/>
                    </a:moveTo>
                    <a:lnTo>
                      <a:pt x="6680" y="7001"/>
                    </a:lnTo>
                    <a:lnTo>
                      <a:pt x="5192" y="7001"/>
                    </a:lnTo>
                    <a:lnTo>
                      <a:pt x="5192" y="2370"/>
                    </a:lnTo>
                    <a:close/>
                    <a:moveTo>
                      <a:pt x="10180" y="345"/>
                    </a:moveTo>
                    <a:lnTo>
                      <a:pt x="10180" y="7001"/>
                    </a:lnTo>
                    <a:lnTo>
                      <a:pt x="8692" y="7001"/>
                    </a:lnTo>
                    <a:lnTo>
                      <a:pt x="8692" y="345"/>
                    </a:lnTo>
                    <a:close/>
                    <a:moveTo>
                      <a:pt x="8502" y="0"/>
                    </a:moveTo>
                    <a:cubicBezTo>
                      <a:pt x="8406" y="0"/>
                      <a:pt x="8323" y="84"/>
                      <a:pt x="8323" y="179"/>
                    </a:cubicBezTo>
                    <a:lnTo>
                      <a:pt x="8323" y="7001"/>
                    </a:lnTo>
                    <a:lnTo>
                      <a:pt x="7013" y="7001"/>
                    </a:lnTo>
                    <a:lnTo>
                      <a:pt x="7013" y="2203"/>
                    </a:lnTo>
                    <a:cubicBezTo>
                      <a:pt x="7013" y="2120"/>
                      <a:pt x="6930" y="2024"/>
                      <a:pt x="6835" y="2024"/>
                    </a:cubicBezTo>
                    <a:lnTo>
                      <a:pt x="4989" y="2024"/>
                    </a:lnTo>
                    <a:cubicBezTo>
                      <a:pt x="4894" y="2024"/>
                      <a:pt x="4811" y="2108"/>
                      <a:pt x="4811" y="2203"/>
                    </a:cubicBezTo>
                    <a:lnTo>
                      <a:pt x="4811" y="7001"/>
                    </a:lnTo>
                    <a:lnTo>
                      <a:pt x="3501" y="7001"/>
                    </a:lnTo>
                    <a:lnTo>
                      <a:pt x="3501" y="3132"/>
                    </a:lnTo>
                    <a:cubicBezTo>
                      <a:pt x="3501" y="3036"/>
                      <a:pt x="3418" y="2953"/>
                      <a:pt x="3322" y="2953"/>
                    </a:cubicBezTo>
                    <a:lnTo>
                      <a:pt x="1477" y="2953"/>
                    </a:lnTo>
                    <a:cubicBezTo>
                      <a:pt x="1382" y="2953"/>
                      <a:pt x="1298" y="3024"/>
                      <a:pt x="1298" y="3132"/>
                    </a:cubicBezTo>
                    <a:lnTo>
                      <a:pt x="1298" y="7001"/>
                    </a:lnTo>
                    <a:lnTo>
                      <a:pt x="179" y="7001"/>
                    </a:lnTo>
                    <a:cubicBezTo>
                      <a:pt x="84" y="7001"/>
                      <a:pt x="1" y="7073"/>
                      <a:pt x="1" y="7180"/>
                    </a:cubicBezTo>
                    <a:cubicBezTo>
                      <a:pt x="1" y="7287"/>
                      <a:pt x="72" y="7358"/>
                      <a:pt x="179" y="7358"/>
                    </a:cubicBezTo>
                    <a:lnTo>
                      <a:pt x="11597" y="7358"/>
                    </a:lnTo>
                    <a:cubicBezTo>
                      <a:pt x="11681" y="7358"/>
                      <a:pt x="11776" y="7287"/>
                      <a:pt x="11776" y="7180"/>
                    </a:cubicBezTo>
                    <a:cubicBezTo>
                      <a:pt x="11800" y="7073"/>
                      <a:pt x="11728" y="7001"/>
                      <a:pt x="11633" y="7001"/>
                    </a:cubicBezTo>
                    <a:lnTo>
                      <a:pt x="10526" y="7001"/>
                    </a:lnTo>
                    <a:lnTo>
                      <a:pt x="10526" y="179"/>
                    </a:lnTo>
                    <a:cubicBezTo>
                      <a:pt x="10526" y="95"/>
                      <a:pt x="10442" y="0"/>
                      <a:pt x="1034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246" name="Google Shape;246;p17"/>
              <p:cNvSpPr/>
              <p:nvPr/>
            </p:nvSpPr>
            <p:spPr>
              <a:xfrm>
                <a:off x="1428052" y="4125629"/>
                <a:ext cx="356958" cy="215585"/>
              </a:xfrm>
              <a:custGeom>
                <a:avLst/>
                <a:gdLst/>
                <a:ahLst/>
                <a:cxnLst/>
                <a:rect l="l" t="t" r="r" b="b"/>
                <a:pathLst>
                  <a:path w="11241" h="6789" extrusionOk="0">
                    <a:moveTo>
                      <a:pt x="10668" y="0"/>
                    </a:moveTo>
                    <a:cubicBezTo>
                      <a:pt x="10653" y="0"/>
                      <a:pt x="10637" y="1"/>
                      <a:pt x="10621" y="2"/>
                    </a:cubicBezTo>
                    <a:lnTo>
                      <a:pt x="9145" y="181"/>
                    </a:lnTo>
                    <a:cubicBezTo>
                      <a:pt x="8847" y="216"/>
                      <a:pt x="8633" y="490"/>
                      <a:pt x="8669" y="788"/>
                    </a:cubicBezTo>
                    <a:cubicBezTo>
                      <a:pt x="8691" y="1064"/>
                      <a:pt x="8938" y="1268"/>
                      <a:pt x="9211" y="1268"/>
                    </a:cubicBezTo>
                    <a:cubicBezTo>
                      <a:pt x="9232" y="1268"/>
                      <a:pt x="9254" y="1267"/>
                      <a:pt x="9276" y="1264"/>
                    </a:cubicBezTo>
                    <a:lnTo>
                      <a:pt x="9395" y="1252"/>
                    </a:lnTo>
                    <a:lnTo>
                      <a:pt x="9395" y="1252"/>
                    </a:lnTo>
                    <a:cubicBezTo>
                      <a:pt x="7597" y="3348"/>
                      <a:pt x="5442" y="4443"/>
                      <a:pt x="3918" y="4979"/>
                    </a:cubicBezTo>
                    <a:cubicBezTo>
                      <a:pt x="2025" y="5657"/>
                      <a:pt x="561" y="5717"/>
                      <a:pt x="537" y="5717"/>
                    </a:cubicBezTo>
                    <a:cubicBezTo>
                      <a:pt x="239" y="5729"/>
                      <a:pt x="1" y="5967"/>
                      <a:pt x="25" y="6265"/>
                    </a:cubicBezTo>
                    <a:cubicBezTo>
                      <a:pt x="37" y="6562"/>
                      <a:pt x="275" y="6789"/>
                      <a:pt x="561" y="6789"/>
                    </a:cubicBezTo>
                    <a:lnTo>
                      <a:pt x="572" y="6789"/>
                    </a:lnTo>
                    <a:cubicBezTo>
                      <a:pt x="632" y="6789"/>
                      <a:pt x="2192" y="6729"/>
                      <a:pt x="4263" y="6003"/>
                    </a:cubicBezTo>
                    <a:cubicBezTo>
                      <a:pt x="5418" y="5586"/>
                      <a:pt x="6514" y="5050"/>
                      <a:pt x="7490" y="4383"/>
                    </a:cubicBezTo>
                    <a:cubicBezTo>
                      <a:pt x="7561" y="4324"/>
                      <a:pt x="7597" y="4217"/>
                      <a:pt x="7538" y="4145"/>
                    </a:cubicBezTo>
                    <a:cubicBezTo>
                      <a:pt x="7501" y="4093"/>
                      <a:pt x="7445" y="4065"/>
                      <a:pt x="7391" y="4065"/>
                    </a:cubicBezTo>
                    <a:cubicBezTo>
                      <a:pt x="7358" y="4065"/>
                      <a:pt x="7326" y="4075"/>
                      <a:pt x="7299" y="4098"/>
                    </a:cubicBezTo>
                    <a:cubicBezTo>
                      <a:pt x="6335" y="4753"/>
                      <a:pt x="5275" y="5288"/>
                      <a:pt x="4144" y="5693"/>
                    </a:cubicBezTo>
                    <a:cubicBezTo>
                      <a:pt x="2132" y="6408"/>
                      <a:pt x="632" y="6467"/>
                      <a:pt x="561" y="6467"/>
                    </a:cubicBezTo>
                    <a:cubicBezTo>
                      <a:pt x="453" y="6467"/>
                      <a:pt x="358" y="6372"/>
                      <a:pt x="358" y="6265"/>
                    </a:cubicBezTo>
                    <a:cubicBezTo>
                      <a:pt x="358" y="6169"/>
                      <a:pt x="441" y="6074"/>
                      <a:pt x="561" y="6062"/>
                    </a:cubicBezTo>
                    <a:cubicBezTo>
                      <a:pt x="572" y="6062"/>
                      <a:pt x="2085" y="6003"/>
                      <a:pt x="4037" y="5300"/>
                    </a:cubicBezTo>
                    <a:cubicBezTo>
                      <a:pt x="5680" y="4717"/>
                      <a:pt x="8026" y="3514"/>
                      <a:pt x="9943" y="1133"/>
                    </a:cubicBezTo>
                    <a:cubicBezTo>
                      <a:pt x="10035" y="1018"/>
                      <a:pt x="9949" y="847"/>
                      <a:pt x="9813" y="847"/>
                    </a:cubicBezTo>
                    <a:cubicBezTo>
                      <a:pt x="9809" y="847"/>
                      <a:pt x="9804" y="847"/>
                      <a:pt x="9800" y="847"/>
                    </a:cubicBezTo>
                    <a:lnTo>
                      <a:pt x="9252" y="931"/>
                    </a:lnTo>
                    <a:cubicBezTo>
                      <a:pt x="9244" y="932"/>
                      <a:pt x="9236" y="932"/>
                      <a:pt x="9228" y="932"/>
                    </a:cubicBezTo>
                    <a:cubicBezTo>
                      <a:pt x="9139" y="932"/>
                      <a:pt x="9049" y="874"/>
                      <a:pt x="9038" y="776"/>
                    </a:cubicBezTo>
                    <a:cubicBezTo>
                      <a:pt x="9014" y="657"/>
                      <a:pt x="9085" y="550"/>
                      <a:pt x="9204" y="538"/>
                    </a:cubicBezTo>
                    <a:lnTo>
                      <a:pt x="10681" y="359"/>
                    </a:lnTo>
                    <a:cubicBezTo>
                      <a:pt x="10688" y="358"/>
                      <a:pt x="10696" y="358"/>
                      <a:pt x="10703" y="358"/>
                    </a:cubicBezTo>
                    <a:cubicBezTo>
                      <a:pt x="10812" y="358"/>
                      <a:pt x="10895" y="438"/>
                      <a:pt x="10895" y="550"/>
                    </a:cubicBezTo>
                    <a:lnTo>
                      <a:pt x="10895" y="2026"/>
                    </a:lnTo>
                    <a:cubicBezTo>
                      <a:pt x="10895" y="2133"/>
                      <a:pt x="10812" y="2217"/>
                      <a:pt x="10705" y="2217"/>
                    </a:cubicBezTo>
                    <a:cubicBezTo>
                      <a:pt x="10598" y="2217"/>
                      <a:pt x="10514" y="2133"/>
                      <a:pt x="10514" y="2026"/>
                    </a:cubicBezTo>
                    <a:lnTo>
                      <a:pt x="10514" y="1586"/>
                    </a:lnTo>
                    <a:cubicBezTo>
                      <a:pt x="10514" y="1502"/>
                      <a:pt x="10467" y="1443"/>
                      <a:pt x="10407" y="1419"/>
                    </a:cubicBezTo>
                    <a:cubicBezTo>
                      <a:pt x="10387" y="1409"/>
                      <a:pt x="10368" y="1405"/>
                      <a:pt x="10349" y="1405"/>
                    </a:cubicBezTo>
                    <a:cubicBezTo>
                      <a:pt x="10298" y="1405"/>
                      <a:pt x="10251" y="1435"/>
                      <a:pt x="10217" y="1478"/>
                    </a:cubicBezTo>
                    <a:cubicBezTo>
                      <a:pt x="9574" y="2264"/>
                      <a:pt x="8835" y="2979"/>
                      <a:pt x="8026" y="3610"/>
                    </a:cubicBezTo>
                    <a:cubicBezTo>
                      <a:pt x="7954" y="3669"/>
                      <a:pt x="7942" y="3764"/>
                      <a:pt x="8002" y="3848"/>
                    </a:cubicBezTo>
                    <a:cubicBezTo>
                      <a:pt x="8036" y="3888"/>
                      <a:pt x="8081" y="3910"/>
                      <a:pt x="8129" y="3910"/>
                    </a:cubicBezTo>
                    <a:cubicBezTo>
                      <a:pt x="8166" y="3910"/>
                      <a:pt x="8204" y="3897"/>
                      <a:pt x="8240" y="3872"/>
                    </a:cubicBezTo>
                    <a:cubicBezTo>
                      <a:pt x="8931" y="3336"/>
                      <a:pt x="9585" y="2729"/>
                      <a:pt x="10169" y="2062"/>
                    </a:cubicBezTo>
                    <a:cubicBezTo>
                      <a:pt x="10181" y="2336"/>
                      <a:pt x="10419" y="2574"/>
                      <a:pt x="10705" y="2574"/>
                    </a:cubicBezTo>
                    <a:cubicBezTo>
                      <a:pt x="11002" y="2574"/>
                      <a:pt x="11240" y="2336"/>
                      <a:pt x="11240" y="2038"/>
                    </a:cubicBezTo>
                    <a:lnTo>
                      <a:pt x="11240" y="573"/>
                    </a:lnTo>
                    <a:cubicBezTo>
                      <a:pt x="11240" y="395"/>
                      <a:pt x="11169" y="240"/>
                      <a:pt x="11050" y="133"/>
                    </a:cubicBezTo>
                    <a:cubicBezTo>
                      <a:pt x="10943" y="47"/>
                      <a:pt x="10807" y="0"/>
                      <a:pt x="106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</p:grpSp>
      </p:grpSp>
      <p:grpSp>
        <p:nvGrpSpPr>
          <p:cNvPr id="247" name="Google Shape;247;p17"/>
          <p:cNvGrpSpPr/>
          <p:nvPr/>
        </p:nvGrpSpPr>
        <p:grpSpPr>
          <a:xfrm>
            <a:off x="1553808" y="1866173"/>
            <a:ext cx="2352400" cy="4236700"/>
            <a:chOff x="1165356" y="1369725"/>
            <a:chExt cx="1764300" cy="3177525"/>
          </a:xfrm>
        </p:grpSpPr>
        <p:cxnSp>
          <p:nvCxnSpPr>
            <p:cNvPr id="248" name="Google Shape;248;p17"/>
            <p:cNvCxnSpPr/>
            <p:nvPr/>
          </p:nvCxnSpPr>
          <p:spPr>
            <a:xfrm rot="10800000">
              <a:off x="2047506" y="3075150"/>
              <a:ext cx="0" cy="8832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sp>
          <p:nvSpPr>
            <p:cNvPr id="249" name="Google Shape;249;p17"/>
            <p:cNvSpPr/>
            <p:nvPr/>
          </p:nvSpPr>
          <p:spPr>
            <a:xfrm>
              <a:off x="1638756" y="3729750"/>
              <a:ext cx="817500" cy="817500"/>
            </a:xfrm>
            <a:prstGeom prst="ellipse">
              <a:avLst/>
            </a:prstGeom>
            <a:solidFill>
              <a:srgbClr val="FFFF00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51" name="Google Shape;251;p17"/>
            <p:cNvSpPr/>
            <p:nvPr/>
          </p:nvSpPr>
          <p:spPr>
            <a:xfrm>
              <a:off x="1165356" y="1369725"/>
              <a:ext cx="1764300" cy="448500"/>
            </a:xfrm>
            <a:prstGeom prst="roundRect">
              <a:avLst>
                <a:gd name="adj" fmla="val 50000"/>
              </a:avLst>
            </a:prstGeom>
            <a:solidFill>
              <a:srgbClr val="FFFF00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r>
                <a:rPr lang="en-US" sz="2400" dirty="0" err="1"/>
                <a:t>ব্যাসিক</a:t>
              </a:r>
              <a:endParaRPr sz="2400" dirty="0"/>
            </a:p>
          </p:txBody>
        </p:sp>
        <p:grpSp>
          <p:nvGrpSpPr>
            <p:cNvPr id="252" name="Google Shape;252;p17"/>
            <p:cNvGrpSpPr/>
            <p:nvPr/>
          </p:nvGrpSpPr>
          <p:grpSpPr>
            <a:xfrm>
              <a:off x="1875474" y="3954178"/>
              <a:ext cx="344065" cy="368644"/>
              <a:chOff x="4149138" y="4121151"/>
              <a:chExt cx="344065" cy="368644"/>
            </a:xfrm>
          </p:grpSpPr>
          <p:sp>
            <p:nvSpPr>
              <p:cNvPr id="253" name="Google Shape;253;p17"/>
              <p:cNvSpPr/>
              <p:nvPr/>
            </p:nvSpPr>
            <p:spPr>
              <a:xfrm>
                <a:off x="4205853" y="4182724"/>
                <a:ext cx="225746" cy="307071"/>
              </a:xfrm>
              <a:custGeom>
                <a:avLst/>
                <a:gdLst/>
                <a:ahLst/>
                <a:cxnLst/>
                <a:rect l="l" t="t" r="r" b="b"/>
                <a:pathLst>
                  <a:path w="7109" h="9670" extrusionOk="0">
                    <a:moveTo>
                      <a:pt x="3643" y="359"/>
                    </a:moveTo>
                    <a:cubicBezTo>
                      <a:pt x="4417" y="359"/>
                      <a:pt x="5132" y="645"/>
                      <a:pt x="5703" y="1157"/>
                    </a:cubicBezTo>
                    <a:cubicBezTo>
                      <a:pt x="6358" y="1752"/>
                      <a:pt x="6751" y="2597"/>
                      <a:pt x="6751" y="3478"/>
                    </a:cubicBezTo>
                    <a:cubicBezTo>
                      <a:pt x="6739" y="4074"/>
                      <a:pt x="6572" y="4669"/>
                      <a:pt x="6251" y="5157"/>
                    </a:cubicBezTo>
                    <a:cubicBezTo>
                      <a:pt x="5929" y="5645"/>
                      <a:pt x="5489" y="6038"/>
                      <a:pt x="4953" y="6288"/>
                    </a:cubicBezTo>
                    <a:cubicBezTo>
                      <a:pt x="4620" y="6431"/>
                      <a:pt x="4417" y="6776"/>
                      <a:pt x="4417" y="7146"/>
                    </a:cubicBezTo>
                    <a:lnTo>
                      <a:pt x="4417" y="7360"/>
                    </a:lnTo>
                    <a:lnTo>
                      <a:pt x="2834" y="7360"/>
                    </a:lnTo>
                    <a:lnTo>
                      <a:pt x="2834" y="7146"/>
                    </a:lnTo>
                    <a:cubicBezTo>
                      <a:pt x="2834" y="6776"/>
                      <a:pt x="2631" y="6455"/>
                      <a:pt x="2298" y="6288"/>
                    </a:cubicBezTo>
                    <a:cubicBezTo>
                      <a:pt x="1084" y="5705"/>
                      <a:pt x="381" y="4407"/>
                      <a:pt x="548" y="3074"/>
                    </a:cubicBezTo>
                    <a:cubicBezTo>
                      <a:pt x="726" y="1669"/>
                      <a:pt x="1869" y="526"/>
                      <a:pt x="3286" y="383"/>
                    </a:cubicBezTo>
                    <a:cubicBezTo>
                      <a:pt x="3405" y="359"/>
                      <a:pt x="3524" y="359"/>
                      <a:pt x="3643" y="359"/>
                    </a:cubicBezTo>
                    <a:close/>
                    <a:moveTo>
                      <a:pt x="4417" y="7729"/>
                    </a:moveTo>
                    <a:lnTo>
                      <a:pt x="4417" y="8324"/>
                    </a:lnTo>
                    <a:cubicBezTo>
                      <a:pt x="4417" y="8443"/>
                      <a:pt x="4322" y="8539"/>
                      <a:pt x="4203" y="8539"/>
                    </a:cubicBezTo>
                    <a:lnTo>
                      <a:pt x="3048" y="8539"/>
                    </a:lnTo>
                    <a:cubicBezTo>
                      <a:pt x="2929" y="8539"/>
                      <a:pt x="2834" y="8443"/>
                      <a:pt x="2834" y="8324"/>
                    </a:cubicBezTo>
                    <a:lnTo>
                      <a:pt x="2834" y="7729"/>
                    </a:lnTo>
                    <a:close/>
                    <a:moveTo>
                      <a:pt x="4024" y="8896"/>
                    </a:moveTo>
                    <a:lnTo>
                      <a:pt x="4024" y="9098"/>
                    </a:lnTo>
                    <a:cubicBezTo>
                      <a:pt x="4024" y="9217"/>
                      <a:pt x="3941" y="9313"/>
                      <a:pt x="3822" y="9313"/>
                    </a:cubicBezTo>
                    <a:lnTo>
                      <a:pt x="3429" y="9313"/>
                    </a:lnTo>
                    <a:cubicBezTo>
                      <a:pt x="3310" y="9313"/>
                      <a:pt x="3227" y="9217"/>
                      <a:pt x="3227" y="9098"/>
                    </a:cubicBezTo>
                    <a:lnTo>
                      <a:pt x="3227" y="8896"/>
                    </a:lnTo>
                    <a:close/>
                    <a:moveTo>
                      <a:pt x="3658" y="1"/>
                    </a:moveTo>
                    <a:cubicBezTo>
                      <a:pt x="3519" y="1"/>
                      <a:pt x="3379" y="9"/>
                      <a:pt x="3239" y="26"/>
                    </a:cubicBezTo>
                    <a:cubicBezTo>
                      <a:pt x="1667" y="204"/>
                      <a:pt x="381" y="1466"/>
                      <a:pt x="191" y="3026"/>
                    </a:cubicBezTo>
                    <a:cubicBezTo>
                      <a:pt x="0" y="4526"/>
                      <a:pt x="786" y="5979"/>
                      <a:pt x="2155" y="6610"/>
                    </a:cubicBezTo>
                    <a:cubicBezTo>
                      <a:pt x="2358" y="6705"/>
                      <a:pt x="2477" y="6931"/>
                      <a:pt x="2477" y="7146"/>
                    </a:cubicBezTo>
                    <a:lnTo>
                      <a:pt x="2477" y="8324"/>
                    </a:lnTo>
                    <a:cubicBezTo>
                      <a:pt x="2477" y="8574"/>
                      <a:pt x="2643" y="8789"/>
                      <a:pt x="2870" y="8860"/>
                    </a:cubicBezTo>
                    <a:lnTo>
                      <a:pt x="2870" y="9098"/>
                    </a:lnTo>
                    <a:cubicBezTo>
                      <a:pt x="2870" y="9408"/>
                      <a:pt x="3120" y="9670"/>
                      <a:pt x="3429" y="9670"/>
                    </a:cubicBezTo>
                    <a:lnTo>
                      <a:pt x="3822" y="9670"/>
                    </a:lnTo>
                    <a:cubicBezTo>
                      <a:pt x="4132" y="9670"/>
                      <a:pt x="4382" y="9408"/>
                      <a:pt x="4382" y="9098"/>
                    </a:cubicBezTo>
                    <a:lnTo>
                      <a:pt x="4382" y="8860"/>
                    </a:lnTo>
                    <a:cubicBezTo>
                      <a:pt x="4608" y="8789"/>
                      <a:pt x="4775" y="8574"/>
                      <a:pt x="4775" y="8324"/>
                    </a:cubicBezTo>
                    <a:lnTo>
                      <a:pt x="4775" y="7146"/>
                    </a:lnTo>
                    <a:cubicBezTo>
                      <a:pt x="4775" y="6931"/>
                      <a:pt x="4906" y="6717"/>
                      <a:pt x="5096" y="6610"/>
                    </a:cubicBezTo>
                    <a:cubicBezTo>
                      <a:pt x="5691" y="6336"/>
                      <a:pt x="6191" y="5895"/>
                      <a:pt x="6549" y="5348"/>
                    </a:cubicBezTo>
                    <a:cubicBezTo>
                      <a:pt x="6906" y="4788"/>
                      <a:pt x="7096" y="4133"/>
                      <a:pt x="7096" y="3455"/>
                    </a:cubicBezTo>
                    <a:cubicBezTo>
                      <a:pt x="7108" y="2490"/>
                      <a:pt x="6680" y="1538"/>
                      <a:pt x="5953" y="883"/>
                    </a:cubicBezTo>
                    <a:cubicBezTo>
                      <a:pt x="5309" y="310"/>
                      <a:pt x="4506" y="1"/>
                      <a:pt x="365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254" name="Google Shape;254;p17"/>
              <p:cNvSpPr/>
              <p:nvPr/>
            </p:nvSpPr>
            <p:spPr>
              <a:xfrm>
                <a:off x="4444777" y="4287484"/>
                <a:ext cx="48426" cy="11400"/>
              </a:xfrm>
              <a:custGeom>
                <a:avLst/>
                <a:gdLst/>
                <a:ahLst/>
                <a:cxnLst/>
                <a:rect l="l" t="t" r="r" b="b"/>
                <a:pathLst>
                  <a:path w="1525" h="359" extrusionOk="0">
                    <a:moveTo>
                      <a:pt x="180" y="1"/>
                    </a:moveTo>
                    <a:cubicBezTo>
                      <a:pt x="72" y="1"/>
                      <a:pt x="1" y="72"/>
                      <a:pt x="1" y="179"/>
                    </a:cubicBezTo>
                    <a:cubicBezTo>
                      <a:pt x="1" y="275"/>
                      <a:pt x="72" y="358"/>
                      <a:pt x="180" y="358"/>
                    </a:cubicBezTo>
                    <a:lnTo>
                      <a:pt x="1346" y="358"/>
                    </a:lnTo>
                    <a:cubicBezTo>
                      <a:pt x="1442" y="358"/>
                      <a:pt x="1525" y="275"/>
                      <a:pt x="1525" y="179"/>
                    </a:cubicBezTo>
                    <a:cubicBezTo>
                      <a:pt x="1525" y="72"/>
                      <a:pt x="1430" y="1"/>
                      <a:pt x="134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255" name="Google Shape;255;p17"/>
              <p:cNvSpPr/>
              <p:nvPr/>
            </p:nvSpPr>
            <p:spPr>
              <a:xfrm>
                <a:off x="4149138" y="4287484"/>
                <a:ext cx="48426" cy="11400"/>
              </a:xfrm>
              <a:custGeom>
                <a:avLst/>
                <a:gdLst/>
                <a:ahLst/>
                <a:cxnLst/>
                <a:rect l="l" t="t" r="r" b="b"/>
                <a:pathLst>
                  <a:path w="1525" h="359" extrusionOk="0">
                    <a:moveTo>
                      <a:pt x="179" y="1"/>
                    </a:moveTo>
                    <a:cubicBezTo>
                      <a:pt x="72" y="1"/>
                      <a:pt x="0" y="72"/>
                      <a:pt x="0" y="179"/>
                    </a:cubicBezTo>
                    <a:cubicBezTo>
                      <a:pt x="0" y="275"/>
                      <a:pt x="72" y="358"/>
                      <a:pt x="179" y="358"/>
                    </a:cubicBezTo>
                    <a:lnTo>
                      <a:pt x="1334" y="358"/>
                    </a:lnTo>
                    <a:cubicBezTo>
                      <a:pt x="1441" y="358"/>
                      <a:pt x="1512" y="275"/>
                      <a:pt x="1512" y="179"/>
                    </a:cubicBezTo>
                    <a:cubicBezTo>
                      <a:pt x="1524" y="72"/>
                      <a:pt x="1441" y="1"/>
                      <a:pt x="133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256" name="Google Shape;256;p17"/>
              <p:cNvSpPr/>
              <p:nvPr/>
            </p:nvSpPr>
            <p:spPr>
              <a:xfrm>
                <a:off x="4315471" y="4121151"/>
                <a:ext cx="11400" cy="48045"/>
              </a:xfrm>
              <a:custGeom>
                <a:avLst/>
                <a:gdLst/>
                <a:ahLst/>
                <a:cxnLst/>
                <a:rect l="l" t="t" r="r" b="b"/>
                <a:pathLst>
                  <a:path w="359" h="1513" extrusionOk="0">
                    <a:moveTo>
                      <a:pt x="180" y="0"/>
                    </a:moveTo>
                    <a:cubicBezTo>
                      <a:pt x="72" y="0"/>
                      <a:pt x="1" y="72"/>
                      <a:pt x="1" y="179"/>
                    </a:cubicBezTo>
                    <a:lnTo>
                      <a:pt x="1" y="1334"/>
                    </a:lnTo>
                    <a:cubicBezTo>
                      <a:pt x="1" y="1441"/>
                      <a:pt x="72" y="1512"/>
                      <a:pt x="180" y="1512"/>
                    </a:cubicBezTo>
                    <a:cubicBezTo>
                      <a:pt x="275" y="1512"/>
                      <a:pt x="358" y="1441"/>
                      <a:pt x="358" y="1334"/>
                    </a:cubicBezTo>
                    <a:lnTo>
                      <a:pt x="358" y="179"/>
                    </a:lnTo>
                    <a:cubicBezTo>
                      <a:pt x="358" y="72"/>
                      <a:pt x="275" y="0"/>
                      <a:pt x="18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257" name="Google Shape;257;p17"/>
              <p:cNvSpPr/>
              <p:nvPr/>
            </p:nvSpPr>
            <p:spPr>
              <a:xfrm>
                <a:off x="4378632" y="4159575"/>
                <a:ext cx="22705" cy="27754"/>
              </a:xfrm>
              <a:custGeom>
                <a:avLst/>
                <a:gdLst/>
                <a:ahLst/>
                <a:cxnLst/>
                <a:rect l="l" t="t" r="r" b="b"/>
                <a:pathLst>
                  <a:path w="715" h="874" extrusionOk="0">
                    <a:moveTo>
                      <a:pt x="513" y="0"/>
                    </a:moveTo>
                    <a:cubicBezTo>
                      <a:pt x="451" y="0"/>
                      <a:pt x="387" y="27"/>
                      <a:pt x="346" y="76"/>
                    </a:cubicBezTo>
                    <a:lnTo>
                      <a:pt x="48" y="588"/>
                    </a:lnTo>
                    <a:cubicBezTo>
                      <a:pt x="0" y="671"/>
                      <a:pt x="24" y="778"/>
                      <a:pt x="107" y="838"/>
                    </a:cubicBezTo>
                    <a:cubicBezTo>
                      <a:pt x="131" y="850"/>
                      <a:pt x="167" y="874"/>
                      <a:pt x="191" y="874"/>
                    </a:cubicBezTo>
                    <a:cubicBezTo>
                      <a:pt x="250" y="874"/>
                      <a:pt x="310" y="838"/>
                      <a:pt x="358" y="778"/>
                    </a:cubicBezTo>
                    <a:lnTo>
                      <a:pt x="655" y="278"/>
                    </a:lnTo>
                    <a:cubicBezTo>
                      <a:pt x="715" y="171"/>
                      <a:pt x="691" y="64"/>
                      <a:pt x="596" y="16"/>
                    </a:cubicBezTo>
                    <a:cubicBezTo>
                      <a:pt x="570" y="5"/>
                      <a:pt x="542" y="0"/>
                      <a:pt x="51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258" name="Google Shape;258;p17"/>
              <p:cNvSpPr/>
              <p:nvPr/>
            </p:nvSpPr>
            <p:spPr>
              <a:xfrm>
                <a:off x="4240243" y="4399103"/>
                <a:ext cx="22705" cy="27563"/>
              </a:xfrm>
              <a:custGeom>
                <a:avLst/>
                <a:gdLst/>
                <a:ahLst/>
                <a:cxnLst/>
                <a:rect l="l" t="t" r="r" b="b"/>
                <a:pathLst>
                  <a:path w="715" h="868" extrusionOk="0">
                    <a:moveTo>
                      <a:pt x="507" y="0"/>
                    </a:moveTo>
                    <a:cubicBezTo>
                      <a:pt x="444" y="0"/>
                      <a:pt x="387" y="33"/>
                      <a:pt x="346" y="82"/>
                    </a:cubicBezTo>
                    <a:lnTo>
                      <a:pt x="48" y="594"/>
                    </a:lnTo>
                    <a:cubicBezTo>
                      <a:pt x="1" y="677"/>
                      <a:pt x="24" y="784"/>
                      <a:pt x="108" y="844"/>
                    </a:cubicBezTo>
                    <a:cubicBezTo>
                      <a:pt x="132" y="855"/>
                      <a:pt x="155" y="867"/>
                      <a:pt x="191" y="867"/>
                    </a:cubicBezTo>
                    <a:cubicBezTo>
                      <a:pt x="251" y="867"/>
                      <a:pt x="310" y="844"/>
                      <a:pt x="358" y="784"/>
                    </a:cubicBezTo>
                    <a:lnTo>
                      <a:pt x="655" y="272"/>
                    </a:lnTo>
                    <a:cubicBezTo>
                      <a:pt x="715" y="189"/>
                      <a:pt x="679" y="82"/>
                      <a:pt x="596" y="22"/>
                    </a:cubicBezTo>
                    <a:cubicBezTo>
                      <a:pt x="566" y="7"/>
                      <a:pt x="536" y="0"/>
                      <a:pt x="50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259" name="Google Shape;259;p17"/>
              <p:cNvSpPr/>
              <p:nvPr/>
            </p:nvSpPr>
            <p:spPr>
              <a:xfrm>
                <a:off x="4240243" y="4159130"/>
                <a:ext cx="22705" cy="28198"/>
              </a:xfrm>
              <a:custGeom>
                <a:avLst/>
                <a:gdLst/>
                <a:ahLst/>
                <a:cxnLst/>
                <a:rect l="l" t="t" r="r" b="b"/>
                <a:pathLst>
                  <a:path w="715" h="888" extrusionOk="0">
                    <a:moveTo>
                      <a:pt x="213" y="1"/>
                    </a:moveTo>
                    <a:cubicBezTo>
                      <a:pt x="181" y="1"/>
                      <a:pt x="148" y="10"/>
                      <a:pt x="120" y="30"/>
                    </a:cubicBezTo>
                    <a:cubicBezTo>
                      <a:pt x="24" y="78"/>
                      <a:pt x="1" y="197"/>
                      <a:pt x="60" y="292"/>
                    </a:cubicBezTo>
                    <a:lnTo>
                      <a:pt x="358" y="792"/>
                    </a:lnTo>
                    <a:cubicBezTo>
                      <a:pt x="382" y="852"/>
                      <a:pt x="441" y="888"/>
                      <a:pt x="525" y="888"/>
                    </a:cubicBezTo>
                    <a:cubicBezTo>
                      <a:pt x="548" y="888"/>
                      <a:pt x="584" y="864"/>
                      <a:pt x="608" y="852"/>
                    </a:cubicBezTo>
                    <a:cubicBezTo>
                      <a:pt x="679" y="792"/>
                      <a:pt x="715" y="685"/>
                      <a:pt x="667" y="602"/>
                    </a:cubicBezTo>
                    <a:lnTo>
                      <a:pt x="370" y="90"/>
                    </a:lnTo>
                    <a:cubicBezTo>
                      <a:pt x="338" y="35"/>
                      <a:pt x="276" y="1"/>
                      <a:pt x="21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260" name="Google Shape;260;p17"/>
              <p:cNvSpPr/>
              <p:nvPr/>
            </p:nvSpPr>
            <p:spPr>
              <a:xfrm>
                <a:off x="4378632" y="4399230"/>
                <a:ext cx="22705" cy="28198"/>
              </a:xfrm>
              <a:custGeom>
                <a:avLst/>
                <a:gdLst/>
                <a:ahLst/>
                <a:cxnLst/>
                <a:rect l="l" t="t" r="r" b="b"/>
                <a:pathLst>
                  <a:path w="715" h="888" extrusionOk="0">
                    <a:moveTo>
                      <a:pt x="221" y="0"/>
                    </a:moveTo>
                    <a:cubicBezTo>
                      <a:pt x="187" y="0"/>
                      <a:pt x="152" y="10"/>
                      <a:pt x="119" y="30"/>
                    </a:cubicBezTo>
                    <a:cubicBezTo>
                      <a:pt x="24" y="78"/>
                      <a:pt x="0" y="197"/>
                      <a:pt x="60" y="292"/>
                    </a:cubicBezTo>
                    <a:lnTo>
                      <a:pt x="358" y="792"/>
                    </a:lnTo>
                    <a:cubicBezTo>
                      <a:pt x="393" y="851"/>
                      <a:pt x="453" y="887"/>
                      <a:pt x="524" y="887"/>
                    </a:cubicBezTo>
                    <a:cubicBezTo>
                      <a:pt x="548" y="887"/>
                      <a:pt x="584" y="863"/>
                      <a:pt x="608" y="851"/>
                    </a:cubicBezTo>
                    <a:cubicBezTo>
                      <a:pt x="691" y="792"/>
                      <a:pt x="715" y="673"/>
                      <a:pt x="667" y="601"/>
                    </a:cubicBezTo>
                    <a:lnTo>
                      <a:pt x="369" y="89"/>
                    </a:lnTo>
                    <a:cubicBezTo>
                      <a:pt x="346" y="35"/>
                      <a:pt x="286" y="0"/>
                      <a:pt x="22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261" name="Google Shape;261;p17"/>
              <p:cNvSpPr/>
              <p:nvPr/>
            </p:nvSpPr>
            <p:spPr>
              <a:xfrm>
                <a:off x="4426264" y="4351851"/>
                <a:ext cx="29532" cy="21117"/>
              </a:xfrm>
              <a:custGeom>
                <a:avLst/>
                <a:gdLst/>
                <a:ahLst/>
                <a:cxnLst/>
                <a:rect l="l" t="t" r="r" b="b"/>
                <a:pathLst>
                  <a:path w="930" h="665" extrusionOk="0">
                    <a:moveTo>
                      <a:pt x="215" y="0"/>
                    </a:moveTo>
                    <a:cubicBezTo>
                      <a:pt x="152" y="0"/>
                      <a:pt x="89" y="32"/>
                      <a:pt x="48" y="81"/>
                    </a:cubicBezTo>
                    <a:cubicBezTo>
                      <a:pt x="1" y="177"/>
                      <a:pt x="36" y="272"/>
                      <a:pt x="108" y="331"/>
                    </a:cubicBezTo>
                    <a:lnTo>
                      <a:pt x="608" y="629"/>
                    </a:lnTo>
                    <a:cubicBezTo>
                      <a:pt x="643" y="653"/>
                      <a:pt x="667" y="665"/>
                      <a:pt x="703" y="665"/>
                    </a:cubicBezTo>
                    <a:cubicBezTo>
                      <a:pt x="763" y="665"/>
                      <a:pt x="822" y="629"/>
                      <a:pt x="870" y="569"/>
                    </a:cubicBezTo>
                    <a:cubicBezTo>
                      <a:pt x="929" y="486"/>
                      <a:pt x="893" y="367"/>
                      <a:pt x="810" y="319"/>
                    </a:cubicBezTo>
                    <a:lnTo>
                      <a:pt x="298" y="22"/>
                    </a:lnTo>
                    <a:cubicBezTo>
                      <a:pt x="272" y="7"/>
                      <a:pt x="244" y="0"/>
                      <a:pt x="21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262" name="Google Shape;262;p17"/>
              <p:cNvSpPr/>
              <p:nvPr/>
            </p:nvSpPr>
            <p:spPr>
              <a:xfrm>
                <a:off x="4186196" y="4213463"/>
                <a:ext cx="29500" cy="21117"/>
              </a:xfrm>
              <a:custGeom>
                <a:avLst/>
                <a:gdLst/>
                <a:ahLst/>
                <a:cxnLst/>
                <a:rect l="l" t="t" r="r" b="b"/>
                <a:pathLst>
                  <a:path w="929" h="665" extrusionOk="0">
                    <a:moveTo>
                      <a:pt x="214" y="0"/>
                    </a:moveTo>
                    <a:cubicBezTo>
                      <a:pt x="152" y="0"/>
                      <a:pt x="89" y="33"/>
                      <a:pt x="48" y="82"/>
                    </a:cubicBezTo>
                    <a:cubicBezTo>
                      <a:pt x="0" y="165"/>
                      <a:pt x="36" y="272"/>
                      <a:pt x="107" y="332"/>
                    </a:cubicBezTo>
                    <a:lnTo>
                      <a:pt x="619" y="629"/>
                    </a:lnTo>
                    <a:cubicBezTo>
                      <a:pt x="643" y="641"/>
                      <a:pt x="667" y="665"/>
                      <a:pt x="703" y="665"/>
                    </a:cubicBezTo>
                    <a:cubicBezTo>
                      <a:pt x="762" y="665"/>
                      <a:pt x="822" y="629"/>
                      <a:pt x="869" y="570"/>
                    </a:cubicBezTo>
                    <a:cubicBezTo>
                      <a:pt x="929" y="463"/>
                      <a:pt x="893" y="367"/>
                      <a:pt x="810" y="320"/>
                    </a:cubicBezTo>
                    <a:lnTo>
                      <a:pt x="298" y="22"/>
                    </a:lnTo>
                    <a:cubicBezTo>
                      <a:pt x="272" y="7"/>
                      <a:pt x="243" y="0"/>
                      <a:pt x="21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263" name="Google Shape;263;p17"/>
              <p:cNvSpPr/>
              <p:nvPr/>
            </p:nvSpPr>
            <p:spPr>
              <a:xfrm>
                <a:off x="4425883" y="4213590"/>
                <a:ext cx="29913" cy="21371"/>
              </a:xfrm>
              <a:custGeom>
                <a:avLst/>
                <a:gdLst/>
                <a:ahLst/>
                <a:cxnLst/>
                <a:rect l="l" t="t" r="r" b="b"/>
                <a:pathLst>
                  <a:path w="942" h="673" extrusionOk="0">
                    <a:moveTo>
                      <a:pt x="725" y="0"/>
                    </a:moveTo>
                    <a:cubicBezTo>
                      <a:pt x="693" y="0"/>
                      <a:pt x="660" y="10"/>
                      <a:pt x="632" y="30"/>
                    </a:cubicBezTo>
                    <a:lnTo>
                      <a:pt x="120" y="328"/>
                    </a:lnTo>
                    <a:cubicBezTo>
                      <a:pt x="36" y="375"/>
                      <a:pt x="1" y="494"/>
                      <a:pt x="60" y="578"/>
                    </a:cubicBezTo>
                    <a:cubicBezTo>
                      <a:pt x="96" y="637"/>
                      <a:pt x="155" y="673"/>
                      <a:pt x="227" y="673"/>
                    </a:cubicBezTo>
                    <a:cubicBezTo>
                      <a:pt x="251" y="673"/>
                      <a:pt x="286" y="661"/>
                      <a:pt x="310" y="637"/>
                    </a:cubicBezTo>
                    <a:lnTo>
                      <a:pt x="822" y="340"/>
                    </a:lnTo>
                    <a:cubicBezTo>
                      <a:pt x="905" y="280"/>
                      <a:pt x="941" y="161"/>
                      <a:pt x="882" y="89"/>
                    </a:cubicBezTo>
                    <a:cubicBezTo>
                      <a:pt x="850" y="35"/>
                      <a:pt x="788" y="0"/>
                      <a:pt x="72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264" name="Google Shape;264;p17"/>
              <p:cNvSpPr/>
              <p:nvPr/>
            </p:nvSpPr>
            <p:spPr>
              <a:xfrm>
                <a:off x="4186196" y="4351978"/>
                <a:ext cx="29500" cy="21371"/>
              </a:xfrm>
              <a:custGeom>
                <a:avLst/>
                <a:gdLst/>
                <a:ahLst/>
                <a:cxnLst/>
                <a:rect l="l" t="t" r="r" b="b"/>
                <a:pathLst>
                  <a:path w="929" h="673" extrusionOk="0">
                    <a:moveTo>
                      <a:pt x="725" y="0"/>
                    </a:moveTo>
                    <a:cubicBezTo>
                      <a:pt x="692" y="0"/>
                      <a:pt x="660" y="9"/>
                      <a:pt x="631" y="30"/>
                    </a:cubicBezTo>
                    <a:lnTo>
                      <a:pt x="119" y="327"/>
                    </a:lnTo>
                    <a:cubicBezTo>
                      <a:pt x="36" y="375"/>
                      <a:pt x="0" y="494"/>
                      <a:pt x="60" y="589"/>
                    </a:cubicBezTo>
                    <a:cubicBezTo>
                      <a:pt x="95" y="649"/>
                      <a:pt x="155" y="673"/>
                      <a:pt x="226" y="673"/>
                    </a:cubicBezTo>
                    <a:cubicBezTo>
                      <a:pt x="262" y="673"/>
                      <a:pt x="286" y="661"/>
                      <a:pt x="322" y="649"/>
                    </a:cubicBezTo>
                    <a:lnTo>
                      <a:pt x="822" y="351"/>
                    </a:lnTo>
                    <a:cubicBezTo>
                      <a:pt x="893" y="292"/>
                      <a:pt x="929" y="173"/>
                      <a:pt x="881" y="89"/>
                    </a:cubicBezTo>
                    <a:cubicBezTo>
                      <a:pt x="850" y="34"/>
                      <a:pt x="787" y="0"/>
                      <a:pt x="72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>
        <p:split orient="vert"/>
      </p:transition>
    </mc:Choice>
    <mc:Fallback>
      <p:transition spd="slow" advClick="0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B7869B5C-5535-7633-7C8C-6BEBD078D67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4420125" y="427737"/>
            <a:ext cx="7771875" cy="549065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9FF9665-8142-BB21-B931-1BC7840CEE5D}"/>
              </a:ext>
            </a:extLst>
          </p:cNvPr>
          <p:cNvSpPr txBox="1"/>
          <p:nvPr/>
        </p:nvSpPr>
        <p:spPr>
          <a:xfrm>
            <a:off x="5901944" y="2670048"/>
            <a:ext cx="520598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600" dirty="0" err="1">
                <a:gradFill>
                  <a:gsLst>
                    <a:gs pos="0">
                      <a:schemeClr val="tx1">
                        <a:lumMod val="95000"/>
                        <a:lumOff val="5000"/>
                      </a:schemeClr>
                    </a:gs>
                    <a:gs pos="37000">
                      <a:srgbClr val="FF0000"/>
                    </a:gs>
                    <a:gs pos="66000">
                      <a:schemeClr val="accent6"/>
                    </a:gs>
                    <a:gs pos="100000">
                      <a:srgbClr val="FFC000"/>
                    </a:gs>
                  </a:gsLst>
                  <a:path path="circle">
                    <a:fillToRect l="100000" t="100000"/>
                  </a:path>
                </a:gradFill>
              </a:rPr>
              <a:t>ভগ্নাংশ</a:t>
            </a:r>
            <a:endParaRPr lang="en-US" sz="9600" dirty="0">
              <a:gradFill>
                <a:gsLst>
                  <a:gs pos="0">
                    <a:schemeClr val="tx1">
                      <a:lumMod val="95000"/>
                      <a:lumOff val="5000"/>
                    </a:schemeClr>
                  </a:gs>
                  <a:gs pos="37000">
                    <a:srgbClr val="FF0000"/>
                  </a:gs>
                  <a:gs pos="66000">
                    <a:schemeClr val="accent6"/>
                  </a:gs>
                  <a:gs pos="100000">
                    <a:srgbClr val="FFC000"/>
                  </a:gs>
                </a:gsLst>
                <a:path path="circle">
                  <a:fillToRect l="100000" t="100000"/>
                </a:path>
              </a:gra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72C9D22-C0DB-D15D-2444-8C4937311EF3}"/>
                  </a:ext>
                </a:extLst>
              </p:cNvPr>
              <p:cNvSpPr txBox="1"/>
              <p:nvPr/>
            </p:nvSpPr>
            <p:spPr>
              <a:xfrm>
                <a:off x="670560" y="1064674"/>
                <a:ext cx="3048000" cy="104214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sz="4000" dirty="0">
                    <a:solidFill>
                      <a:schemeClr val="tx1"/>
                    </a:solidFill>
                  </a:rPr>
                  <a:t>ভগ্নাংশ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400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40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লব</m:t>
                        </m:r>
                      </m:num>
                      <m:den>
                        <m:r>
                          <a:rPr lang="en-US" sz="40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হর</m:t>
                        </m:r>
                      </m:den>
                    </m:f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72C9D22-C0DB-D15D-2444-8C4937311E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0560" y="1064674"/>
                <a:ext cx="3048000" cy="1042145"/>
              </a:xfrm>
              <a:prstGeom prst="rect">
                <a:avLst/>
              </a:prstGeom>
              <a:blipFill>
                <a:blip r:embed="rId3"/>
                <a:stretch>
                  <a:fillRect l="-10000" b="-134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72A0521-F026-C78B-5F65-11D62FED3AA5}"/>
                  </a:ext>
                </a:extLst>
              </p:cNvPr>
              <p:cNvSpPr txBox="1"/>
              <p:nvPr/>
            </p:nvSpPr>
            <p:spPr>
              <a:xfrm>
                <a:off x="402074" y="2916877"/>
                <a:ext cx="3886200" cy="2645661"/>
              </a:xfrm>
              <a:prstGeom prst="rect">
                <a:avLst/>
              </a:prstGeom>
              <a:noFill/>
              <a:ln w="38100"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sz="3200" dirty="0">
                    <a:solidFill>
                      <a:schemeClr val="tx1"/>
                    </a:solidFill>
                  </a:rPr>
                  <a:t>যদি </a:t>
                </a:r>
                <a:r>
                  <a:rPr lang="en-US" sz="3200" dirty="0" err="1">
                    <a:solidFill>
                      <a:schemeClr val="tx1"/>
                    </a:solidFill>
                  </a:rPr>
                  <a:t>ভগ্নাংশের</a:t>
                </a:r>
                <a:r>
                  <a:rPr lang="en-US" sz="3200" dirty="0">
                    <a:solidFill>
                      <a:schemeClr val="tx1"/>
                    </a:solidFill>
                  </a:rPr>
                  <a:t> </a:t>
                </a:r>
                <a:r>
                  <a:rPr lang="en-US" sz="3200" dirty="0" err="1">
                    <a:solidFill>
                      <a:schemeClr val="tx1"/>
                    </a:solidFill>
                  </a:rPr>
                  <a:t>লব</a:t>
                </a:r>
                <a:r>
                  <a:rPr lang="en-US" sz="3200" dirty="0">
                    <a:solidFill>
                      <a:schemeClr val="tx1"/>
                    </a:solidFill>
                  </a:rPr>
                  <a:t> = x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3200" dirty="0" err="1">
                    <a:solidFill>
                      <a:schemeClr val="tx1"/>
                    </a:solidFill>
                  </a:rPr>
                  <a:t>এবং</a:t>
                </a:r>
                <a:r>
                  <a:rPr lang="en-US" sz="3200" dirty="0">
                    <a:solidFill>
                      <a:schemeClr val="tx1"/>
                    </a:solidFill>
                  </a:rPr>
                  <a:t> </a:t>
                </a:r>
                <a:r>
                  <a:rPr lang="en-US" sz="3200" dirty="0" err="1">
                    <a:solidFill>
                      <a:schemeClr val="tx1"/>
                    </a:solidFill>
                  </a:rPr>
                  <a:t>হর</a:t>
                </a:r>
                <a:r>
                  <a:rPr lang="en-US" sz="3200" dirty="0">
                    <a:solidFill>
                      <a:schemeClr val="tx1"/>
                    </a:solidFill>
                  </a:rPr>
                  <a:t> = y </a:t>
                </a:r>
                <a:r>
                  <a:rPr lang="en-US" sz="3200" dirty="0" err="1">
                    <a:solidFill>
                      <a:schemeClr val="tx1"/>
                    </a:solidFill>
                  </a:rPr>
                  <a:t>হয়</a:t>
                </a:r>
                <a:r>
                  <a:rPr lang="en-US" sz="3200" dirty="0">
                    <a:solidFill>
                      <a:schemeClr val="tx1"/>
                    </a:solidFill>
                  </a:rPr>
                  <a:t>,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3200" dirty="0" err="1">
                    <a:solidFill>
                      <a:schemeClr val="tx1"/>
                    </a:solidFill>
                  </a:rPr>
                  <a:t>তাহলে</a:t>
                </a:r>
                <a:r>
                  <a:rPr lang="en-US" sz="3200" dirty="0">
                    <a:solidFill>
                      <a:schemeClr val="tx1"/>
                    </a:solidFill>
                  </a:rPr>
                  <a:t> </a:t>
                </a:r>
                <a:r>
                  <a:rPr lang="en-US" sz="3200" dirty="0" err="1">
                    <a:solidFill>
                      <a:schemeClr val="tx1"/>
                    </a:solidFill>
                  </a:rPr>
                  <a:t>ভগ্নাংশ</a:t>
                </a:r>
                <a:r>
                  <a:rPr lang="en-US" sz="3200" dirty="0">
                    <a:solidFill>
                      <a:schemeClr val="tx1"/>
                    </a:solidFill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32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sz="32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sz="32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</m:den>
                    </m:f>
                  </m:oMath>
                </a14:m>
                <a:endParaRPr lang="en-US" sz="32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72A0521-F026-C78B-5F65-11D62FED3A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2074" y="2916877"/>
                <a:ext cx="3886200" cy="2645661"/>
              </a:xfrm>
              <a:prstGeom prst="rect">
                <a:avLst/>
              </a:prstGeom>
              <a:blipFill>
                <a:blip r:embed="rId4"/>
                <a:stretch>
                  <a:fillRect l="-3577"/>
                </a:stretch>
              </a:blipFill>
              <a:ln w="38100"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0237531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 advClick="0">
        <p:circle/>
      </p:transition>
    </mc:Choice>
    <mc:Fallback>
      <p:transition spd="slow" advClick="0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227;p17">
            <a:extLst>
              <a:ext uri="{FF2B5EF4-FFF2-40B4-BE49-F238E27FC236}">
                <a16:creationId xmlns:a16="http://schemas.microsoft.com/office/drawing/2014/main" id="{223B0F99-7843-E26D-9EF2-7A2C1437B39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401600"/>
            <a:ext cx="12192000" cy="763600"/>
          </a:xfrm>
          <a:prstGeom prst="rect">
            <a:avLst/>
          </a:prstGeom>
          <a:gradFill flip="none" rotWithShape="1">
            <a:gsLst>
              <a:gs pos="0">
                <a:srgbClr val="FFFF00"/>
              </a:gs>
              <a:gs pos="37000">
                <a:srgbClr val="A9D18E"/>
              </a:gs>
              <a:gs pos="66000">
                <a:schemeClr val="accent1">
                  <a:lumMod val="45000"/>
                  <a:lumOff val="55000"/>
                </a:schemeClr>
              </a:gs>
              <a:gs pos="100000">
                <a:srgbClr val="FDD0A4"/>
              </a:gs>
            </a:gsLst>
            <a:path path="circle">
              <a:fillToRect l="100000" t="100000"/>
            </a:path>
            <a:tileRect r="-100000" b="-100000"/>
          </a:gradFill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algn="ctr">
              <a:spcBef>
                <a:spcPts val="0"/>
              </a:spcBef>
              <a:buClr>
                <a:schemeClr val="dk1"/>
              </a:buClr>
              <a:buSzPts val="1100"/>
            </a:pPr>
            <a:r>
              <a:rPr lang="en" dirty="0"/>
              <a:t>স্থানীয় মান থেকে সংখ্যা নির্ণয়</a:t>
            </a:r>
            <a:endParaRPr dirty="0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6D4152A5-B358-3E6B-40F7-A18BC2A06560}"/>
              </a:ext>
            </a:extLst>
          </p:cNvPr>
          <p:cNvGrpSpPr/>
          <p:nvPr/>
        </p:nvGrpSpPr>
        <p:grpSpPr>
          <a:xfrm>
            <a:off x="787400" y="2032000"/>
            <a:ext cx="3751983" cy="1627832"/>
            <a:chOff x="787400" y="2032000"/>
            <a:chExt cx="3751983" cy="1627832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AFB288C4-EB3A-379E-58C6-AA7FC10E96E1}"/>
                </a:ext>
              </a:extLst>
            </p:cNvPr>
            <p:cNvSpPr txBox="1"/>
            <p:nvPr/>
          </p:nvSpPr>
          <p:spPr>
            <a:xfrm>
              <a:off x="787400" y="2032000"/>
              <a:ext cx="189230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dirty="0"/>
                <a:t>৫  ৬</a:t>
              </a:r>
            </a:p>
          </p:txBody>
        </p:sp>
        <p:cxnSp>
          <p:nvCxnSpPr>
            <p:cNvPr id="6" name="Connector: Elbow 5">
              <a:extLst>
                <a:ext uri="{FF2B5EF4-FFF2-40B4-BE49-F238E27FC236}">
                  <a16:creationId xmlns:a16="http://schemas.microsoft.com/office/drawing/2014/main" id="{6D45F945-48DC-03FA-F356-78CE85B3CBDA}"/>
                </a:ext>
              </a:extLst>
            </p:cNvPr>
            <p:cNvCxnSpPr/>
            <p:nvPr/>
          </p:nvCxnSpPr>
          <p:spPr>
            <a:xfrm>
              <a:off x="1483360" y="2494260"/>
              <a:ext cx="749300" cy="596900"/>
            </a:xfrm>
            <a:prstGeom prst="bentConnector3">
              <a:avLst>
                <a:gd name="adj1" fmla="val 170"/>
              </a:avLst>
            </a:prstGeom>
            <a:ln w="19050">
              <a:solidFill>
                <a:schemeClr val="tx1">
                  <a:lumMod val="95000"/>
                  <a:lumOff val="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Connector: Elbow 8">
              <a:extLst>
                <a:ext uri="{FF2B5EF4-FFF2-40B4-BE49-F238E27FC236}">
                  <a16:creationId xmlns:a16="http://schemas.microsoft.com/office/drawing/2014/main" id="{7F19B7EC-EE45-8F2F-E4D9-D25AFCF5E845}"/>
                </a:ext>
              </a:extLst>
            </p:cNvPr>
            <p:cNvCxnSpPr>
              <a:cxnSpLocks/>
            </p:cNvCxnSpPr>
            <p:nvPr/>
          </p:nvCxnSpPr>
          <p:spPr>
            <a:xfrm>
              <a:off x="984250" y="2494260"/>
              <a:ext cx="1248410" cy="934740"/>
            </a:xfrm>
            <a:prstGeom prst="bentConnector3">
              <a:avLst>
                <a:gd name="adj1" fmla="val 763"/>
              </a:avLst>
            </a:prstGeom>
            <a:ln w="19050">
              <a:solidFill>
                <a:schemeClr val="tx1">
                  <a:lumMod val="95000"/>
                  <a:lumOff val="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6E7138D-D488-50BE-8326-09A3501F2D88}"/>
                </a:ext>
              </a:extLst>
            </p:cNvPr>
            <p:cNvSpPr txBox="1"/>
            <p:nvPr/>
          </p:nvSpPr>
          <p:spPr>
            <a:xfrm>
              <a:off x="2341880" y="2875934"/>
              <a:ext cx="38989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৬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9AB4B4B-E02A-AB0B-1605-525B68168D14}"/>
                </a:ext>
              </a:extLst>
            </p:cNvPr>
            <p:cNvSpPr txBox="1"/>
            <p:nvPr/>
          </p:nvSpPr>
          <p:spPr>
            <a:xfrm>
              <a:off x="2309263" y="3198167"/>
              <a:ext cx="223012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৫ * ১০ = ৫০</a:t>
              </a: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5CEB31EE-0123-7CB2-7304-03AA261B16AD}"/>
              </a:ext>
            </a:extLst>
          </p:cNvPr>
          <p:cNvSpPr txBox="1"/>
          <p:nvPr/>
        </p:nvSpPr>
        <p:spPr>
          <a:xfrm>
            <a:off x="907806" y="4419624"/>
            <a:ext cx="41564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/>
              <a:t>সংখ্যাটি</a:t>
            </a:r>
            <a:r>
              <a:rPr lang="en-US" sz="2400" dirty="0"/>
              <a:t> = ৫০+ ৬ =  ৫৬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500BD613-65DE-A9C7-919A-0D06E3027557}"/>
              </a:ext>
            </a:extLst>
          </p:cNvPr>
          <p:cNvGrpSpPr/>
          <p:nvPr/>
        </p:nvGrpSpPr>
        <p:grpSpPr>
          <a:xfrm>
            <a:off x="6854464" y="1916839"/>
            <a:ext cx="4684437" cy="1731499"/>
            <a:chOff x="6854464" y="1916839"/>
            <a:chExt cx="4684437" cy="1731499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11AF7F83-C41E-3C8C-E751-0E5D4B55BEDE}"/>
                </a:ext>
              </a:extLst>
            </p:cNvPr>
            <p:cNvSpPr txBox="1"/>
            <p:nvPr/>
          </p:nvSpPr>
          <p:spPr>
            <a:xfrm>
              <a:off x="6854464" y="1916839"/>
              <a:ext cx="189230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dirty="0"/>
                <a:t>x   y</a:t>
              </a:r>
            </a:p>
          </p:txBody>
        </p:sp>
        <p:cxnSp>
          <p:nvCxnSpPr>
            <p:cNvPr id="16" name="Connector: Elbow 15">
              <a:extLst>
                <a:ext uri="{FF2B5EF4-FFF2-40B4-BE49-F238E27FC236}">
                  <a16:creationId xmlns:a16="http://schemas.microsoft.com/office/drawing/2014/main" id="{23779137-CCE3-3DAB-A703-23C29F8EC5F7}"/>
                </a:ext>
              </a:extLst>
            </p:cNvPr>
            <p:cNvCxnSpPr/>
            <p:nvPr/>
          </p:nvCxnSpPr>
          <p:spPr>
            <a:xfrm>
              <a:off x="7550424" y="2494260"/>
              <a:ext cx="749300" cy="596900"/>
            </a:xfrm>
            <a:prstGeom prst="bentConnector3">
              <a:avLst>
                <a:gd name="adj1" fmla="val 170"/>
              </a:avLst>
            </a:prstGeom>
            <a:ln w="19050">
              <a:solidFill>
                <a:schemeClr val="tx1">
                  <a:lumMod val="95000"/>
                  <a:lumOff val="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nector: Elbow 16">
              <a:extLst>
                <a:ext uri="{FF2B5EF4-FFF2-40B4-BE49-F238E27FC236}">
                  <a16:creationId xmlns:a16="http://schemas.microsoft.com/office/drawing/2014/main" id="{230CA910-382E-60A8-28BD-82F06BECA20A}"/>
                </a:ext>
              </a:extLst>
            </p:cNvPr>
            <p:cNvCxnSpPr>
              <a:cxnSpLocks/>
            </p:cNvCxnSpPr>
            <p:nvPr/>
          </p:nvCxnSpPr>
          <p:spPr>
            <a:xfrm>
              <a:off x="7051314" y="2494260"/>
              <a:ext cx="1248410" cy="934740"/>
            </a:xfrm>
            <a:prstGeom prst="bentConnector3">
              <a:avLst>
                <a:gd name="adj1" fmla="val 763"/>
              </a:avLst>
            </a:prstGeom>
            <a:ln w="19050">
              <a:solidFill>
                <a:schemeClr val="tx1">
                  <a:lumMod val="95000"/>
                  <a:lumOff val="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F82A66C0-61E4-DABB-3802-29BF72F5E9D2}"/>
                </a:ext>
              </a:extLst>
            </p:cNvPr>
            <p:cNvSpPr txBox="1"/>
            <p:nvPr/>
          </p:nvSpPr>
          <p:spPr>
            <a:xfrm>
              <a:off x="8376327" y="2710955"/>
              <a:ext cx="38989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dirty="0"/>
                <a:t>y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2ACF565C-6946-EDAE-704D-AD32687EBC1A}"/>
                </a:ext>
              </a:extLst>
            </p:cNvPr>
            <p:cNvSpPr txBox="1"/>
            <p:nvPr/>
          </p:nvSpPr>
          <p:spPr>
            <a:xfrm>
              <a:off x="8376327" y="3125118"/>
              <a:ext cx="316257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dirty="0"/>
                <a:t>x * 10 = 10x</a:t>
              </a:r>
            </a:p>
          </p:txBody>
        </p: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35A980DA-4906-AD48-FF6C-96916CFB9777}"/>
              </a:ext>
            </a:extLst>
          </p:cNvPr>
          <p:cNvSpPr txBox="1"/>
          <p:nvPr/>
        </p:nvSpPr>
        <p:spPr>
          <a:xfrm>
            <a:off x="6854464" y="4419625"/>
            <a:ext cx="41564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/>
              <a:t>সংখ্যাটি</a:t>
            </a:r>
            <a:r>
              <a:rPr lang="en-US" sz="2400" dirty="0"/>
              <a:t> = 10x + y</a:t>
            </a:r>
          </a:p>
        </p:txBody>
      </p:sp>
    </p:spTree>
    <p:extLst>
      <p:ext uri="{BB962C8B-B14F-4D97-AF65-F5344CB8AC3E}">
        <p14:creationId xmlns:p14="http://schemas.microsoft.com/office/powerpoint/2010/main" val="3074068557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 advClick="0">
        <p15:prstTrans prst="fracture"/>
      </p:transition>
    </mc:Choice>
    <mc:Fallback>
      <p:transition spd="slow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BF21E5C6-FACA-1FBD-9869-19B0F9F734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4196" y="1849297"/>
            <a:ext cx="4734775" cy="385388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0FCA48B-0DDD-2A82-63D0-C620CE915FDD}"/>
              </a:ext>
            </a:extLst>
          </p:cNvPr>
          <p:cNvSpPr txBox="1"/>
          <p:nvPr/>
        </p:nvSpPr>
        <p:spPr>
          <a:xfrm>
            <a:off x="104172" y="324350"/>
            <a:ext cx="12087828" cy="101566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sz="6000" dirty="0" err="1">
                <a:gradFill>
                  <a:gsLst>
                    <a:gs pos="0">
                      <a:schemeClr val="tx1">
                        <a:lumMod val="95000"/>
                        <a:lumOff val="5000"/>
                      </a:schemeClr>
                    </a:gs>
                    <a:gs pos="37000">
                      <a:srgbClr val="FF0000"/>
                    </a:gs>
                    <a:gs pos="66000">
                      <a:schemeClr val="accent6"/>
                    </a:gs>
                    <a:gs pos="100000">
                      <a:srgbClr val="FFC000"/>
                    </a:gs>
                  </a:gsLst>
                  <a:path path="circle">
                    <a:fillToRect l="100000" t="100000"/>
                  </a:path>
                </a:gradFill>
              </a:rPr>
              <a:t>মাতা</a:t>
            </a:r>
            <a:r>
              <a:rPr lang="en-US" sz="6000" dirty="0">
                <a:gradFill>
                  <a:gsLst>
                    <a:gs pos="0">
                      <a:schemeClr val="tx1">
                        <a:lumMod val="95000"/>
                        <a:lumOff val="5000"/>
                      </a:schemeClr>
                    </a:gs>
                    <a:gs pos="37000">
                      <a:srgbClr val="FF0000"/>
                    </a:gs>
                    <a:gs pos="66000">
                      <a:schemeClr val="accent6"/>
                    </a:gs>
                    <a:gs pos="100000">
                      <a:srgbClr val="FFC000"/>
                    </a:gs>
                  </a:gsLst>
                  <a:path path="circle">
                    <a:fillToRect l="100000" t="100000"/>
                  </a:path>
                </a:gradFill>
              </a:rPr>
              <a:t> ও </a:t>
            </a:r>
            <a:r>
              <a:rPr lang="en-US" sz="6000" dirty="0" err="1">
                <a:gradFill>
                  <a:gsLst>
                    <a:gs pos="0">
                      <a:schemeClr val="tx1">
                        <a:lumMod val="95000"/>
                        <a:lumOff val="5000"/>
                      </a:schemeClr>
                    </a:gs>
                    <a:gs pos="37000">
                      <a:srgbClr val="FF0000"/>
                    </a:gs>
                    <a:gs pos="66000">
                      <a:schemeClr val="accent6"/>
                    </a:gs>
                    <a:gs pos="100000">
                      <a:srgbClr val="FFC000"/>
                    </a:gs>
                  </a:gsLst>
                  <a:path path="circle">
                    <a:fillToRect l="100000" t="100000"/>
                  </a:path>
                </a:gradFill>
              </a:rPr>
              <a:t>কন্যা</a:t>
            </a:r>
            <a:endParaRPr lang="en-US" sz="6000" dirty="0">
              <a:gradFill>
                <a:gsLst>
                  <a:gs pos="0">
                    <a:schemeClr val="tx1">
                      <a:lumMod val="95000"/>
                      <a:lumOff val="5000"/>
                    </a:schemeClr>
                  </a:gs>
                  <a:gs pos="37000">
                    <a:srgbClr val="FF0000"/>
                  </a:gs>
                  <a:gs pos="66000">
                    <a:schemeClr val="accent6"/>
                  </a:gs>
                  <a:gs pos="100000">
                    <a:srgbClr val="FFC000"/>
                  </a:gs>
                </a:gsLst>
                <a:path path="circle">
                  <a:fillToRect l="100000" t="100000"/>
                </a:path>
              </a:gradFill>
            </a:endParaRPr>
          </a:p>
        </p:txBody>
      </p:sp>
    </p:spTree>
    <p:extLst>
      <p:ext uri="{BB962C8B-B14F-4D97-AF65-F5344CB8AC3E}">
        <p14:creationId xmlns:p14="http://schemas.microsoft.com/office/powerpoint/2010/main" val="197640828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 advClick="0">
        <p:circle/>
      </p:transition>
    </mc:Choice>
    <mc:Fallback>
      <p:transition spd="slow" advClick="0">
        <p:circl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0BEF114-4FBC-77F4-506D-AF743C2697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8889" y="0"/>
            <a:ext cx="1042280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3138438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 advClick="0">
        <p15:prstTrans prst="wind"/>
      </p:transition>
    </mc:Choice>
    <mc:Fallback>
      <p:transition spd="slow" advClick="0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  <p:tag name="ARTICULATE_DESIGN_ID_OFFICE THEME" val="hT4qWUsE"/>
  <p:tag name="ARTICULATE_SLIDE_COUNT" val="14"/>
  <p:tag name="ARTICULATE_PROJECT_OPEN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16401594_win32_fixed.potx" id="{0C51A9EB-CDEC-48F6-A376-88D302110632}" vid="{47BB5F18-ECD4-4193-97D9-4AF031561EE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Classroom Timers (Clock)</Template>
  <TotalTime>188</TotalTime>
  <Words>73</Words>
  <Application>Microsoft Office PowerPoint</Application>
  <PresentationFormat>Widescreen</PresentationFormat>
  <Paragraphs>28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Arial</vt:lpstr>
      <vt:lpstr>Calibri</vt:lpstr>
      <vt:lpstr>Calibri Light</vt:lpstr>
      <vt:lpstr>Cambria Math</vt:lpstr>
      <vt:lpstr>Fira Sans Extra Condensed Medium</vt:lpstr>
      <vt:lpstr>Raleway</vt:lpstr>
      <vt:lpstr>Roboto</vt:lpstr>
      <vt:lpstr>Office Theme</vt:lpstr>
      <vt:lpstr>Slide 1</vt:lpstr>
      <vt:lpstr>আলোচ্যসূচি</vt:lpstr>
      <vt:lpstr>PowerPoint Presentation</vt:lpstr>
      <vt:lpstr>স্থানীয় মান থেকে সংখ্যা নির্ণয়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Habib Ullah</dc:creator>
  <cp:lastModifiedBy>Habib Ullah</cp:lastModifiedBy>
  <cp:revision>16</cp:revision>
  <dcterms:created xsi:type="dcterms:W3CDTF">2023-06-24T18:02:15Z</dcterms:created>
  <dcterms:modified xsi:type="dcterms:W3CDTF">2023-06-24T21:10:53Z</dcterms:modified>
</cp:coreProperties>
</file>