
<file path=[Content_Types].xml><?xml version="1.0" encoding="utf-8"?>
<Types xmlns="http://schemas.openxmlformats.org/package/2006/content-types">
  <Default Extension="gif" ContentType="image/gif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theme/theme2.xml" ContentType="application/vnd.openxmlformats-officedocument.them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microsoft.com/office/2020/02/relationships/classificationlabels" Target="docMetadata/LabelInfo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50" r:id="rId1"/>
  </p:sldMasterIdLst>
  <p:notesMasterIdLst>
    <p:notesMasterId r:id="rId17"/>
  </p:notesMasterIdLst>
  <p:sldIdLst>
    <p:sldId id="278" r:id="rId2"/>
    <p:sldId id="279" r:id="rId3"/>
    <p:sldId id="280" r:id="rId4"/>
    <p:sldId id="284" r:id="rId5"/>
    <p:sldId id="281" r:id="rId6"/>
    <p:sldId id="283" r:id="rId7"/>
    <p:sldId id="282" r:id="rId8"/>
    <p:sldId id="294" r:id="rId9"/>
    <p:sldId id="295" r:id="rId10"/>
    <p:sldId id="296" r:id="rId11"/>
    <p:sldId id="297" r:id="rId12"/>
    <p:sldId id="298" r:id="rId13"/>
    <p:sldId id="299" r:id="rId14"/>
    <p:sldId id="292" r:id="rId15"/>
    <p:sldId id="293" r:id="rId16"/>
  </p:sldIdLst>
  <p:sldSz cx="12192000" cy="6858000"/>
  <p:notesSz cx="13716000" cy="2438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userDrawn="1">
          <p15:clr>
            <a:srgbClr val="A4A3A4"/>
          </p15:clr>
        </p15:guide>
        <p15:guide id="2" pos="456" userDrawn="1">
          <p15:clr>
            <a:srgbClr val="A4A3A4"/>
          </p15:clr>
        </p15:guide>
        <p15:guide id="3" orient="horz" pos="2616" userDrawn="1">
          <p15:clr>
            <a:srgbClr val="A4A3A4"/>
          </p15:clr>
        </p15:guide>
        <p15:guide id="4" orient="horz" pos="3264" userDrawn="1">
          <p15:clr>
            <a:srgbClr val="A4A3A4"/>
          </p15:clr>
        </p15:guide>
        <p15:guide id="5" pos="6912" userDrawn="1">
          <p15:clr>
            <a:srgbClr val="A4A3A4"/>
          </p15:clr>
        </p15:guide>
        <p15:guide id="6" orient="horz" pos="2136" userDrawn="1">
          <p15:clr>
            <a:srgbClr val="A4A3A4"/>
          </p15:clr>
        </p15:guide>
        <p15:guide id="7" orient="horz" pos="4008" userDrawn="1">
          <p15:clr>
            <a:srgbClr val="A4A3A4"/>
          </p15:clr>
        </p15:guide>
        <p15:guide id="8" orient="horz" pos="1152" userDrawn="1">
          <p15:clr>
            <a:srgbClr val="A4A3A4"/>
          </p15:clr>
        </p15:guide>
        <p15:guide id="9" orient="horz" pos="2352" userDrawn="1">
          <p15:clr>
            <a:srgbClr val="A4A3A4"/>
          </p15:clr>
        </p15:guide>
        <p15:guide id="10" orient="horz" pos="1512" userDrawn="1">
          <p15:clr>
            <a:srgbClr val="A4A3A4"/>
          </p15:clr>
        </p15:guide>
        <p15:guide id="11" pos="7680" userDrawn="1">
          <p15:clr>
            <a:srgbClr val="A4A3A4"/>
          </p15:clr>
        </p15:guide>
        <p15:guide id="12" pos="6696" userDrawn="1">
          <p15:clr>
            <a:srgbClr val="A4A3A4"/>
          </p15:clr>
        </p15:guide>
        <p15:guide id="13" pos="1008" userDrawn="1">
          <p15:clr>
            <a:srgbClr val="A4A3A4"/>
          </p15:clr>
        </p15:guide>
        <p15:guide id="14" pos="1584" userDrawn="1">
          <p15:clr>
            <a:srgbClr val="A4A3A4"/>
          </p15:clr>
        </p15:guide>
        <p15:guide id="15" pos="2136" userDrawn="1">
          <p15:clr>
            <a:srgbClr val="A4A3A4"/>
          </p15:clr>
        </p15:guide>
        <p15:guide id="16" pos="2760" userDrawn="1">
          <p15:clr>
            <a:srgbClr val="A4A3A4"/>
          </p15:clr>
        </p15:guide>
        <p15:guide id="17" pos="3288" userDrawn="1">
          <p15:clr>
            <a:srgbClr val="A4A3A4"/>
          </p15:clr>
        </p15:guide>
        <p15:guide id="18" pos="4032" userDrawn="1">
          <p15:clr>
            <a:srgbClr val="A4A3A4"/>
          </p15:clr>
        </p15:guide>
        <p15:guide id="19" pos="4392" userDrawn="1">
          <p15:clr>
            <a:srgbClr val="A4A3A4"/>
          </p15:clr>
        </p15:guide>
        <p15:guide id="20" pos="4944" userDrawn="1">
          <p15:clr>
            <a:srgbClr val="A4A3A4"/>
          </p15:clr>
        </p15:guide>
        <p15:guide id="21" pos="5544" userDrawn="1">
          <p15:clr>
            <a:srgbClr val="A4A3A4"/>
          </p15:clr>
        </p15:guide>
        <p15:guide id="22" pos="6072" userDrawn="1">
          <p15:clr>
            <a:srgbClr val="A4A3A4"/>
          </p15:clr>
        </p15:guide>
        <p15:guide id="23" orient="horz" pos="2448" userDrawn="1">
          <p15:clr>
            <a:srgbClr val="A4A3A4"/>
          </p15:clr>
        </p15:guide>
        <p15:guide id="24" orient="horz" pos="960" userDrawn="1">
          <p15:clr>
            <a:srgbClr val="A4A3A4"/>
          </p15:clr>
        </p15:guide>
        <p15:guide id="25" pos="5256" userDrawn="1">
          <p15:clr>
            <a:srgbClr val="A4A3A4"/>
          </p15:clr>
        </p15:guide>
        <p15:guide id="26" pos="7261" userDrawn="1">
          <p15:clr>
            <a:srgbClr val="A4A3A4"/>
          </p15:clr>
        </p15:guide>
      </p15:sldGuideLst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0000000-0000-0000-0000-000000000000}" name="Author" initials="A" userId="Author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02C8F"/>
    <a:srgbClr val="F2D1D1"/>
    <a:srgbClr val="FDFBF6"/>
    <a:srgbClr val="AAC4E9"/>
    <a:srgbClr val="F5CDCE"/>
    <a:srgbClr val="DF8C8C"/>
    <a:srgbClr val="D4D593"/>
    <a:srgbClr val="E6F0FE"/>
    <a:srgbClr val="CDBE8A"/>
    <a:srgbClr val="FFEFE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85BE263C-DBD7-4A20-BB59-AAB30ACAA65A}" styleName="Medium Style 3 - Accent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EB9631B5-78F2-41C9-869B-9F39066F8104}" styleName="Medium Style 3 - Accent 4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EB344D84-9AFB-497E-A393-DC336BA19D2E}" styleName="Medium Style 3 - Accent 3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6E25E649-3F16-4E02-A733-19D2CDBF48F0}" styleName="Medium Style 3 - Accent 1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09" autoAdjust="0"/>
  </p:normalViewPr>
  <p:slideViewPr>
    <p:cSldViewPr snapToGrid="0" snapToObjects="1">
      <p:cViewPr varScale="1">
        <p:scale>
          <a:sx n="78" d="100"/>
          <a:sy n="78" d="100"/>
        </p:scale>
        <p:origin x="48" y="58"/>
      </p:cViewPr>
      <p:guideLst>
        <p:guide/>
        <p:guide pos="456"/>
        <p:guide orient="horz" pos="2616"/>
        <p:guide orient="horz" pos="3264"/>
        <p:guide pos="6912"/>
        <p:guide orient="horz" pos="2136"/>
        <p:guide orient="horz" pos="4008"/>
        <p:guide orient="horz" pos="1152"/>
        <p:guide orient="horz" pos="2352"/>
        <p:guide orient="horz" pos="1512"/>
        <p:guide pos="7680"/>
        <p:guide pos="6696"/>
        <p:guide pos="1008"/>
        <p:guide pos="1584"/>
        <p:guide pos="2136"/>
        <p:guide pos="2760"/>
        <p:guide pos="3288"/>
        <p:guide pos="4032"/>
        <p:guide pos="4392"/>
        <p:guide pos="4944"/>
        <p:guide pos="5544"/>
        <p:guide pos="6072"/>
        <p:guide orient="horz" pos="2448"/>
        <p:guide orient="horz" pos="960"/>
        <p:guide pos="5256"/>
        <p:guide pos="7261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microsoft.com/office/2018/10/relationships/authors" Target="author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8086678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600" kern="1200">
        <a:solidFill>
          <a:schemeClr val="tx1"/>
        </a:solidFill>
        <a:latin typeface="+mn-lt"/>
        <a:ea typeface="+mn-ea"/>
        <a:cs typeface="+mn-cs"/>
      </a:defRPr>
    </a:lvl1pPr>
    <a:lvl2pPr marL="228600" algn="l" defTabSz="457200" rtl="0" eaLnBrk="1" latinLnBrk="0" hangingPunct="1">
      <a:defRPr sz="600" kern="1200">
        <a:solidFill>
          <a:schemeClr val="tx1"/>
        </a:solidFill>
        <a:latin typeface="+mn-lt"/>
        <a:ea typeface="+mn-ea"/>
        <a:cs typeface="+mn-cs"/>
      </a:defRPr>
    </a:lvl2pPr>
    <a:lvl3pPr marL="457200" algn="l" defTabSz="457200" rtl="0" eaLnBrk="1" latinLnBrk="0" hangingPunct="1">
      <a:defRPr sz="600" kern="1200">
        <a:solidFill>
          <a:schemeClr val="tx1"/>
        </a:solidFill>
        <a:latin typeface="+mn-lt"/>
        <a:ea typeface="+mn-ea"/>
        <a:cs typeface="+mn-cs"/>
      </a:defRPr>
    </a:lvl3pPr>
    <a:lvl4pPr marL="685800" algn="l" defTabSz="457200" rtl="0" eaLnBrk="1" latinLnBrk="0" hangingPunct="1">
      <a:defRPr sz="600" kern="1200">
        <a:solidFill>
          <a:schemeClr val="tx1"/>
        </a:solidFill>
        <a:latin typeface="+mn-lt"/>
        <a:ea typeface="+mn-ea"/>
        <a:cs typeface="+mn-cs"/>
      </a:defRPr>
    </a:lvl4pPr>
    <a:lvl5pPr marL="914400" algn="l" defTabSz="457200" rtl="0" eaLnBrk="1" latinLnBrk="0" hangingPunct="1">
      <a:defRPr sz="600" kern="1200">
        <a:solidFill>
          <a:schemeClr val="tx1"/>
        </a:solidFill>
        <a:latin typeface="+mn-lt"/>
        <a:ea typeface="+mn-ea"/>
        <a:cs typeface="+mn-cs"/>
      </a:defRPr>
    </a:lvl5pPr>
    <a:lvl6pPr marL="1143000" algn="l" defTabSz="457200" rtl="0" eaLnBrk="1" latinLnBrk="0" hangingPunct="1">
      <a:defRPr sz="600" kern="1200">
        <a:solidFill>
          <a:schemeClr val="tx1"/>
        </a:solidFill>
        <a:latin typeface="+mn-lt"/>
        <a:ea typeface="+mn-ea"/>
        <a:cs typeface="+mn-cs"/>
      </a:defRPr>
    </a:lvl6pPr>
    <a:lvl7pPr marL="1371600" algn="l" defTabSz="457200" rtl="0" eaLnBrk="1" latinLnBrk="0" hangingPunct="1">
      <a:defRPr sz="600" kern="1200">
        <a:solidFill>
          <a:schemeClr val="tx1"/>
        </a:solidFill>
        <a:latin typeface="+mn-lt"/>
        <a:ea typeface="+mn-ea"/>
        <a:cs typeface="+mn-cs"/>
      </a:defRPr>
    </a:lvl7pPr>
    <a:lvl8pPr marL="1600200" algn="l" defTabSz="457200" rtl="0" eaLnBrk="1" latinLnBrk="0" hangingPunct="1">
      <a:defRPr sz="600" kern="1200">
        <a:solidFill>
          <a:schemeClr val="tx1"/>
        </a:solidFill>
        <a:latin typeface="+mn-lt"/>
        <a:ea typeface="+mn-ea"/>
        <a:cs typeface="+mn-cs"/>
      </a:defRPr>
    </a:lvl8pPr>
    <a:lvl9pPr marL="1828800" algn="l" defTabSz="457200" rtl="0" eaLnBrk="1" latinLnBrk="0" hangingPunct="1">
      <a:defRPr sz="6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Image 0" descr="preencoded.png">
            <a:extLst>
              <a:ext uri="{FF2B5EF4-FFF2-40B4-BE49-F238E27FC236}">
                <a16:creationId xmlns:a16="http://schemas.microsoft.com/office/drawing/2014/main" id="{BA5D5A72-CB6F-F8DE-E2C9-90459C8C3DC1}"/>
              </a:ext>
            </a:extLst>
          </p:cNvPr>
          <p:cNvSpPr/>
          <p:nvPr/>
        </p:nvSpPr>
        <p:spPr>
          <a:xfrm>
            <a:off x="0" y="0"/>
            <a:ext cx="5295900" cy="6877050"/>
          </a:xfrm>
          <a:custGeom>
            <a:avLst/>
            <a:gdLst>
              <a:gd name="connsiteX0" fmla="*/ 0 w 5295900"/>
              <a:gd name="connsiteY0" fmla="*/ 0 h 6877050"/>
              <a:gd name="connsiteX1" fmla="*/ 5295900 w 5295900"/>
              <a:gd name="connsiteY1" fmla="*/ 0 h 6877050"/>
              <a:gd name="connsiteX2" fmla="*/ 5295900 w 5295900"/>
              <a:gd name="connsiteY2" fmla="*/ 6877050 h 6877050"/>
              <a:gd name="connsiteX3" fmla="*/ 0 w 5295900"/>
              <a:gd name="connsiteY3" fmla="*/ 6877050 h 68770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295900" h="6877050">
                <a:moveTo>
                  <a:pt x="0" y="0"/>
                </a:moveTo>
                <a:lnTo>
                  <a:pt x="5295900" y="0"/>
                </a:lnTo>
                <a:lnTo>
                  <a:pt x="5295900" y="6877050"/>
                </a:lnTo>
                <a:lnTo>
                  <a:pt x="0" y="6877050"/>
                </a:lnTo>
                <a:close/>
              </a:path>
            </a:pathLst>
          </a:custGeom>
          <a:solidFill>
            <a:schemeClr val="accent3"/>
          </a:solidFill>
          <a:ln w="4763" cap="flat">
            <a:noFill/>
            <a:prstDash val="solid"/>
            <a:miter/>
          </a:ln>
        </p:spPr>
        <p:txBody>
          <a:bodyPr rtlCol="0" anchor="ctr">
            <a:noAutofit/>
          </a:bodyPr>
          <a:lstStyle/>
          <a:p>
            <a:endParaRPr lang="en-US" dirty="0"/>
          </a:p>
        </p:txBody>
      </p:sp>
      <p:sp>
        <p:nvSpPr>
          <p:cNvPr id="20" name="Freeform: Shape 19">
            <a:extLst>
              <a:ext uri="{FF2B5EF4-FFF2-40B4-BE49-F238E27FC236}">
                <a16:creationId xmlns:a16="http://schemas.microsoft.com/office/drawing/2014/main" id="{E66FD7FF-2869-7902-36B2-2B229AB9AB19}"/>
              </a:ext>
            </a:extLst>
          </p:cNvPr>
          <p:cNvSpPr/>
          <p:nvPr userDrawn="1"/>
        </p:nvSpPr>
        <p:spPr>
          <a:xfrm>
            <a:off x="1600201" y="1153228"/>
            <a:ext cx="9191625" cy="5704772"/>
          </a:xfrm>
          <a:custGeom>
            <a:avLst/>
            <a:gdLst>
              <a:gd name="connsiteX0" fmla="*/ 4595813 w 9191625"/>
              <a:gd name="connsiteY0" fmla="*/ 0 h 5704772"/>
              <a:gd name="connsiteX1" fmla="*/ 9191625 w 9191625"/>
              <a:gd name="connsiteY1" fmla="*/ 4592108 h 5704772"/>
              <a:gd name="connsiteX2" fmla="*/ 9191625 w 9191625"/>
              <a:gd name="connsiteY2" fmla="*/ 5704772 h 5704772"/>
              <a:gd name="connsiteX3" fmla="*/ 0 w 9191625"/>
              <a:gd name="connsiteY3" fmla="*/ 5704772 h 5704772"/>
              <a:gd name="connsiteX4" fmla="*/ 0 w 9191625"/>
              <a:gd name="connsiteY4" fmla="*/ 4592108 h 5704772"/>
              <a:gd name="connsiteX5" fmla="*/ 4595813 w 9191625"/>
              <a:gd name="connsiteY5" fmla="*/ 0 h 57047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9191625" h="5704772">
                <a:moveTo>
                  <a:pt x="4595813" y="0"/>
                </a:moveTo>
                <a:cubicBezTo>
                  <a:pt x="7133987" y="0"/>
                  <a:pt x="9191625" y="2055957"/>
                  <a:pt x="9191625" y="4592108"/>
                </a:cubicBezTo>
                <a:lnTo>
                  <a:pt x="9191625" y="5704772"/>
                </a:lnTo>
                <a:lnTo>
                  <a:pt x="0" y="5704772"/>
                </a:lnTo>
                <a:lnTo>
                  <a:pt x="0" y="4592108"/>
                </a:lnTo>
                <a:cubicBezTo>
                  <a:pt x="0" y="2055957"/>
                  <a:pt x="2057614" y="0"/>
                  <a:pt x="4595813" y="0"/>
                </a:cubicBezTo>
                <a:close/>
              </a:path>
            </a:pathLst>
          </a:custGeom>
          <a:solidFill>
            <a:schemeClr val="accent6"/>
          </a:solidFill>
          <a:ln w="4763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B1457C88-4472-81CF-02AF-4421E0A3084B}"/>
              </a:ext>
            </a:extLst>
          </p:cNvPr>
          <p:cNvSpPr/>
          <p:nvPr userDrawn="1"/>
        </p:nvSpPr>
        <p:spPr>
          <a:xfrm>
            <a:off x="2795588" y="0"/>
            <a:ext cx="6803142" cy="5396474"/>
          </a:xfrm>
          <a:custGeom>
            <a:avLst/>
            <a:gdLst>
              <a:gd name="connsiteX0" fmla="*/ 0 w 6803142"/>
              <a:gd name="connsiteY0" fmla="*/ 0 h 5396474"/>
              <a:gd name="connsiteX1" fmla="*/ 6803142 w 6803142"/>
              <a:gd name="connsiteY1" fmla="*/ 0 h 5396474"/>
              <a:gd name="connsiteX2" fmla="*/ 6803142 w 6803142"/>
              <a:gd name="connsiteY2" fmla="*/ 1997094 h 5396474"/>
              <a:gd name="connsiteX3" fmla="*/ 3401576 w 6803142"/>
              <a:gd name="connsiteY3" fmla="*/ 5396474 h 5396474"/>
              <a:gd name="connsiteX4" fmla="*/ 0 w 6803142"/>
              <a:gd name="connsiteY4" fmla="*/ 1997094 h 539647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803142" h="5396474">
                <a:moveTo>
                  <a:pt x="0" y="0"/>
                </a:moveTo>
                <a:lnTo>
                  <a:pt x="6803142" y="0"/>
                </a:lnTo>
                <a:lnTo>
                  <a:pt x="6803142" y="1997094"/>
                </a:lnTo>
                <a:cubicBezTo>
                  <a:pt x="6803142" y="3874511"/>
                  <a:pt x="5280228" y="5396474"/>
                  <a:pt x="3401576" y="5396474"/>
                </a:cubicBezTo>
                <a:cubicBezTo>
                  <a:pt x="1522938" y="5396474"/>
                  <a:pt x="0" y="3874511"/>
                  <a:pt x="0" y="1997094"/>
                </a:cubicBezTo>
                <a:close/>
              </a:path>
            </a:pathLst>
          </a:custGeom>
          <a:solidFill>
            <a:schemeClr val="bg1">
              <a:alpha val="99000"/>
            </a:schemeClr>
          </a:solidFill>
          <a:ln w="4759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403092" y="1984248"/>
            <a:ext cx="5385816" cy="1225296"/>
          </a:xfrm>
        </p:spPr>
        <p:txBody>
          <a:bodyPr tIns="0" anchor="t">
            <a:noAutofit/>
          </a:bodyPr>
          <a:lstStyle>
            <a:lvl1pPr algn="ctr">
              <a:defRPr sz="4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349496" y="3483864"/>
            <a:ext cx="3493008" cy="878908"/>
          </a:xfrm>
        </p:spPr>
        <p:txBody>
          <a:bodyPr lIns="0" tIns="0" rIns="0" bIns="0">
            <a:noAutofit/>
          </a:bodyPr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3179980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>
            <a:extLst>
              <a:ext uri="{FF2B5EF4-FFF2-40B4-BE49-F238E27FC236}">
                <a16:creationId xmlns:a16="http://schemas.microsoft.com/office/drawing/2014/main" id="{75923D9E-9381-3D11-B31A-1BF5C97F35B0}"/>
              </a:ext>
            </a:extLst>
          </p:cNvPr>
          <p:cNvGrpSpPr/>
          <p:nvPr userDrawn="1"/>
        </p:nvGrpSpPr>
        <p:grpSpPr>
          <a:xfrm>
            <a:off x="6452303" y="3405019"/>
            <a:ext cx="5739697" cy="3467971"/>
            <a:chOff x="5009037" y="2525712"/>
            <a:chExt cx="7170193" cy="4332288"/>
          </a:xfrm>
        </p:grpSpPr>
        <p:sp>
          <p:nvSpPr>
            <p:cNvPr id="7" name="Freeform 7">
              <a:extLst>
                <a:ext uri="{FF2B5EF4-FFF2-40B4-BE49-F238E27FC236}">
                  <a16:creationId xmlns:a16="http://schemas.microsoft.com/office/drawing/2014/main" id="{89E777D0-3240-08CE-6B6C-B33B910B8490}"/>
                </a:ext>
              </a:extLst>
            </p:cNvPr>
            <p:cNvSpPr>
              <a:spLocks/>
            </p:cNvSpPr>
            <p:nvPr/>
          </p:nvSpPr>
          <p:spPr bwMode="auto">
            <a:xfrm>
              <a:off x="5009037" y="2525712"/>
              <a:ext cx="3601721" cy="4332288"/>
            </a:xfrm>
            <a:custGeom>
              <a:avLst/>
              <a:gdLst>
                <a:gd name="T0" fmla="*/ 1198 w 1198"/>
                <a:gd name="T1" fmla="*/ 0 h 1441"/>
                <a:gd name="T2" fmla="*/ 0 w 1198"/>
                <a:gd name="T3" fmla="*/ 1441 h 1441"/>
                <a:gd name="T4" fmla="*/ 1198 w 1198"/>
                <a:gd name="T5" fmla="*/ 1441 h 1441"/>
                <a:gd name="T6" fmla="*/ 1198 w 1198"/>
                <a:gd name="T7" fmla="*/ 0 h 14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198" h="1441">
                  <a:moveTo>
                    <a:pt x="1198" y="0"/>
                  </a:moveTo>
                  <a:lnTo>
                    <a:pt x="0" y="1441"/>
                  </a:lnTo>
                  <a:lnTo>
                    <a:pt x="1198" y="1441"/>
                  </a:lnTo>
                  <a:lnTo>
                    <a:pt x="1198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endParaRPr lang="en-US" dirty="0"/>
            </a:p>
          </p:txBody>
        </p:sp>
        <p:sp>
          <p:nvSpPr>
            <p:cNvPr id="8" name="Freeform 6">
              <a:extLst>
                <a:ext uri="{FF2B5EF4-FFF2-40B4-BE49-F238E27FC236}">
                  <a16:creationId xmlns:a16="http://schemas.microsoft.com/office/drawing/2014/main" id="{EFEA81A2-6893-518C-6AF3-37C987789C86}"/>
                </a:ext>
              </a:extLst>
            </p:cNvPr>
            <p:cNvSpPr>
              <a:spLocks/>
            </p:cNvSpPr>
            <p:nvPr/>
          </p:nvSpPr>
          <p:spPr bwMode="auto">
            <a:xfrm>
              <a:off x="8589536" y="2525712"/>
              <a:ext cx="3589694" cy="4332288"/>
            </a:xfrm>
            <a:custGeom>
              <a:avLst/>
              <a:gdLst>
                <a:gd name="T0" fmla="*/ 0 w 1194"/>
                <a:gd name="T1" fmla="*/ 0 h 1441"/>
                <a:gd name="T2" fmla="*/ 1194 w 1194"/>
                <a:gd name="T3" fmla="*/ 1441 h 1441"/>
                <a:gd name="T4" fmla="*/ 0 w 1194"/>
                <a:gd name="T5" fmla="*/ 1441 h 1441"/>
                <a:gd name="T6" fmla="*/ 0 w 1194"/>
                <a:gd name="T7" fmla="*/ 0 h 14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194" h="1441">
                  <a:moveTo>
                    <a:pt x="0" y="0"/>
                  </a:moveTo>
                  <a:lnTo>
                    <a:pt x="1194" y="1441"/>
                  </a:lnTo>
                  <a:lnTo>
                    <a:pt x="0" y="14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endParaRPr lang="en-US" dirty="0"/>
            </a:p>
          </p:txBody>
        </p:sp>
      </p:grpSp>
      <p:grpSp>
        <p:nvGrpSpPr>
          <p:cNvPr id="9" name="Group 8">
            <a:extLst>
              <a:ext uri="{FF2B5EF4-FFF2-40B4-BE49-F238E27FC236}">
                <a16:creationId xmlns:a16="http://schemas.microsoft.com/office/drawing/2014/main" id="{0F297964-0B81-31DC-6D6D-1414832238B1}"/>
              </a:ext>
            </a:extLst>
          </p:cNvPr>
          <p:cNvGrpSpPr/>
          <p:nvPr userDrawn="1"/>
        </p:nvGrpSpPr>
        <p:grpSpPr>
          <a:xfrm flipH="1" flipV="1">
            <a:off x="6465610" y="0"/>
            <a:ext cx="5739697" cy="3467971"/>
            <a:chOff x="5183405" y="2678112"/>
            <a:chExt cx="7170193" cy="4332288"/>
          </a:xfrm>
        </p:grpSpPr>
        <p:sp>
          <p:nvSpPr>
            <p:cNvPr id="10" name="Freeform 7">
              <a:extLst>
                <a:ext uri="{FF2B5EF4-FFF2-40B4-BE49-F238E27FC236}">
                  <a16:creationId xmlns:a16="http://schemas.microsoft.com/office/drawing/2014/main" id="{CE4FDB43-7466-4B74-330E-836DA9504C90}"/>
                </a:ext>
              </a:extLst>
            </p:cNvPr>
            <p:cNvSpPr>
              <a:spLocks/>
            </p:cNvSpPr>
            <p:nvPr/>
          </p:nvSpPr>
          <p:spPr bwMode="auto">
            <a:xfrm>
              <a:off x="5183405" y="2678112"/>
              <a:ext cx="3601721" cy="4332288"/>
            </a:xfrm>
            <a:custGeom>
              <a:avLst/>
              <a:gdLst>
                <a:gd name="T0" fmla="*/ 1198 w 1198"/>
                <a:gd name="T1" fmla="*/ 0 h 1441"/>
                <a:gd name="T2" fmla="*/ 0 w 1198"/>
                <a:gd name="T3" fmla="*/ 1441 h 1441"/>
                <a:gd name="T4" fmla="*/ 1198 w 1198"/>
                <a:gd name="T5" fmla="*/ 1441 h 1441"/>
                <a:gd name="T6" fmla="*/ 1198 w 1198"/>
                <a:gd name="T7" fmla="*/ 0 h 14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198" h="1441">
                  <a:moveTo>
                    <a:pt x="1198" y="0"/>
                  </a:moveTo>
                  <a:lnTo>
                    <a:pt x="0" y="1441"/>
                  </a:lnTo>
                  <a:lnTo>
                    <a:pt x="1198" y="1441"/>
                  </a:lnTo>
                  <a:lnTo>
                    <a:pt x="1198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endParaRPr lang="en-US" dirty="0"/>
            </a:p>
          </p:txBody>
        </p:sp>
        <p:sp>
          <p:nvSpPr>
            <p:cNvPr id="11" name="Freeform 6">
              <a:extLst>
                <a:ext uri="{FF2B5EF4-FFF2-40B4-BE49-F238E27FC236}">
                  <a16:creationId xmlns:a16="http://schemas.microsoft.com/office/drawing/2014/main" id="{2EA39DB9-F1B4-F4E9-CF4D-717B0CD747DA}"/>
                </a:ext>
              </a:extLst>
            </p:cNvPr>
            <p:cNvSpPr>
              <a:spLocks/>
            </p:cNvSpPr>
            <p:nvPr/>
          </p:nvSpPr>
          <p:spPr bwMode="auto">
            <a:xfrm>
              <a:off x="8763903" y="2678112"/>
              <a:ext cx="3589695" cy="4332288"/>
            </a:xfrm>
            <a:custGeom>
              <a:avLst/>
              <a:gdLst>
                <a:gd name="T0" fmla="*/ 0 w 1194"/>
                <a:gd name="T1" fmla="*/ 0 h 1441"/>
                <a:gd name="T2" fmla="*/ 1194 w 1194"/>
                <a:gd name="T3" fmla="*/ 1441 h 1441"/>
                <a:gd name="T4" fmla="*/ 0 w 1194"/>
                <a:gd name="T5" fmla="*/ 1441 h 1441"/>
                <a:gd name="T6" fmla="*/ 0 w 1194"/>
                <a:gd name="T7" fmla="*/ 0 h 14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194" h="1441">
                  <a:moveTo>
                    <a:pt x="0" y="0"/>
                  </a:moveTo>
                  <a:lnTo>
                    <a:pt x="1194" y="1441"/>
                  </a:lnTo>
                  <a:lnTo>
                    <a:pt x="0" y="14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endParaRPr lang="en-US" dirty="0"/>
            </a:p>
          </p:txBody>
        </p:sp>
      </p:grpSp>
      <p:sp>
        <p:nvSpPr>
          <p:cNvPr id="14" name="Image 2" descr="preencoded.png">
            <a:extLst>
              <a:ext uri="{FF2B5EF4-FFF2-40B4-BE49-F238E27FC236}">
                <a16:creationId xmlns:a16="http://schemas.microsoft.com/office/drawing/2014/main" id="{EFFAEAD9-58A9-096B-C6D0-58F7AD08EB20}"/>
              </a:ext>
            </a:extLst>
          </p:cNvPr>
          <p:cNvSpPr/>
          <p:nvPr/>
        </p:nvSpPr>
        <p:spPr>
          <a:xfrm>
            <a:off x="7642518" y="4577658"/>
            <a:ext cx="775021" cy="775021"/>
          </a:xfrm>
          <a:custGeom>
            <a:avLst/>
            <a:gdLst>
              <a:gd name="connsiteX0" fmla="*/ 387511 w 775021"/>
              <a:gd name="connsiteY0" fmla="*/ 775021 h 775021"/>
              <a:gd name="connsiteX1" fmla="*/ 775021 w 775021"/>
              <a:gd name="connsiteY1" fmla="*/ 387511 h 775021"/>
              <a:gd name="connsiteX2" fmla="*/ 387511 w 775021"/>
              <a:gd name="connsiteY2" fmla="*/ 0 h 775021"/>
              <a:gd name="connsiteX3" fmla="*/ 0 w 775021"/>
              <a:gd name="connsiteY3" fmla="*/ 387511 h 775021"/>
              <a:gd name="connsiteX4" fmla="*/ 387511 w 775021"/>
              <a:gd name="connsiteY4" fmla="*/ 775021 h 77502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75021" h="775021">
                <a:moveTo>
                  <a:pt x="387511" y="775021"/>
                </a:moveTo>
                <a:cubicBezTo>
                  <a:pt x="601527" y="775021"/>
                  <a:pt x="775021" y="601527"/>
                  <a:pt x="775021" y="387511"/>
                </a:cubicBezTo>
                <a:cubicBezTo>
                  <a:pt x="775021" y="173494"/>
                  <a:pt x="601527" y="0"/>
                  <a:pt x="387511" y="0"/>
                </a:cubicBezTo>
                <a:cubicBezTo>
                  <a:pt x="173494" y="0"/>
                  <a:pt x="0" y="173494"/>
                  <a:pt x="0" y="387511"/>
                </a:cubicBezTo>
                <a:cubicBezTo>
                  <a:pt x="0" y="601527"/>
                  <a:pt x="173494" y="775021"/>
                  <a:pt x="387511" y="775021"/>
                </a:cubicBezTo>
                <a:close/>
              </a:path>
            </a:pathLst>
          </a:custGeom>
          <a:solidFill>
            <a:schemeClr val="accent6"/>
          </a:solidFill>
          <a:ln w="3801" cap="flat">
            <a:noFill/>
            <a:prstDash val="solid"/>
            <a:miter/>
          </a:ln>
        </p:spPr>
        <p:txBody>
          <a:bodyPr rtlCol="0" anchor="ctr">
            <a:noAutofit/>
          </a:bodyPr>
          <a:lstStyle/>
          <a:p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A1CFBBA-B680-A6A7-3C4B-5FEAC42532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99616" y="1901952"/>
            <a:ext cx="5693664" cy="768096"/>
          </a:xfrm>
        </p:spPr>
        <p:txBody>
          <a:bodyPr>
            <a:noAutofit/>
          </a:bodyPr>
          <a:lstStyle>
            <a:lvl1pPr algn="l">
              <a:lnSpc>
                <a:spcPct val="100000"/>
              </a:lnSpc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3" name="Content Placeholder 2">
            <a:extLst>
              <a:ext uri="{FF2B5EF4-FFF2-40B4-BE49-F238E27FC236}">
                <a16:creationId xmlns:a16="http://schemas.microsoft.com/office/drawing/2014/main" id="{72386C43-DD10-E892-08AD-D6F4AE9617D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99616" y="2770632"/>
            <a:ext cx="5693664" cy="3122168"/>
          </a:xfrm>
        </p:spPr>
        <p:txBody>
          <a:bodyPr>
            <a:noAutofit/>
          </a:bodyPr>
          <a:lstStyle>
            <a:lvl1pPr marL="0" indent="0">
              <a:lnSpc>
                <a:spcPct val="150000"/>
              </a:lnSpc>
              <a:spcBef>
                <a:spcPts val="0"/>
              </a:spcBef>
              <a:buNone/>
              <a:defRPr sz="2400"/>
            </a:lvl1pPr>
            <a:lvl2pPr marL="347472">
              <a:lnSpc>
                <a:spcPct val="150000"/>
              </a:lnSpc>
              <a:spcBef>
                <a:spcPts val="0"/>
              </a:spcBef>
              <a:defRPr sz="2000"/>
            </a:lvl2pPr>
            <a:lvl3pPr marL="685800">
              <a:lnSpc>
                <a:spcPct val="150000"/>
              </a:lnSpc>
              <a:spcBef>
                <a:spcPts val="0"/>
              </a:spcBef>
              <a:defRPr sz="180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233396450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Introdu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Freeform: Shape 22">
            <a:extLst>
              <a:ext uri="{FF2B5EF4-FFF2-40B4-BE49-F238E27FC236}">
                <a16:creationId xmlns:a16="http://schemas.microsoft.com/office/drawing/2014/main" id="{C35EFB42-020B-1DF4-3D42-26092CE45F08}"/>
              </a:ext>
            </a:extLst>
          </p:cNvPr>
          <p:cNvSpPr/>
          <p:nvPr userDrawn="1"/>
        </p:nvSpPr>
        <p:spPr>
          <a:xfrm>
            <a:off x="0" y="3427336"/>
            <a:ext cx="3430200" cy="3430665"/>
          </a:xfrm>
          <a:custGeom>
            <a:avLst/>
            <a:gdLst>
              <a:gd name="connsiteX0" fmla="*/ 0 w 3430200"/>
              <a:gd name="connsiteY0" fmla="*/ 0 h 3430665"/>
              <a:gd name="connsiteX1" fmla="*/ 3430200 w 3430200"/>
              <a:gd name="connsiteY1" fmla="*/ 0 h 3430665"/>
              <a:gd name="connsiteX2" fmla="*/ 3430200 w 3430200"/>
              <a:gd name="connsiteY2" fmla="*/ 3430665 h 3430665"/>
              <a:gd name="connsiteX3" fmla="*/ 0 w 3430200"/>
              <a:gd name="connsiteY3" fmla="*/ 3430665 h 34306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430200" h="3430665">
                <a:moveTo>
                  <a:pt x="0" y="0"/>
                </a:moveTo>
                <a:lnTo>
                  <a:pt x="3430200" y="0"/>
                </a:lnTo>
                <a:lnTo>
                  <a:pt x="3430200" y="3430665"/>
                </a:lnTo>
                <a:lnTo>
                  <a:pt x="0" y="3430665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0" name="Freeform: Shape 19">
            <a:extLst>
              <a:ext uri="{FF2B5EF4-FFF2-40B4-BE49-F238E27FC236}">
                <a16:creationId xmlns:a16="http://schemas.microsoft.com/office/drawing/2014/main" id="{AB4DD322-D1E0-74CB-BBFF-057426E58EBC}"/>
              </a:ext>
            </a:extLst>
          </p:cNvPr>
          <p:cNvSpPr/>
          <p:nvPr userDrawn="1"/>
        </p:nvSpPr>
        <p:spPr>
          <a:xfrm>
            <a:off x="0" y="3427336"/>
            <a:ext cx="3430200" cy="3430665"/>
          </a:xfrm>
          <a:custGeom>
            <a:avLst/>
            <a:gdLst>
              <a:gd name="connsiteX0" fmla="*/ 3430200 w 3430200"/>
              <a:gd name="connsiteY0" fmla="*/ 0 h 3430665"/>
              <a:gd name="connsiteX1" fmla="*/ 3430200 w 3430200"/>
              <a:gd name="connsiteY1" fmla="*/ 3430665 h 3430665"/>
              <a:gd name="connsiteX2" fmla="*/ 0 w 3430200"/>
              <a:gd name="connsiteY2" fmla="*/ 3430665 h 3430665"/>
              <a:gd name="connsiteX3" fmla="*/ 0 w 3430200"/>
              <a:gd name="connsiteY3" fmla="*/ 3417531 h 34306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430200" h="3430665">
                <a:moveTo>
                  <a:pt x="3430200" y="0"/>
                </a:moveTo>
                <a:lnTo>
                  <a:pt x="3430200" y="3430665"/>
                </a:lnTo>
                <a:lnTo>
                  <a:pt x="0" y="3430665"/>
                </a:lnTo>
                <a:lnTo>
                  <a:pt x="0" y="3417531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4" name="Freeform: Shape 13">
            <a:extLst>
              <a:ext uri="{FF2B5EF4-FFF2-40B4-BE49-F238E27FC236}">
                <a16:creationId xmlns:a16="http://schemas.microsoft.com/office/drawing/2014/main" id="{C11D3FCE-EC92-8558-A3E5-04DB12477A3B}"/>
              </a:ext>
            </a:extLst>
          </p:cNvPr>
          <p:cNvSpPr/>
          <p:nvPr userDrawn="1"/>
        </p:nvSpPr>
        <p:spPr>
          <a:xfrm>
            <a:off x="1" y="1"/>
            <a:ext cx="3423785" cy="3437345"/>
          </a:xfrm>
          <a:custGeom>
            <a:avLst/>
            <a:gdLst>
              <a:gd name="connsiteX0" fmla="*/ 0 w 3423785"/>
              <a:gd name="connsiteY0" fmla="*/ 0 h 3437345"/>
              <a:gd name="connsiteX1" fmla="*/ 3423785 w 3423785"/>
              <a:gd name="connsiteY1" fmla="*/ 0 h 3437345"/>
              <a:gd name="connsiteX2" fmla="*/ 3423785 w 3423785"/>
              <a:gd name="connsiteY2" fmla="*/ 3437345 h 3437345"/>
              <a:gd name="connsiteX3" fmla="*/ 0 w 3423785"/>
              <a:gd name="connsiteY3" fmla="*/ 3437345 h 34373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423785" h="3437345">
                <a:moveTo>
                  <a:pt x="0" y="0"/>
                </a:moveTo>
                <a:lnTo>
                  <a:pt x="3423785" y="0"/>
                </a:lnTo>
                <a:lnTo>
                  <a:pt x="3423785" y="3437345"/>
                </a:lnTo>
                <a:lnTo>
                  <a:pt x="0" y="3437345"/>
                </a:ln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 userDrawn="1">
            <p:ph type="title"/>
          </p:nvPr>
        </p:nvSpPr>
        <p:spPr>
          <a:xfrm>
            <a:off x="4224528" y="2276856"/>
            <a:ext cx="6766560" cy="768096"/>
          </a:xfrm>
        </p:spPr>
        <p:txBody>
          <a:bodyPr>
            <a:noAutofit/>
          </a:bodyPr>
          <a:lstStyle>
            <a:lvl1pPr algn="l">
              <a:lnSpc>
                <a:spcPct val="100000"/>
              </a:lnSpc>
              <a:defRPr b="1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 userDrawn="1">
            <p:ph idx="1"/>
          </p:nvPr>
        </p:nvSpPr>
        <p:spPr>
          <a:xfrm>
            <a:off x="4224528" y="3222752"/>
            <a:ext cx="6766560" cy="2700528"/>
          </a:xfrm>
        </p:spPr>
        <p:txBody>
          <a:bodyPr>
            <a:noAutofit/>
          </a:bodyPr>
          <a:lstStyle>
            <a:lvl1pPr marL="0" indent="0">
              <a:buNone/>
              <a:defRPr sz="1500"/>
            </a:lvl1pPr>
            <a:lvl2pPr>
              <a:defRPr sz="1500"/>
            </a:lvl2pPr>
            <a:lvl3pPr>
              <a:defRPr sz="1500"/>
            </a:lvl3pPr>
            <a:lvl4pPr>
              <a:defRPr sz="1500"/>
            </a:lvl4pPr>
            <a:lvl5pPr>
              <a:defRPr sz="15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 userDrawn="1">
            <p:ph type="ftr" sz="quarter" idx="11"/>
          </p:nvPr>
        </p:nvSpPr>
        <p:spPr>
          <a:xfrm>
            <a:off x="4224528" y="457200"/>
            <a:ext cx="3200400" cy="274320"/>
          </a:xfrm>
        </p:spPr>
        <p:txBody>
          <a:bodyPr>
            <a:noAutofit/>
          </a:bodyPr>
          <a:lstStyle/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 userDrawn="1">
            <p:ph type="sldNum" sz="quarter" idx="12"/>
          </p:nvPr>
        </p:nvSpPr>
        <p:spPr/>
        <p:txBody>
          <a:bodyPr>
            <a:noAutofit/>
          </a:bodyPr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  <p:sp>
        <p:nvSpPr>
          <p:cNvPr id="17" name="Freeform: Shape 16">
            <a:extLst>
              <a:ext uri="{FF2B5EF4-FFF2-40B4-BE49-F238E27FC236}">
                <a16:creationId xmlns:a16="http://schemas.microsoft.com/office/drawing/2014/main" id="{217CBC9E-B934-828F-2AE5-211CEF5B1D25}"/>
              </a:ext>
            </a:extLst>
          </p:cNvPr>
          <p:cNvSpPr/>
          <p:nvPr userDrawn="1"/>
        </p:nvSpPr>
        <p:spPr>
          <a:xfrm>
            <a:off x="1" y="869"/>
            <a:ext cx="3423785" cy="3436477"/>
          </a:xfrm>
          <a:custGeom>
            <a:avLst/>
            <a:gdLst>
              <a:gd name="connsiteX0" fmla="*/ 0 w 3423785"/>
              <a:gd name="connsiteY0" fmla="*/ 0 h 3436477"/>
              <a:gd name="connsiteX1" fmla="*/ 3423785 w 3423785"/>
              <a:gd name="connsiteY1" fmla="*/ 3436477 h 3436477"/>
              <a:gd name="connsiteX2" fmla="*/ 0 w 3423785"/>
              <a:gd name="connsiteY2" fmla="*/ 3436477 h 34364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3423785" h="3436477">
                <a:moveTo>
                  <a:pt x="0" y="0"/>
                </a:moveTo>
                <a:lnTo>
                  <a:pt x="3423785" y="3436477"/>
                </a:lnTo>
                <a:lnTo>
                  <a:pt x="0" y="3436477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7218325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Freeform: Shape 33">
            <a:extLst>
              <a:ext uri="{FF2B5EF4-FFF2-40B4-BE49-F238E27FC236}">
                <a16:creationId xmlns:a16="http://schemas.microsoft.com/office/drawing/2014/main" id="{3D352B04-96E6-839B-9D92-EE98385C4D49}"/>
              </a:ext>
            </a:extLst>
          </p:cNvPr>
          <p:cNvSpPr/>
          <p:nvPr userDrawn="1"/>
        </p:nvSpPr>
        <p:spPr>
          <a:xfrm>
            <a:off x="2062836" y="686475"/>
            <a:ext cx="7774629" cy="6193018"/>
          </a:xfrm>
          <a:custGeom>
            <a:avLst/>
            <a:gdLst>
              <a:gd name="connsiteX0" fmla="*/ 3887320 w 7774629"/>
              <a:gd name="connsiteY0" fmla="*/ 0 h 6193018"/>
              <a:gd name="connsiteX1" fmla="*/ 7774629 w 7774629"/>
              <a:gd name="connsiteY1" fmla="*/ 3884811 h 6193018"/>
              <a:gd name="connsiteX2" fmla="*/ 7774629 w 7774629"/>
              <a:gd name="connsiteY2" fmla="*/ 6193018 h 6193018"/>
              <a:gd name="connsiteX3" fmla="*/ 0 w 7774629"/>
              <a:gd name="connsiteY3" fmla="*/ 6193018 h 6193018"/>
              <a:gd name="connsiteX4" fmla="*/ 0 w 7774629"/>
              <a:gd name="connsiteY4" fmla="*/ 3884811 h 6193018"/>
              <a:gd name="connsiteX5" fmla="*/ 3887320 w 7774629"/>
              <a:gd name="connsiteY5" fmla="*/ 0 h 619301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7774629" h="6193018">
                <a:moveTo>
                  <a:pt x="3887320" y="0"/>
                </a:moveTo>
                <a:cubicBezTo>
                  <a:pt x="6034243" y="0"/>
                  <a:pt x="7774629" y="1739299"/>
                  <a:pt x="7774629" y="3884811"/>
                </a:cubicBezTo>
                <a:lnTo>
                  <a:pt x="7774629" y="6193018"/>
                </a:lnTo>
                <a:lnTo>
                  <a:pt x="0" y="6193018"/>
                </a:lnTo>
                <a:lnTo>
                  <a:pt x="0" y="3884811"/>
                </a:lnTo>
                <a:cubicBezTo>
                  <a:pt x="0" y="1739299"/>
                  <a:pt x="1740414" y="0"/>
                  <a:pt x="3887320" y="0"/>
                </a:cubicBezTo>
                <a:close/>
              </a:path>
            </a:pathLst>
          </a:custGeom>
          <a:solidFill>
            <a:schemeClr val="accent2">
              <a:lumMod val="20000"/>
              <a:lumOff val="80000"/>
              <a:alpha val="99000"/>
            </a:schemeClr>
          </a:solidFill>
          <a:ln w="5439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46" name="Freeform: Shape 45">
            <a:extLst>
              <a:ext uri="{FF2B5EF4-FFF2-40B4-BE49-F238E27FC236}">
                <a16:creationId xmlns:a16="http://schemas.microsoft.com/office/drawing/2014/main" id="{723D98FB-5EB7-A8DF-8470-B23A80D669E4}"/>
              </a:ext>
            </a:extLst>
          </p:cNvPr>
          <p:cNvSpPr/>
          <p:nvPr userDrawn="1"/>
        </p:nvSpPr>
        <p:spPr>
          <a:xfrm>
            <a:off x="7610252" y="1"/>
            <a:ext cx="2273668" cy="3147998"/>
          </a:xfrm>
          <a:custGeom>
            <a:avLst/>
            <a:gdLst>
              <a:gd name="connsiteX0" fmla="*/ 183295 w 2273668"/>
              <a:gd name="connsiteY0" fmla="*/ 0 h 3147998"/>
              <a:gd name="connsiteX1" fmla="*/ 2273668 w 2273668"/>
              <a:gd name="connsiteY1" fmla="*/ 0 h 3147998"/>
              <a:gd name="connsiteX2" fmla="*/ 2273668 w 2273668"/>
              <a:gd name="connsiteY2" fmla="*/ 3147998 h 3147998"/>
              <a:gd name="connsiteX3" fmla="*/ 2096300 w 2273668"/>
              <a:gd name="connsiteY3" fmla="*/ 3147998 h 3147998"/>
              <a:gd name="connsiteX4" fmla="*/ 2033714 w 2273668"/>
              <a:gd name="connsiteY4" fmla="*/ 3144814 h 3147998"/>
              <a:gd name="connsiteX5" fmla="*/ 0 w 2273668"/>
              <a:gd name="connsiteY5" fmla="*/ 886966 h 3147998"/>
              <a:gd name="connsiteX6" fmla="*/ 178732 w 2273668"/>
              <a:gd name="connsiteY6" fmla="*/ 9417 h 314799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273668" h="3147998">
                <a:moveTo>
                  <a:pt x="183295" y="0"/>
                </a:moveTo>
                <a:lnTo>
                  <a:pt x="2273668" y="0"/>
                </a:lnTo>
                <a:lnTo>
                  <a:pt x="2273668" y="3147998"/>
                </a:lnTo>
                <a:lnTo>
                  <a:pt x="2096300" y="3147998"/>
                </a:lnTo>
                <a:lnTo>
                  <a:pt x="2033714" y="3144814"/>
                </a:lnTo>
                <a:cubicBezTo>
                  <a:pt x="895944" y="3028420"/>
                  <a:pt x="0" y="2060597"/>
                  <a:pt x="0" y="886966"/>
                </a:cubicBezTo>
                <a:cubicBezTo>
                  <a:pt x="0" y="576250"/>
                  <a:pt x="63712" y="279606"/>
                  <a:pt x="178732" y="9417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43" name="Freeform: Shape 42">
            <a:extLst>
              <a:ext uri="{FF2B5EF4-FFF2-40B4-BE49-F238E27FC236}">
                <a16:creationId xmlns:a16="http://schemas.microsoft.com/office/drawing/2014/main" id="{4550F3CE-BAE9-3916-42CA-F4D906FA5173}"/>
              </a:ext>
            </a:extLst>
          </p:cNvPr>
          <p:cNvSpPr/>
          <p:nvPr userDrawn="1"/>
        </p:nvSpPr>
        <p:spPr>
          <a:xfrm>
            <a:off x="9883919" y="2"/>
            <a:ext cx="2254928" cy="3141557"/>
          </a:xfrm>
          <a:custGeom>
            <a:avLst/>
            <a:gdLst>
              <a:gd name="connsiteX0" fmla="*/ 0 w 2254928"/>
              <a:gd name="connsiteY0" fmla="*/ 0 h 3141557"/>
              <a:gd name="connsiteX1" fmla="*/ 2080472 w 2254928"/>
              <a:gd name="connsiteY1" fmla="*/ 0 h 3141557"/>
              <a:gd name="connsiteX2" fmla="*/ 2154269 w 2254928"/>
              <a:gd name="connsiteY2" fmla="*/ 202607 h 3141557"/>
              <a:gd name="connsiteX3" fmla="*/ 2254928 w 2254928"/>
              <a:gd name="connsiteY3" fmla="*/ 871976 h 3141557"/>
              <a:gd name="connsiteX4" fmla="*/ 231934 w 2254928"/>
              <a:gd name="connsiteY4" fmla="*/ 3128339 h 3141557"/>
              <a:gd name="connsiteX5" fmla="*/ 19 w 2254928"/>
              <a:gd name="connsiteY5" fmla="*/ 3141557 h 3141557"/>
              <a:gd name="connsiteX6" fmla="*/ 0 w 2254928"/>
              <a:gd name="connsiteY6" fmla="*/ 3141557 h 3141557"/>
              <a:gd name="connsiteX7" fmla="*/ 0 w 2254928"/>
              <a:gd name="connsiteY7" fmla="*/ 2729990 h 3141557"/>
              <a:gd name="connsiteX8" fmla="*/ 0 w 2254928"/>
              <a:gd name="connsiteY8" fmla="*/ 2344136 h 3141557"/>
              <a:gd name="connsiteX9" fmla="*/ 0 w 2254928"/>
              <a:gd name="connsiteY9" fmla="*/ 1983167 h 3141557"/>
              <a:gd name="connsiteX10" fmla="*/ 0 w 2254928"/>
              <a:gd name="connsiteY10" fmla="*/ 1646252 h 3141557"/>
              <a:gd name="connsiteX11" fmla="*/ 0 w 2254928"/>
              <a:gd name="connsiteY11" fmla="*/ 1332565 h 3141557"/>
              <a:gd name="connsiteX12" fmla="*/ 0 w 2254928"/>
              <a:gd name="connsiteY12" fmla="*/ 1041273 h 3141557"/>
              <a:gd name="connsiteX13" fmla="*/ 0 w 2254928"/>
              <a:gd name="connsiteY13" fmla="*/ 771549 h 3141557"/>
              <a:gd name="connsiteX14" fmla="*/ 0 w 2254928"/>
              <a:gd name="connsiteY14" fmla="*/ 522561 h 3141557"/>
              <a:gd name="connsiteX15" fmla="*/ 0 w 2254928"/>
              <a:gd name="connsiteY15" fmla="*/ 293482 h 3141557"/>
              <a:gd name="connsiteX16" fmla="*/ 0 w 2254928"/>
              <a:gd name="connsiteY16" fmla="*/ 83481 h 314155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2254928" h="3141557">
                <a:moveTo>
                  <a:pt x="0" y="0"/>
                </a:moveTo>
                <a:lnTo>
                  <a:pt x="2080472" y="0"/>
                </a:lnTo>
                <a:lnTo>
                  <a:pt x="2154269" y="202607"/>
                </a:lnTo>
                <a:cubicBezTo>
                  <a:pt x="2219730" y="414134"/>
                  <a:pt x="2254928" y="638939"/>
                  <a:pt x="2254928" y="871976"/>
                </a:cubicBezTo>
                <a:cubicBezTo>
                  <a:pt x="2254928" y="2045607"/>
                  <a:pt x="1374977" y="3005515"/>
                  <a:pt x="231934" y="3128339"/>
                </a:cubicBezTo>
                <a:lnTo>
                  <a:pt x="19" y="3141557"/>
                </a:lnTo>
                <a:lnTo>
                  <a:pt x="0" y="3141557"/>
                </a:lnTo>
                <a:lnTo>
                  <a:pt x="0" y="2729990"/>
                </a:lnTo>
                <a:lnTo>
                  <a:pt x="0" y="2344136"/>
                </a:lnTo>
                <a:lnTo>
                  <a:pt x="0" y="1983167"/>
                </a:lnTo>
                <a:lnTo>
                  <a:pt x="0" y="1646252"/>
                </a:lnTo>
                <a:lnTo>
                  <a:pt x="0" y="1332565"/>
                </a:lnTo>
                <a:lnTo>
                  <a:pt x="0" y="1041273"/>
                </a:lnTo>
                <a:lnTo>
                  <a:pt x="0" y="771549"/>
                </a:lnTo>
                <a:lnTo>
                  <a:pt x="0" y="522561"/>
                </a:lnTo>
                <a:lnTo>
                  <a:pt x="0" y="293482"/>
                </a:lnTo>
                <a:lnTo>
                  <a:pt x="0" y="83481"/>
                </a:ln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49" name="Freeform: Shape 48">
            <a:extLst>
              <a:ext uri="{FF2B5EF4-FFF2-40B4-BE49-F238E27FC236}">
                <a16:creationId xmlns:a16="http://schemas.microsoft.com/office/drawing/2014/main" id="{D83F65A0-0C52-48AD-DC5D-B5D3BF3CC188}"/>
              </a:ext>
            </a:extLst>
          </p:cNvPr>
          <p:cNvSpPr/>
          <p:nvPr userDrawn="1"/>
        </p:nvSpPr>
        <p:spPr>
          <a:xfrm>
            <a:off x="8395730" y="2"/>
            <a:ext cx="2959203" cy="2352793"/>
          </a:xfrm>
          <a:custGeom>
            <a:avLst/>
            <a:gdLst>
              <a:gd name="connsiteX0" fmla="*/ 289830 w 2959203"/>
              <a:gd name="connsiteY0" fmla="*/ 0 h 2352793"/>
              <a:gd name="connsiteX1" fmla="*/ 2669374 w 2959203"/>
              <a:gd name="connsiteY1" fmla="*/ 0 h 2352793"/>
              <a:gd name="connsiteX2" fmla="*/ 2706511 w 2959203"/>
              <a:gd name="connsiteY2" fmla="*/ 49584 h 2352793"/>
              <a:gd name="connsiteX3" fmla="*/ 2951565 w 2959203"/>
              <a:gd name="connsiteY3" fmla="*/ 724493 h 2352793"/>
              <a:gd name="connsiteX4" fmla="*/ 2959203 w 2959203"/>
              <a:gd name="connsiteY4" fmla="*/ 875514 h 2352793"/>
              <a:gd name="connsiteX5" fmla="*/ 2959203 w 2959203"/>
              <a:gd name="connsiteY5" fmla="*/ 875554 h 2352793"/>
              <a:gd name="connsiteX6" fmla="*/ 2951565 w 2959203"/>
              <a:gd name="connsiteY6" fmla="*/ 1026575 h 2352793"/>
              <a:gd name="connsiteX7" fmla="*/ 1479602 w 2959203"/>
              <a:gd name="connsiteY7" fmla="*/ 2352793 h 2352793"/>
              <a:gd name="connsiteX8" fmla="*/ 0 w 2959203"/>
              <a:gd name="connsiteY8" fmla="*/ 875534 h 2352793"/>
              <a:gd name="connsiteX9" fmla="*/ 252694 w 2959203"/>
              <a:gd name="connsiteY9" fmla="*/ 49584 h 23527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2959203" h="2352793">
                <a:moveTo>
                  <a:pt x="289830" y="0"/>
                </a:moveTo>
                <a:lnTo>
                  <a:pt x="2669374" y="0"/>
                </a:lnTo>
                <a:lnTo>
                  <a:pt x="2706511" y="49584"/>
                </a:lnTo>
                <a:cubicBezTo>
                  <a:pt x="2839459" y="246061"/>
                  <a:pt x="2926309" y="476187"/>
                  <a:pt x="2951565" y="724493"/>
                </a:cubicBezTo>
                <a:lnTo>
                  <a:pt x="2959203" y="875514"/>
                </a:lnTo>
                <a:lnTo>
                  <a:pt x="2959203" y="875554"/>
                </a:lnTo>
                <a:lnTo>
                  <a:pt x="2951565" y="1026575"/>
                </a:lnTo>
                <a:cubicBezTo>
                  <a:pt x="2875795" y="1771492"/>
                  <a:pt x="2245691" y="2352793"/>
                  <a:pt x="1479602" y="2352793"/>
                </a:cubicBezTo>
                <a:cubicBezTo>
                  <a:pt x="662440" y="2352793"/>
                  <a:pt x="0" y="1691401"/>
                  <a:pt x="0" y="875534"/>
                </a:cubicBezTo>
                <a:cubicBezTo>
                  <a:pt x="0" y="569583"/>
                  <a:pt x="93156" y="285356"/>
                  <a:pt x="252694" y="49584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40" name="Freeform: Shape 39">
            <a:extLst>
              <a:ext uri="{FF2B5EF4-FFF2-40B4-BE49-F238E27FC236}">
                <a16:creationId xmlns:a16="http://schemas.microsoft.com/office/drawing/2014/main" id="{F8FA7F58-C470-6376-9DB1-DE7034C491E8}"/>
              </a:ext>
            </a:extLst>
          </p:cNvPr>
          <p:cNvSpPr/>
          <p:nvPr userDrawn="1"/>
        </p:nvSpPr>
        <p:spPr>
          <a:xfrm>
            <a:off x="1390854" y="3130662"/>
            <a:ext cx="3106248" cy="3748831"/>
          </a:xfrm>
          <a:custGeom>
            <a:avLst/>
            <a:gdLst>
              <a:gd name="connsiteX0" fmla="*/ 0 w 3106248"/>
              <a:gd name="connsiteY0" fmla="*/ 0 h 3748831"/>
              <a:gd name="connsiteX1" fmla="*/ 3106248 w 3106248"/>
              <a:gd name="connsiteY1" fmla="*/ 3748831 h 3748831"/>
              <a:gd name="connsiteX2" fmla="*/ 0 w 3106248"/>
              <a:gd name="connsiteY2" fmla="*/ 3748831 h 37488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3106248" h="3748831">
                <a:moveTo>
                  <a:pt x="0" y="0"/>
                </a:moveTo>
                <a:lnTo>
                  <a:pt x="3106248" y="3748831"/>
                </a:lnTo>
                <a:lnTo>
                  <a:pt x="0" y="3748831"/>
                </a:lnTo>
                <a:close/>
              </a:path>
            </a:pathLst>
          </a:custGeom>
          <a:solidFill>
            <a:schemeClr val="accent2">
              <a:alpha val="99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37" name="Freeform: Shape 36">
            <a:extLst>
              <a:ext uri="{FF2B5EF4-FFF2-40B4-BE49-F238E27FC236}">
                <a16:creationId xmlns:a16="http://schemas.microsoft.com/office/drawing/2014/main" id="{B27C9E57-563E-7980-7B3C-45FAD9C386F4}"/>
              </a:ext>
            </a:extLst>
          </p:cNvPr>
          <p:cNvSpPr/>
          <p:nvPr userDrawn="1"/>
        </p:nvSpPr>
        <p:spPr>
          <a:xfrm>
            <a:off x="0" y="3130661"/>
            <a:ext cx="1400640" cy="3748832"/>
          </a:xfrm>
          <a:custGeom>
            <a:avLst/>
            <a:gdLst>
              <a:gd name="connsiteX0" fmla="*/ 1400640 w 1400640"/>
              <a:gd name="connsiteY0" fmla="*/ 0 h 3748832"/>
              <a:gd name="connsiteX1" fmla="*/ 1400640 w 1400640"/>
              <a:gd name="connsiteY1" fmla="*/ 3748832 h 3748832"/>
              <a:gd name="connsiteX2" fmla="*/ 0 w 1400640"/>
              <a:gd name="connsiteY2" fmla="*/ 3748832 h 3748832"/>
              <a:gd name="connsiteX3" fmla="*/ 0 w 1400640"/>
              <a:gd name="connsiteY3" fmla="*/ 1684743 h 37488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400640" h="3748832">
                <a:moveTo>
                  <a:pt x="1400640" y="0"/>
                </a:moveTo>
                <a:lnTo>
                  <a:pt x="1400640" y="3748832"/>
                </a:lnTo>
                <a:lnTo>
                  <a:pt x="0" y="3748832"/>
                </a:lnTo>
                <a:lnTo>
                  <a:pt x="0" y="1684743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95600" y="3776472"/>
            <a:ext cx="6400800" cy="768096"/>
          </a:xfrm>
        </p:spPr>
        <p:txBody>
          <a:bodyPr anchor="t">
            <a:noAutofit/>
          </a:bodyPr>
          <a:lstStyle>
            <a:lvl1pPr>
              <a:lnSpc>
                <a:spcPct val="100000"/>
              </a:lnSpc>
              <a:defRPr sz="4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895600" y="4718304"/>
            <a:ext cx="6400800" cy="512064"/>
          </a:xfrm>
        </p:spPr>
        <p:txBody>
          <a:bodyPr lIns="0" tIns="0" rIns="0" bIns="0">
            <a:noAutofit/>
          </a:bodyPr>
          <a:lstStyle>
            <a:lvl1pPr marL="0" indent="0" algn="ctr">
              <a:spcBef>
                <a:spcPts val="0"/>
              </a:spcBef>
              <a:buNone/>
              <a:defRPr sz="2400">
                <a:solidFill>
                  <a:schemeClr val="accent6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68178944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h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Freeform: Shape 29">
            <a:extLst>
              <a:ext uri="{FF2B5EF4-FFF2-40B4-BE49-F238E27FC236}">
                <a16:creationId xmlns:a16="http://schemas.microsoft.com/office/drawing/2014/main" id="{2459EA3C-8B88-5F1F-531E-7DA7DE55710B}"/>
              </a:ext>
            </a:extLst>
          </p:cNvPr>
          <p:cNvSpPr/>
          <p:nvPr userDrawn="1"/>
        </p:nvSpPr>
        <p:spPr>
          <a:xfrm>
            <a:off x="1" y="0"/>
            <a:ext cx="2242827" cy="2102966"/>
          </a:xfrm>
          <a:custGeom>
            <a:avLst/>
            <a:gdLst>
              <a:gd name="connsiteX0" fmla="*/ 2220549 w 2242827"/>
              <a:gd name="connsiteY0" fmla="*/ 0 h 2102966"/>
              <a:gd name="connsiteX1" fmla="*/ 2242827 w 2242827"/>
              <a:gd name="connsiteY1" fmla="*/ 0 h 2102966"/>
              <a:gd name="connsiteX2" fmla="*/ 2238641 w 2242827"/>
              <a:gd name="connsiteY2" fmla="*/ 82607 h 2102966"/>
              <a:gd name="connsiteX3" fmla="*/ 1 w 2242827"/>
              <a:gd name="connsiteY3" fmla="*/ 2102966 h 2102966"/>
              <a:gd name="connsiteX4" fmla="*/ 1 w 2242827"/>
              <a:gd name="connsiteY4" fmla="*/ 2080690 h 2102966"/>
              <a:gd name="connsiteX5" fmla="*/ 2216479 w 2242827"/>
              <a:gd name="connsiteY5" fmla="*/ 80336 h 2102966"/>
              <a:gd name="connsiteX6" fmla="*/ 2098030 w 2242827"/>
              <a:gd name="connsiteY6" fmla="*/ 0 h 2102966"/>
              <a:gd name="connsiteX7" fmla="*/ 2120412 w 2242827"/>
              <a:gd name="connsiteY7" fmla="*/ 0 h 2102966"/>
              <a:gd name="connsiteX8" fmla="*/ 2116859 w 2242827"/>
              <a:gd name="connsiteY8" fmla="*/ 70117 h 2102966"/>
              <a:gd name="connsiteX9" fmla="*/ 1 w 2242827"/>
              <a:gd name="connsiteY9" fmla="*/ 1980571 h 2102966"/>
              <a:gd name="connsiteX10" fmla="*/ 1 w 2242827"/>
              <a:gd name="connsiteY10" fmla="*/ 1958295 h 2102966"/>
              <a:gd name="connsiteX11" fmla="*/ 2094588 w 2242827"/>
              <a:gd name="connsiteY11" fmla="*/ 67938 h 2102966"/>
              <a:gd name="connsiteX12" fmla="*/ 1975608 w 2242827"/>
              <a:gd name="connsiteY12" fmla="*/ 0 h 2102966"/>
              <a:gd name="connsiteX13" fmla="*/ 1997887 w 2242827"/>
              <a:gd name="connsiteY13" fmla="*/ 0 h 2102966"/>
              <a:gd name="connsiteX14" fmla="*/ 1994968 w 2242827"/>
              <a:gd name="connsiteY14" fmla="*/ 57611 h 2102966"/>
              <a:gd name="connsiteX15" fmla="*/ 1 w 2242827"/>
              <a:gd name="connsiteY15" fmla="*/ 1858047 h 2102966"/>
              <a:gd name="connsiteX16" fmla="*/ 1 w 2242827"/>
              <a:gd name="connsiteY16" fmla="*/ 1835771 h 2102966"/>
              <a:gd name="connsiteX17" fmla="*/ 1972805 w 2242827"/>
              <a:gd name="connsiteY17" fmla="*/ 55322 h 2102966"/>
              <a:gd name="connsiteX18" fmla="*/ 1853193 w 2242827"/>
              <a:gd name="connsiteY18" fmla="*/ 0 h 2102966"/>
              <a:gd name="connsiteX19" fmla="*/ 1875472 w 2242827"/>
              <a:gd name="connsiteY19" fmla="*/ 0 h 2102966"/>
              <a:gd name="connsiteX20" fmla="*/ 1873186 w 2242827"/>
              <a:gd name="connsiteY20" fmla="*/ 45119 h 2102966"/>
              <a:gd name="connsiteX21" fmla="*/ 0 w 2242827"/>
              <a:gd name="connsiteY21" fmla="*/ 1735650 h 2102966"/>
              <a:gd name="connsiteX22" fmla="*/ 0 w 2242827"/>
              <a:gd name="connsiteY22" fmla="*/ 1713374 h 2102966"/>
              <a:gd name="connsiteX23" fmla="*/ 1851022 w 2242827"/>
              <a:gd name="connsiteY23" fmla="*/ 42848 h 2102966"/>
              <a:gd name="connsiteX24" fmla="*/ 1730668 w 2242827"/>
              <a:gd name="connsiteY24" fmla="*/ 0 h 2102966"/>
              <a:gd name="connsiteX25" fmla="*/ 1753056 w 2242827"/>
              <a:gd name="connsiteY25" fmla="*/ 0 h 2102966"/>
              <a:gd name="connsiteX26" fmla="*/ 1751404 w 2242827"/>
              <a:gd name="connsiteY26" fmla="*/ 32610 h 2102966"/>
              <a:gd name="connsiteX27" fmla="*/ 0 w 2242827"/>
              <a:gd name="connsiteY27" fmla="*/ 1613232 h 2102966"/>
              <a:gd name="connsiteX28" fmla="*/ 0 w 2242827"/>
              <a:gd name="connsiteY28" fmla="*/ 1590961 h 2102966"/>
              <a:gd name="connsiteX29" fmla="*/ 1729127 w 2242827"/>
              <a:gd name="connsiteY29" fmla="*/ 30432 h 2102966"/>
              <a:gd name="connsiteX30" fmla="*/ 1608247 w 2242827"/>
              <a:gd name="connsiteY30" fmla="*/ 0 h 2102966"/>
              <a:gd name="connsiteX31" fmla="*/ 1630525 w 2242827"/>
              <a:gd name="connsiteY31" fmla="*/ 0 h 2102966"/>
              <a:gd name="connsiteX32" fmla="*/ 1629507 w 2242827"/>
              <a:gd name="connsiteY32" fmla="*/ 20086 h 2102966"/>
              <a:gd name="connsiteX33" fmla="*/ 0 w 2242827"/>
              <a:gd name="connsiteY33" fmla="*/ 1490712 h 2102966"/>
              <a:gd name="connsiteX34" fmla="*/ 0 w 2242827"/>
              <a:gd name="connsiteY34" fmla="*/ 1468436 h 2102966"/>
              <a:gd name="connsiteX35" fmla="*/ 1607345 w 2242827"/>
              <a:gd name="connsiteY35" fmla="*/ 17816 h 2102966"/>
              <a:gd name="connsiteX36" fmla="*/ 1485833 w 2242827"/>
              <a:gd name="connsiteY36" fmla="*/ 0 h 2102966"/>
              <a:gd name="connsiteX37" fmla="*/ 1508109 w 2242827"/>
              <a:gd name="connsiteY37" fmla="*/ 0 h 2102966"/>
              <a:gd name="connsiteX38" fmla="*/ 1507724 w 2242827"/>
              <a:gd name="connsiteY38" fmla="*/ 7596 h 2102966"/>
              <a:gd name="connsiteX39" fmla="*/ 0 w 2242827"/>
              <a:gd name="connsiteY39" fmla="*/ 1368317 h 2102966"/>
              <a:gd name="connsiteX40" fmla="*/ 0 w 2242827"/>
              <a:gd name="connsiteY40" fmla="*/ 1346041 h 2102966"/>
              <a:gd name="connsiteX41" fmla="*/ 1485563 w 2242827"/>
              <a:gd name="connsiteY41" fmla="*/ 5325 h 2102966"/>
              <a:gd name="connsiteX42" fmla="*/ 1362591 w 2242827"/>
              <a:gd name="connsiteY42" fmla="*/ 0 h 2102966"/>
              <a:gd name="connsiteX43" fmla="*/ 1385194 w 2242827"/>
              <a:gd name="connsiteY43" fmla="*/ 0 h 2102966"/>
              <a:gd name="connsiteX44" fmla="*/ 1364797 w 2242827"/>
              <a:gd name="connsiteY44" fmla="*/ 133264 h 2102966"/>
              <a:gd name="connsiteX45" fmla="*/ 0 w 2242827"/>
              <a:gd name="connsiteY45" fmla="*/ 1245917 h 2102966"/>
              <a:gd name="connsiteX46" fmla="*/ 0 w 2242827"/>
              <a:gd name="connsiteY46" fmla="*/ 1223641 h 2102966"/>
              <a:gd name="connsiteX47" fmla="*/ 1342864 w 2242827"/>
              <a:gd name="connsiteY47" fmla="*/ 128894 h 2102966"/>
              <a:gd name="connsiteX48" fmla="*/ 1238878 w 2242827"/>
              <a:gd name="connsiteY48" fmla="*/ 0 h 2102966"/>
              <a:gd name="connsiteX49" fmla="*/ 1261388 w 2242827"/>
              <a:gd name="connsiteY49" fmla="*/ 0 h 2102966"/>
              <a:gd name="connsiteX50" fmla="*/ 1244763 w 2242827"/>
              <a:gd name="connsiteY50" fmla="*/ 108614 h 2102966"/>
              <a:gd name="connsiteX51" fmla="*/ 0 w 2242827"/>
              <a:gd name="connsiteY51" fmla="*/ 1123397 h 2102966"/>
              <a:gd name="connsiteX52" fmla="*/ 0 w 2242827"/>
              <a:gd name="connsiteY52" fmla="*/ 1101121 h 2102966"/>
              <a:gd name="connsiteX53" fmla="*/ 1222940 w 2242827"/>
              <a:gd name="connsiteY53" fmla="*/ 104135 h 2102966"/>
              <a:gd name="connsiteX54" fmla="*/ 1115178 w 2242827"/>
              <a:gd name="connsiteY54" fmla="*/ 0 h 2102966"/>
              <a:gd name="connsiteX55" fmla="*/ 1137688 w 2242827"/>
              <a:gd name="connsiteY55" fmla="*/ 0 h 2102966"/>
              <a:gd name="connsiteX56" fmla="*/ 1124836 w 2242827"/>
              <a:gd name="connsiteY56" fmla="*/ 83962 h 2102966"/>
              <a:gd name="connsiteX57" fmla="*/ 0 w 2242827"/>
              <a:gd name="connsiteY57" fmla="*/ 1000978 h 2102966"/>
              <a:gd name="connsiteX58" fmla="*/ 0 w 2242827"/>
              <a:gd name="connsiteY58" fmla="*/ 978703 h 2102966"/>
              <a:gd name="connsiteX59" fmla="*/ 1103012 w 2242827"/>
              <a:gd name="connsiteY59" fmla="*/ 79485 h 2102966"/>
              <a:gd name="connsiteX60" fmla="*/ 991375 w 2242827"/>
              <a:gd name="connsiteY60" fmla="*/ 0 h 2102966"/>
              <a:gd name="connsiteX61" fmla="*/ 1013997 w 2242827"/>
              <a:gd name="connsiteY61" fmla="*/ 0 h 2102966"/>
              <a:gd name="connsiteX62" fmla="*/ 1004915 w 2242827"/>
              <a:gd name="connsiteY62" fmla="*/ 59331 h 2102966"/>
              <a:gd name="connsiteX63" fmla="*/ 0 w 2242827"/>
              <a:gd name="connsiteY63" fmla="*/ 878583 h 2102966"/>
              <a:gd name="connsiteX64" fmla="*/ 0 w 2242827"/>
              <a:gd name="connsiteY64" fmla="*/ 856307 h 2102966"/>
              <a:gd name="connsiteX65" fmla="*/ 982981 w 2242827"/>
              <a:gd name="connsiteY65" fmla="*/ 54853 h 2102966"/>
              <a:gd name="connsiteX66" fmla="*/ 866108 w 2242827"/>
              <a:gd name="connsiteY66" fmla="*/ 0 h 2102966"/>
              <a:gd name="connsiteX67" fmla="*/ 888384 w 2242827"/>
              <a:gd name="connsiteY67" fmla="*/ 0 h 2102966"/>
              <a:gd name="connsiteX68" fmla="*/ 884876 w 2242827"/>
              <a:gd name="connsiteY68" fmla="*/ 34680 h 2102966"/>
              <a:gd name="connsiteX69" fmla="*/ 0 w 2242827"/>
              <a:gd name="connsiteY69" fmla="*/ 756058 h 2102966"/>
              <a:gd name="connsiteX70" fmla="*/ 0 w 2242827"/>
              <a:gd name="connsiteY70" fmla="*/ 733782 h 2102966"/>
              <a:gd name="connsiteX71" fmla="*/ 863057 w 2242827"/>
              <a:gd name="connsiteY71" fmla="*/ 30169 h 2102966"/>
              <a:gd name="connsiteX72" fmla="*/ 743692 w 2242827"/>
              <a:gd name="connsiteY72" fmla="*/ 0 h 2102966"/>
              <a:gd name="connsiteX73" fmla="*/ 765973 w 2242827"/>
              <a:gd name="connsiteY73" fmla="*/ 0 h 2102966"/>
              <a:gd name="connsiteX74" fmla="*/ 764957 w 2242827"/>
              <a:gd name="connsiteY74" fmla="*/ 10048 h 2102966"/>
              <a:gd name="connsiteX75" fmla="*/ 0 w 2242827"/>
              <a:gd name="connsiteY75" fmla="*/ 633662 h 2102966"/>
              <a:gd name="connsiteX76" fmla="*/ 0 w 2242827"/>
              <a:gd name="connsiteY76" fmla="*/ 611386 h 2102966"/>
              <a:gd name="connsiteX77" fmla="*/ 743129 w 2242827"/>
              <a:gd name="connsiteY77" fmla="*/ 5570 h 2102966"/>
              <a:gd name="connsiteX78" fmla="*/ 617163 w 2242827"/>
              <a:gd name="connsiteY78" fmla="*/ 0 h 2102966"/>
              <a:gd name="connsiteX79" fmla="*/ 640489 w 2242827"/>
              <a:gd name="connsiteY79" fmla="*/ 0 h 2102966"/>
              <a:gd name="connsiteX80" fmla="*/ 606611 w 2242827"/>
              <a:gd name="connsiteY80" fmla="*/ 108906 h 2102966"/>
              <a:gd name="connsiteX81" fmla="*/ 0 w 2242827"/>
              <a:gd name="connsiteY81" fmla="*/ 511248 h 2102966"/>
              <a:gd name="connsiteX82" fmla="*/ 0 w 2242827"/>
              <a:gd name="connsiteY82" fmla="*/ 488972 h 2102966"/>
              <a:gd name="connsiteX83" fmla="*/ 585980 w 2242827"/>
              <a:gd name="connsiteY83" fmla="*/ 100252 h 2102966"/>
              <a:gd name="connsiteX84" fmla="*/ 489561 w 2242827"/>
              <a:gd name="connsiteY84" fmla="*/ 0 h 2102966"/>
              <a:gd name="connsiteX85" fmla="*/ 512789 w 2242827"/>
              <a:gd name="connsiteY85" fmla="*/ 0 h 2102966"/>
              <a:gd name="connsiteX86" fmla="*/ 493721 w 2242827"/>
              <a:gd name="connsiteY86" fmla="*/ 61289 h 2102966"/>
              <a:gd name="connsiteX87" fmla="*/ 0 w 2242827"/>
              <a:gd name="connsiteY87" fmla="*/ 388735 h 2102966"/>
              <a:gd name="connsiteX88" fmla="*/ 0 w 2242827"/>
              <a:gd name="connsiteY88" fmla="*/ 366459 h 2102966"/>
              <a:gd name="connsiteX89" fmla="*/ 473199 w 2242827"/>
              <a:gd name="connsiteY89" fmla="*/ 52587 h 2102966"/>
              <a:gd name="connsiteX90" fmla="*/ 361966 w 2242827"/>
              <a:gd name="connsiteY90" fmla="*/ 0 h 2102966"/>
              <a:gd name="connsiteX91" fmla="*/ 385181 w 2242827"/>
              <a:gd name="connsiteY91" fmla="*/ 0 h 2102966"/>
              <a:gd name="connsiteX92" fmla="*/ 380937 w 2242827"/>
              <a:gd name="connsiteY92" fmla="*/ 13636 h 2102966"/>
              <a:gd name="connsiteX93" fmla="*/ 0 w 2242827"/>
              <a:gd name="connsiteY93" fmla="*/ 266328 h 2102966"/>
              <a:gd name="connsiteX94" fmla="*/ 0 w 2242827"/>
              <a:gd name="connsiteY94" fmla="*/ 244052 h 2102966"/>
              <a:gd name="connsiteX95" fmla="*/ 360416 w 2242827"/>
              <a:gd name="connsiteY95" fmla="*/ 4982 h 2102966"/>
              <a:gd name="connsiteX96" fmla="*/ 218905 w 2242827"/>
              <a:gd name="connsiteY96" fmla="*/ 0 h 2102966"/>
              <a:gd name="connsiteX97" fmla="*/ 249720 w 2242827"/>
              <a:gd name="connsiteY97" fmla="*/ 0 h 2102966"/>
              <a:gd name="connsiteX98" fmla="*/ 241311 w 2242827"/>
              <a:gd name="connsiteY98" fmla="*/ 15475 h 2102966"/>
              <a:gd name="connsiteX99" fmla="*/ 0 w 2242827"/>
              <a:gd name="connsiteY99" fmla="*/ 143932 h 2102966"/>
              <a:gd name="connsiteX100" fmla="*/ 0 w 2242827"/>
              <a:gd name="connsiteY100" fmla="*/ 121656 h 2102966"/>
              <a:gd name="connsiteX101" fmla="*/ 189966 w 2242827"/>
              <a:gd name="connsiteY101" fmla="*/ 42875 h 21029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</a:cxnLst>
            <a:rect l="l" t="t" r="r" b="b"/>
            <a:pathLst>
              <a:path w="2242827" h="2102966">
                <a:moveTo>
                  <a:pt x="2220549" y="0"/>
                </a:moveTo>
                <a:lnTo>
                  <a:pt x="2242827" y="0"/>
                </a:lnTo>
                <a:lnTo>
                  <a:pt x="2238641" y="82607"/>
                </a:lnTo>
                <a:cubicBezTo>
                  <a:pt x="2123193" y="1215807"/>
                  <a:pt x="1163255" y="2102966"/>
                  <a:pt x="1" y="2102966"/>
                </a:cubicBezTo>
                <a:lnTo>
                  <a:pt x="1" y="2080690"/>
                </a:lnTo>
                <a:cubicBezTo>
                  <a:pt x="1151759" y="2080690"/>
                  <a:pt x="2102176" y="1202330"/>
                  <a:pt x="2216479" y="80336"/>
                </a:cubicBezTo>
                <a:close/>
                <a:moveTo>
                  <a:pt x="2098030" y="0"/>
                </a:moveTo>
                <a:lnTo>
                  <a:pt x="2120412" y="0"/>
                </a:lnTo>
                <a:lnTo>
                  <a:pt x="2116859" y="70117"/>
                </a:lnTo>
                <a:cubicBezTo>
                  <a:pt x="2007691" y="1141666"/>
                  <a:pt x="1099966" y="1980571"/>
                  <a:pt x="1" y="1980571"/>
                </a:cubicBezTo>
                <a:lnTo>
                  <a:pt x="1" y="1958295"/>
                </a:lnTo>
                <a:cubicBezTo>
                  <a:pt x="1088470" y="1958295"/>
                  <a:pt x="1986577" y="1128187"/>
                  <a:pt x="2094588" y="67938"/>
                </a:cubicBezTo>
                <a:close/>
                <a:moveTo>
                  <a:pt x="1975608" y="0"/>
                </a:moveTo>
                <a:lnTo>
                  <a:pt x="1997887" y="0"/>
                </a:lnTo>
                <a:lnTo>
                  <a:pt x="1994968" y="57611"/>
                </a:lnTo>
                <a:cubicBezTo>
                  <a:pt x="1892090" y="1067493"/>
                  <a:pt x="1036676" y="1858047"/>
                  <a:pt x="1" y="1858047"/>
                </a:cubicBezTo>
                <a:lnTo>
                  <a:pt x="1" y="1835771"/>
                </a:lnTo>
                <a:cubicBezTo>
                  <a:pt x="1025181" y="1835771"/>
                  <a:pt x="1871073" y="1053919"/>
                  <a:pt x="1972805" y="55322"/>
                </a:cubicBezTo>
                <a:close/>
                <a:moveTo>
                  <a:pt x="1853193" y="0"/>
                </a:moveTo>
                <a:lnTo>
                  <a:pt x="1875472" y="0"/>
                </a:lnTo>
                <a:lnTo>
                  <a:pt x="1873186" y="45119"/>
                </a:lnTo>
                <a:cubicBezTo>
                  <a:pt x="1776588" y="993350"/>
                  <a:pt x="973388" y="1735650"/>
                  <a:pt x="0" y="1735650"/>
                </a:cubicBezTo>
                <a:lnTo>
                  <a:pt x="0" y="1713374"/>
                </a:lnTo>
                <a:cubicBezTo>
                  <a:pt x="961784" y="1713374"/>
                  <a:pt x="1755557" y="979877"/>
                  <a:pt x="1851022" y="42848"/>
                </a:cubicBezTo>
                <a:close/>
                <a:moveTo>
                  <a:pt x="1730668" y="0"/>
                </a:moveTo>
                <a:lnTo>
                  <a:pt x="1753056" y="0"/>
                </a:lnTo>
                <a:lnTo>
                  <a:pt x="1751404" y="32610"/>
                </a:lnTo>
                <a:cubicBezTo>
                  <a:pt x="1661086" y="919190"/>
                  <a:pt x="910098" y="1613232"/>
                  <a:pt x="0" y="1613232"/>
                </a:cubicBezTo>
                <a:lnTo>
                  <a:pt x="0" y="1590961"/>
                </a:lnTo>
                <a:cubicBezTo>
                  <a:pt x="898495" y="1590961"/>
                  <a:pt x="1639954" y="905712"/>
                  <a:pt x="1729127" y="30432"/>
                </a:cubicBezTo>
                <a:close/>
                <a:moveTo>
                  <a:pt x="1608247" y="0"/>
                </a:moveTo>
                <a:lnTo>
                  <a:pt x="1630525" y="0"/>
                </a:lnTo>
                <a:lnTo>
                  <a:pt x="1629507" y="20086"/>
                </a:lnTo>
                <a:cubicBezTo>
                  <a:pt x="1545469" y="844919"/>
                  <a:pt x="846701" y="1490712"/>
                  <a:pt x="0" y="1490712"/>
                </a:cubicBezTo>
                <a:lnTo>
                  <a:pt x="0" y="1468436"/>
                </a:lnTo>
                <a:cubicBezTo>
                  <a:pt x="835206" y="1468436"/>
                  <a:pt x="1524451" y="831445"/>
                  <a:pt x="1607345" y="17816"/>
                </a:cubicBezTo>
                <a:close/>
                <a:moveTo>
                  <a:pt x="1485833" y="0"/>
                </a:moveTo>
                <a:lnTo>
                  <a:pt x="1508109" y="0"/>
                </a:lnTo>
                <a:lnTo>
                  <a:pt x="1507724" y="7596"/>
                </a:lnTo>
                <a:cubicBezTo>
                  <a:pt x="1429966" y="770778"/>
                  <a:pt x="783416" y="1368317"/>
                  <a:pt x="0" y="1368317"/>
                </a:cubicBezTo>
                <a:lnTo>
                  <a:pt x="0" y="1346041"/>
                </a:lnTo>
                <a:cubicBezTo>
                  <a:pt x="771917" y="1346041"/>
                  <a:pt x="1408949" y="757304"/>
                  <a:pt x="1485563" y="5325"/>
                </a:cubicBezTo>
                <a:close/>
                <a:moveTo>
                  <a:pt x="1362591" y="0"/>
                </a:moveTo>
                <a:lnTo>
                  <a:pt x="1385194" y="0"/>
                </a:lnTo>
                <a:lnTo>
                  <a:pt x="1364797" y="133264"/>
                </a:lnTo>
                <a:cubicBezTo>
                  <a:pt x="1234684" y="767432"/>
                  <a:pt x="672215" y="1245917"/>
                  <a:pt x="0" y="1245917"/>
                </a:cubicBezTo>
                <a:lnTo>
                  <a:pt x="0" y="1223641"/>
                </a:lnTo>
                <a:cubicBezTo>
                  <a:pt x="661385" y="1223641"/>
                  <a:pt x="1214835" y="752908"/>
                  <a:pt x="1342864" y="128894"/>
                </a:cubicBezTo>
                <a:close/>
                <a:moveTo>
                  <a:pt x="1238878" y="0"/>
                </a:moveTo>
                <a:lnTo>
                  <a:pt x="1261388" y="0"/>
                </a:lnTo>
                <a:lnTo>
                  <a:pt x="1244763" y="108614"/>
                </a:lnTo>
                <a:cubicBezTo>
                  <a:pt x="1126083" y="687031"/>
                  <a:pt x="613049" y="1123397"/>
                  <a:pt x="0" y="1123397"/>
                </a:cubicBezTo>
                <a:lnTo>
                  <a:pt x="0" y="1101121"/>
                </a:lnTo>
                <a:cubicBezTo>
                  <a:pt x="602316" y="1101121"/>
                  <a:pt x="1106344" y="672419"/>
                  <a:pt x="1222940" y="104135"/>
                </a:cubicBezTo>
                <a:close/>
                <a:moveTo>
                  <a:pt x="1115178" y="0"/>
                </a:moveTo>
                <a:lnTo>
                  <a:pt x="1137688" y="0"/>
                </a:lnTo>
                <a:lnTo>
                  <a:pt x="1124836" y="83962"/>
                </a:lnTo>
                <a:cubicBezTo>
                  <a:pt x="1017592" y="606647"/>
                  <a:pt x="553979" y="1000978"/>
                  <a:pt x="0" y="1000978"/>
                </a:cubicBezTo>
                <a:lnTo>
                  <a:pt x="0" y="978703"/>
                </a:lnTo>
                <a:cubicBezTo>
                  <a:pt x="543246" y="978703"/>
                  <a:pt x="997852" y="592039"/>
                  <a:pt x="1103012" y="79485"/>
                </a:cubicBezTo>
                <a:close/>
                <a:moveTo>
                  <a:pt x="991375" y="0"/>
                </a:moveTo>
                <a:lnTo>
                  <a:pt x="1013997" y="0"/>
                </a:lnTo>
                <a:lnTo>
                  <a:pt x="1004915" y="59331"/>
                </a:lnTo>
                <a:cubicBezTo>
                  <a:pt x="909100" y="526286"/>
                  <a:pt x="494909" y="878583"/>
                  <a:pt x="0" y="878583"/>
                </a:cubicBezTo>
                <a:lnTo>
                  <a:pt x="0" y="856307"/>
                </a:lnTo>
                <a:cubicBezTo>
                  <a:pt x="484176" y="856307"/>
                  <a:pt x="889272" y="511676"/>
                  <a:pt x="982981" y="54853"/>
                </a:cubicBezTo>
                <a:close/>
                <a:moveTo>
                  <a:pt x="866108" y="0"/>
                </a:moveTo>
                <a:lnTo>
                  <a:pt x="888384" y="0"/>
                </a:lnTo>
                <a:lnTo>
                  <a:pt x="884876" y="34680"/>
                </a:lnTo>
                <a:cubicBezTo>
                  <a:pt x="800495" y="445883"/>
                  <a:pt x="435739" y="756058"/>
                  <a:pt x="0" y="756058"/>
                </a:cubicBezTo>
                <a:lnTo>
                  <a:pt x="0" y="733782"/>
                </a:lnTo>
                <a:cubicBezTo>
                  <a:pt x="425107" y="733782"/>
                  <a:pt x="780781" y="431187"/>
                  <a:pt x="863057" y="30169"/>
                </a:cubicBezTo>
                <a:close/>
                <a:moveTo>
                  <a:pt x="743692" y="0"/>
                </a:moveTo>
                <a:lnTo>
                  <a:pt x="765973" y="0"/>
                </a:lnTo>
                <a:lnTo>
                  <a:pt x="764957" y="10048"/>
                </a:lnTo>
                <a:cubicBezTo>
                  <a:pt x="692029" y="365521"/>
                  <a:pt x="376767" y="633662"/>
                  <a:pt x="0" y="633662"/>
                </a:cubicBezTo>
                <a:lnTo>
                  <a:pt x="0" y="611386"/>
                </a:lnTo>
                <a:cubicBezTo>
                  <a:pt x="365938" y="611386"/>
                  <a:pt x="672265" y="350911"/>
                  <a:pt x="743129" y="5570"/>
                </a:cubicBezTo>
                <a:close/>
                <a:moveTo>
                  <a:pt x="617163" y="0"/>
                </a:moveTo>
                <a:lnTo>
                  <a:pt x="640489" y="0"/>
                </a:lnTo>
                <a:lnTo>
                  <a:pt x="606611" y="108906"/>
                </a:lnTo>
                <a:cubicBezTo>
                  <a:pt x="506524" y="345128"/>
                  <a:pt x="272312" y="511248"/>
                  <a:pt x="0" y="511248"/>
                </a:cubicBezTo>
                <a:lnTo>
                  <a:pt x="0" y="488972"/>
                </a:lnTo>
                <a:cubicBezTo>
                  <a:pt x="263030" y="488972"/>
                  <a:pt x="489290" y="328485"/>
                  <a:pt x="585980" y="100252"/>
                </a:cubicBezTo>
                <a:close/>
                <a:moveTo>
                  <a:pt x="489561" y="0"/>
                </a:moveTo>
                <a:lnTo>
                  <a:pt x="512789" y="0"/>
                </a:lnTo>
                <a:lnTo>
                  <a:pt x="493721" y="61289"/>
                </a:lnTo>
                <a:cubicBezTo>
                  <a:pt x="412246" y="253561"/>
                  <a:pt x="221597" y="388735"/>
                  <a:pt x="0" y="388735"/>
                </a:cubicBezTo>
                <a:lnTo>
                  <a:pt x="0" y="366459"/>
                </a:lnTo>
                <a:cubicBezTo>
                  <a:pt x="212399" y="366459"/>
                  <a:pt x="395116" y="236854"/>
                  <a:pt x="473199" y="52587"/>
                </a:cubicBezTo>
                <a:close/>
                <a:moveTo>
                  <a:pt x="361966" y="0"/>
                </a:moveTo>
                <a:lnTo>
                  <a:pt x="385181" y="0"/>
                </a:lnTo>
                <a:lnTo>
                  <a:pt x="380937" y="13636"/>
                </a:lnTo>
                <a:cubicBezTo>
                  <a:pt x="318070" y="161973"/>
                  <a:pt x="170965" y="266328"/>
                  <a:pt x="0" y="266328"/>
                </a:cubicBezTo>
                <a:lnTo>
                  <a:pt x="0" y="244052"/>
                </a:lnTo>
                <a:cubicBezTo>
                  <a:pt x="161767" y="244052"/>
                  <a:pt x="300940" y="145329"/>
                  <a:pt x="360416" y="4982"/>
                </a:cubicBezTo>
                <a:close/>
                <a:moveTo>
                  <a:pt x="218905" y="0"/>
                </a:moveTo>
                <a:lnTo>
                  <a:pt x="249720" y="0"/>
                </a:lnTo>
                <a:lnTo>
                  <a:pt x="241311" y="15475"/>
                </a:lnTo>
                <a:cubicBezTo>
                  <a:pt x="188962" y="92909"/>
                  <a:pt x="100349" y="143932"/>
                  <a:pt x="0" y="143932"/>
                </a:cubicBezTo>
                <a:lnTo>
                  <a:pt x="0" y="121656"/>
                </a:lnTo>
                <a:cubicBezTo>
                  <a:pt x="74091" y="121656"/>
                  <a:pt x="141290" y="91533"/>
                  <a:pt x="189966" y="42875"/>
                </a:cubicBezTo>
                <a:close/>
              </a:path>
            </a:pathLst>
          </a:custGeom>
          <a:solidFill>
            <a:schemeClr val="accent3">
              <a:lumMod val="20000"/>
              <a:lumOff val="80000"/>
            </a:schemeClr>
          </a:solidFill>
          <a:ln w="4588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>
            <a:lvl1pPr>
              <a:lnSpc>
                <a:spcPct val="100000"/>
              </a:lnSpc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39496" y="2103120"/>
            <a:ext cx="11119104" cy="4434840"/>
          </a:xfrm>
        </p:spPr>
        <p:txBody>
          <a:bodyPr>
            <a:no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>
            <a:noAutofit/>
          </a:bodyPr>
          <a:lstStyle/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080428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Freeform: Shape 27">
            <a:extLst>
              <a:ext uri="{FF2B5EF4-FFF2-40B4-BE49-F238E27FC236}">
                <a16:creationId xmlns:a16="http://schemas.microsoft.com/office/drawing/2014/main" id="{B0C0F070-237F-C60F-3458-4D4D9BA0A222}"/>
              </a:ext>
            </a:extLst>
          </p:cNvPr>
          <p:cNvSpPr/>
          <p:nvPr userDrawn="1"/>
        </p:nvSpPr>
        <p:spPr>
          <a:xfrm>
            <a:off x="9866106" y="0"/>
            <a:ext cx="2325894" cy="2180854"/>
          </a:xfrm>
          <a:custGeom>
            <a:avLst/>
            <a:gdLst>
              <a:gd name="connsiteX0" fmla="*/ 2066927 w 2325894"/>
              <a:gd name="connsiteY0" fmla="*/ 0 h 2180854"/>
              <a:gd name="connsiteX1" fmla="*/ 2098882 w 2325894"/>
              <a:gd name="connsiteY1" fmla="*/ 0 h 2180854"/>
              <a:gd name="connsiteX2" fmla="*/ 2128893 w 2325894"/>
              <a:gd name="connsiteY2" fmla="*/ 44463 h 2180854"/>
              <a:gd name="connsiteX3" fmla="*/ 2269798 w 2325894"/>
              <a:gd name="connsiteY3" fmla="*/ 120493 h 2180854"/>
              <a:gd name="connsiteX4" fmla="*/ 2325894 w 2325894"/>
              <a:gd name="connsiteY4" fmla="*/ 126162 h 2180854"/>
              <a:gd name="connsiteX5" fmla="*/ 2325894 w 2325894"/>
              <a:gd name="connsiteY5" fmla="*/ 149263 h 2180854"/>
              <a:gd name="connsiteX6" fmla="*/ 2265120 w 2325894"/>
              <a:gd name="connsiteY6" fmla="*/ 143117 h 2180854"/>
              <a:gd name="connsiteX7" fmla="*/ 2075647 w 2325894"/>
              <a:gd name="connsiteY7" fmla="*/ 16048 h 2180854"/>
              <a:gd name="connsiteX8" fmla="*/ 1926448 w 2325894"/>
              <a:gd name="connsiteY8" fmla="*/ 0 h 2180854"/>
              <a:gd name="connsiteX9" fmla="*/ 1950522 w 2325894"/>
              <a:gd name="connsiteY9" fmla="*/ 0 h 2180854"/>
              <a:gd name="connsiteX10" fmla="*/ 1952130 w 2325894"/>
              <a:gd name="connsiteY10" fmla="*/ 5167 h 2180854"/>
              <a:gd name="connsiteX11" fmla="*/ 2244242 w 2325894"/>
              <a:gd name="connsiteY11" fmla="*/ 244834 h 2180854"/>
              <a:gd name="connsiteX12" fmla="*/ 2325894 w 2325894"/>
              <a:gd name="connsiteY12" fmla="*/ 253091 h 2180854"/>
              <a:gd name="connsiteX13" fmla="*/ 2325894 w 2325894"/>
              <a:gd name="connsiteY13" fmla="*/ 276192 h 2180854"/>
              <a:gd name="connsiteX14" fmla="*/ 2239598 w 2325894"/>
              <a:gd name="connsiteY14" fmla="*/ 267464 h 2180854"/>
              <a:gd name="connsiteX15" fmla="*/ 1930848 w 2325894"/>
              <a:gd name="connsiteY15" fmla="*/ 14141 h 2180854"/>
              <a:gd name="connsiteX16" fmla="*/ 1794114 w 2325894"/>
              <a:gd name="connsiteY16" fmla="*/ 0 h 2180854"/>
              <a:gd name="connsiteX17" fmla="*/ 1818202 w 2325894"/>
              <a:gd name="connsiteY17" fmla="*/ 0 h 2180854"/>
              <a:gd name="connsiteX18" fmla="*/ 1835170 w 2325894"/>
              <a:gd name="connsiteY18" fmla="*/ 54535 h 2180854"/>
              <a:gd name="connsiteX19" fmla="*/ 2218687 w 2325894"/>
              <a:gd name="connsiteY19" fmla="*/ 369191 h 2180854"/>
              <a:gd name="connsiteX20" fmla="*/ 2325894 w 2325894"/>
              <a:gd name="connsiteY20" fmla="*/ 380032 h 2180854"/>
              <a:gd name="connsiteX21" fmla="*/ 2325894 w 2325894"/>
              <a:gd name="connsiteY21" fmla="*/ 403132 h 2180854"/>
              <a:gd name="connsiteX22" fmla="*/ 2214043 w 2325894"/>
              <a:gd name="connsiteY22" fmla="*/ 391825 h 2180854"/>
              <a:gd name="connsiteX23" fmla="*/ 1813889 w 2325894"/>
              <a:gd name="connsiteY23" fmla="*/ 63559 h 2180854"/>
              <a:gd name="connsiteX24" fmla="*/ 1661683 w 2325894"/>
              <a:gd name="connsiteY24" fmla="*/ 0 h 2180854"/>
              <a:gd name="connsiteX25" fmla="*/ 1685874 w 2325894"/>
              <a:gd name="connsiteY25" fmla="*/ 0 h 2180854"/>
              <a:gd name="connsiteX26" fmla="*/ 1718212 w 2325894"/>
              <a:gd name="connsiteY26" fmla="*/ 103965 h 2180854"/>
              <a:gd name="connsiteX27" fmla="*/ 2193133 w 2325894"/>
              <a:gd name="connsiteY27" fmla="*/ 493659 h 2180854"/>
              <a:gd name="connsiteX28" fmla="*/ 2325894 w 2325894"/>
              <a:gd name="connsiteY28" fmla="*/ 507083 h 2180854"/>
              <a:gd name="connsiteX29" fmla="*/ 2325894 w 2325894"/>
              <a:gd name="connsiteY29" fmla="*/ 530183 h 2180854"/>
              <a:gd name="connsiteX30" fmla="*/ 2188450 w 2325894"/>
              <a:gd name="connsiteY30" fmla="*/ 516288 h 2180854"/>
              <a:gd name="connsiteX31" fmla="*/ 1696817 w 2325894"/>
              <a:gd name="connsiteY31" fmla="*/ 112939 h 2180854"/>
              <a:gd name="connsiteX32" fmla="*/ 1531553 w 2325894"/>
              <a:gd name="connsiteY32" fmla="*/ 0 h 2180854"/>
              <a:gd name="connsiteX33" fmla="*/ 1554659 w 2325894"/>
              <a:gd name="connsiteY33" fmla="*/ 0 h 2180854"/>
              <a:gd name="connsiteX34" fmla="*/ 1555243 w 2325894"/>
              <a:gd name="connsiteY34" fmla="*/ 5776 h 2180854"/>
              <a:gd name="connsiteX35" fmla="*/ 2245588 w 2325894"/>
              <a:gd name="connsiteY35" fmla="*/ 629962 h 2180854"/>
              <a:gd name="connsiteX36" fmla="*/ 2325894 w 2325894"/>
              <a:gd name="connsiteY36" fmla="*/ 634030 h 2180854"/>
              <a:gd name="connsiteX37" fmla="*/ 2325894 w 2325894"/>
              <a:gd name="connsiteY37" fmla="*/ 657131 h 2180854"/>
              <a:gd name="connsiteX38" fmla="*/ 2243214 w 2325894"/>
              <a:gd name="connsiteY38" fmla="*/ 652943 h 2180854"/>
              <a:gd name="connsiteX39" fmla="*/ 1532607 w 2325894"/>
              <a:gd name="connsiteY39" fmla="*/ 10419 h 2180854"/>
              <a:gd name="connsiteX40" fmla="*/ 1404609 w 2325894"/>
              <a:gd name="connsiteY40" fmla="*/ 0 h 2180854"/>
              <a:gd name="connsiteX41" fmla="*/ 1427709 w 2325894"/>
              <a:gd name="connsiteY41" fmla="*/ 0 h 2180854"/>
              <a:gd name="connsiteX42" fmla="*/ 1430873 w 2325894"/>
              <a:gd name="connsiteY42" fmla="*/ 31287 h 2180854"/>
              <a:gd name="connsiteX43" fmla="*/ 2232606 w 2325894"/>
              <a:gd name="connsiteY43" fmla="*/ 756233 h 2180854"/>
              <a:gd name="connsiteX44" fmla="*/ 2325894 w 2325894"/>
              <a:gd name="connsiteY44" fmla="*/ 760959 h 2180854"/>
              <a:gd name="connsiteX45" fmla="*/ 2325894 w 2325894"/>
              <a:gd name="connsiteY45" fmla="*/ 784060 h 2180854"/>
              <a:gd name="connsiteX46" fmla="*/ 2230270 w 2325894"/>
              <a:gd name="connsiteY46" fmla="*/ 779216 h 2180854"/>
              <a:gd name="connsiteX47" fmla="*/ 1408246 w 2325894"/>
              <a:gd name="connsiteY47" fmla="*/ 35964 h 2180854"/>
              <a:gd name="connsiteX48" fmla="*/ 1274343 w 2325894"/>
              <a:gd name="connsiteY48" fmla="*/ 0 h 2180854"/>
              <a:gd name="connsiteX49" fmla="*/ 1300756 w 2325894"/>
              <a:gd name="connsiteY49" fmla="*/ 0 h 2180854"/>
              <a:gd name="connsiteX50" fmla="*/ 1306507 w 2325894"/>
              <a:gd name="connsiteY50" fmla="*/ 56884 h 2180854"/>
              <a:gd name="connsiteX51" fmla="*/ 2219643 w 2325894"/>
              <a:gd name="connsiteY51" fmla="*/ 882640 h 2180854"/>
              <a:gd name="connsiteX52" fmla="*/ 2325894 w 2325894"/>
              <a:gd name="connsiteY52" fmla="*/ 888022 h 2180854"/>
              <a:gd name="connsiteX53" fmla="*/ 2325894 w 2325894"/>
              <a:gd name="connsiteY53" fmla="*/ 911123 h 2180854"/>
              <a:gd name="connsiteX54" fmla="*/ 2217286 w 2325894"/>
              <a:gd name="connsiteY54" fmla="*/ 905621 h 2180854"/>
              <a:gd name="connsiteX55" fmla="*/ 1283761 w 2325894"/>
              <a:gd name="connsiteY55" fmla="*/ 61528 h 2180854"/>
              <a:gd name="connsiteX56" fmla="*/ 1146071 w 2325894"/>
              <a:gd name="connsiteY56" fmla="*/ 0 h 2180854"/>
              <a:gd name="connsiteX57" fmla="*/ 1169414 w 2325894"/>
              <a:gd name="connsiteY57" fmla="*/ 0 h 2180854"/>
              <a:gd name="connsiteX58" fmla="*/ 1182030 w 2325894"/>
              <a:gd name="connsiteY58" fmla="*/ 82429 h 2180854"/>
              <a:gd name="connsiteX59" fmla="*/ 2206679 w 2325894"/>
              <a:gd name="connsiteY59" fmla="*/ 1008912 h 2180854"/>
              <a:gd name="connsiteX60" fmla="*/ 2325894 w 2325894"/>
              <a:gd name="connsiteY60" fmla="*/ 1014951 h 2180854"/>
              <a:gd name="connsiteX61" fmla="*/ 2325894 w 2325894"/>
              <a:gd name="connsiteY61" fmla="*/ 1038052 h 2180854"/>
              <a:gd name="connsiteX62" fmla="*/ 2204323 w 2325894"/>
              <a:gd name="connsiteY62" fmla="*/ 1031893 h 2180854"/>
              <a:gd name="connsiteX63" fmla="*/ 1159398 w 2325894"/>
              <a:gd name="connsiteY63" fmla="*/ 87072 h 2180854"/>
              <a:gd name="connsiteX64" fmla="*/ 1017789 w 2325894"/>
              <a:gd name="connsiteY64" fmla="*/ 0 h 2180854"/>
              <a:gd name="connsiteX65" fmla="*/ 1041132 w 2325894"/>
              <a:gd name="connsiteY65" fmla="*/ 0 h 2180854"/>
              <a:gd name="connsiteX66" fmla="*/ 1057661 w 2325894"/>
              <a:gd name="connsiteY66" fmla="*/ 107992 h 2180854"/>
              <a:gd name="connsiteX67" fmla="*/ 2193716 w 2325894"/>
              <a:gd name="connsiteY67" fmla="*/ 1135208 h 2180854"/>
              <a:gd name="connsiteX68" fmla="*/ 2325894 w 2325894"/>
              <a:gd name="connsiteY68" fmla="*/ 1141903 h 2180854"/>
              <a:gd name="connsiteX69" fmla="*/ 2325894 w 2325894"/>
              <a:gd name="connsiteY69" fmla="*/ 1165004 h 2180854"/>
              <a:gd name="connsiteX70" fmla="*/ 2191361 w 2325894"/>
              <a:gd name="connsiteY70" fmla="*/ 1158189 h 2180854"/>
              <a:gd name="connsiteX71" fmla="*/ 1035029 w 2325894"/>
              <a:gd name="connsiteY71" fmla="*/ 112636 h 2180854"/>
              <a:gd name="connsiteX72" fmla="*/ 889397 w 2325894"/>
              <a:gd name="connsiteY72" fmla="*/ 0 h 2180854"/>
              <a:gd name="connsiteX73" fmla="*/ 912837 w 2325894"/>
              <a:gd name="connsiteY73" fmla="*/ 0 h 2180854"/>
              <a:gd name="connsiteX74" fmla="*/ 933296 w 2325894"/>
              <a:gd name="connsiteY74" fmla="*/ 133667 h 2180854"/>
              <a:gd name="connsiteX75" fmla="*/ 2180754 w 2325894"/>
              <a:gd name="connsiteY75" fmla="*/ 1261608 h 2180854"/>
              <a:gd name="connsiteX76" fmla="*/ 2325894 w 2325894"/>
              <a:gd name="connsiteY76" fmla="*/ 1268960 h 2180854"/>
              <a:gd name="connsiteX77" fmla="*/ 2325894 w 2325894"/>
              <a:gd name="connsiteY77" fmla="*/ 1292061 h 2180854"/>
              <a:gd name="connsiteX78" fmla="*/ 2178378 w 2325894"/>
              <a:gd name="connsiteY78" fmla="*/ 1284588 h 2180854"/>
              <a:gd name="connsiteX79" fmla="*/ 910550 w 2325894"/>
              <a:gd name="connsiteY79" fmla="*/ 138199 h 2180854"/>
              <a:gd name="connsiteX80" fmla="*/ 761929 w 2325894"/>
              <a:gd name="connsiteY80" fmla="*/ 0 h 2180854"/>
              <a:gd name="connsiteX81" fmla="*/ 785032 w 2325894"/>
              <a:gd name="connsiteY81" fmla="*/ 0 h 2180854"/>
              <a:gd name="connsiteX82" fmla="*/ 785312 w 2325894"/>
              <a:gd name="connsiteY82" fmla="*/ 5523 h 2180854"/>
              <a:gd name="connsiteX83" fmla="*/ 2167790 w 2325894"/>
              <a:gd name="connsiteY83" fmla="*/ 1387884 h 2180854"/>
              <a:gd name="connsiteX84" fmla="*/ 2325894 w 2325894"/>
              <a:gd name="connsiteY84" fmla="*/ 1395894 h 2180854"/>
              <a:gd name="connsiteX85" fmla="*/ 2325894 w 2325894"/>
              <a:gd name="connsiteY85" fmla="*/ 1418995 h 2180854"/>
              <a:gd name="connsiteX86" fmla="*/ 2165434 w 2325894"/>
              <a:gd name="connsiteY86" fmla="*/ 1410866 h 2180854"/>
              <a:gd name="connsiteX87" fmla="*/ 762328 w 2325894"/>
              <a:gd name="connsiteY87" fmla="*/ 7877 h 2180854"/>
              <a:gd name="connsiteX88" fmla="*/ 634980 w 2325894"/>
              <a:gd name="connsiteY88" fmla="*/ 0 h 2180854"/>
              <a:gd name="connsiteX89" fmla="*/ 658083 w 2325894"/>
              <a:gd name="connsiteY89" fmla="*/ 0 h 2180854"/>
              <a:gd name="connsiteX90" fmla="*/ 659019 w 2325894"/>
              <a:gd name="connsiteY90" fmla="*/ 18476 h 2180854"/>
              <a:gd name="connsiteX91" fmla="*/ 2154827 w 2325894"/>
              <a:gd name="connsiteY91" fmla="*/ 1514157 h 2180854"/>
              <a:gd name="connsiteX92" fmla="*/ 2325894 w 2325894"/>
              <a:gd name="connsiteY92" fmla="*/ 1522823 h 2180854"/>
              <a:gd name="connsiteX93" fmla="*/ 2325894 w 2325894"/>
              <a:gd name="connsiteY93" fmla="*/ 1545924 h 2180854"/>
              <a:gd name="connsiteX94" fmla="*/ 2152472 w 2325894"/>
              <a:gd name="connsiteY94" fmla="*/ 1537138 h 2180854"/>
              <a:gd name="connsiteX95" fmla="*/ 636036 w 2325894"/>
              <a:gd name="connsiteY95" fmla="*/ 20831 h 2180854"/>
              <a:gd name="connsiteX96" fmla="*/ 507911 w 2325894"/>
              <a:gd name="connsiteY96" fmla="*/ 0 h 2180854"/>
              <a:gd name="connsiteX97" fmla="*/ 531128 w 2325894"/>
              <a:gd name="connsiteY97" fmla="*/ 0 h 2180854"/>
              <a:gd name="connsiteX98" fmla="*/ 532727 w 2325894"/>
              <a:gd name="connsiteY98" fmla="*/ 31559 h 2180854"/>
              <a:gd name="connsiteX99" fmla="*/ 2141864 w 2325894"/>
              <a:gd name="connsiteY99" fmla="*/ 1640562 h 2180854"/>
              <a:gd name="connsiteX100" fmla="*/ 2325894 w 2325894"/>
              <a:gd name="connsiteY100" fmla="*/ 1649885 h 2180854"/>
              <a:gd name="connsiteX101" fmla="*/ 2325894 w 2325894"/>
              <a:gd name="connsiteY101" fmla="*/ 1672981 h 2180854"/>
              <a:gd name="connsiteX102" fmla="*/ 2139488 w 2325894"/>
              <a:gd name="connsiteY102" fmla="*/ 1663539 h 2180854"/>
              <a:gd name="connsiteX103" fmla="*/ 509624 w 2325894"/>
              <a:gd name="connsiteY103" fmla="*/ 33818 h 2180854"/>
              <a:gd name="connsiteX104" fmla="*/ 380961 w 2325894"/>
              <a:gd name="connsiteY104" fmla="*/ 0 h 2180854"/>
              <a:gd name="connsiteX105" fmla="*/ 404065 w 2325894"/>
              <a:gd name="connsiteY105" fmla="*/ 0 h 2180854"/>
              <a:gd name="connsiteX106" fmla="*/ 406316 w 2325894"/>
              <a:gd name="connsiteY106" fmla="*/ 44437 h 2180854"/>
              <a:gd name="connsiteX107" fmla="*/ 2128900 w 2325894"/>
              <a:gd name="connsiteY107" fmla="*/ 1766854 h 2180854"/>
              <a:gd name="connsiteX108" fmla="*/ 2325894 w 2325894"/>
              <a:gd name="connsiteY108" fmla="*/ 1776833 h 2180854"/>
              <a:gd name="connsiteX109" fmla="*/ 2325894 w 2325894"/>
              <a:gd name="connsiteY109" fmla="*/ 1799934 h 2180854"/>
              <a:gd name="connsiteX110" fmla="*/ 2126525 w 2325894"/>
              <a:gd name="connsiteY110" fmla="*/ 1789835 h 2180854"/>
              <a:gd name="connsiteX111" fmla="*/ 383332 w 2325894"/>
              <a:gd name="connsiteY111" fmla="*/ 46792 h 2180854"/>
              <a:gd name="connsiteX112" fmla="*/ 254013 w 2325894"/>
              <a:gd name="connsiteY112" fmla="*/ 0 h 2180854"/>
              <a:gd name="connsiteX113" fmla="*/ 277116 w 2325894"/>
              <a:gd name="connsiteY113" fmla="*/ 0 h 2180854"/>
              <a:gd name="connsiteX114" fmla="*/ 280023 w 2325894"/>
              <a:gd name="connsiteY114" fmla="*/ 57371 h 2180854"/>
              <a:gd name="connsiteX115" fmla="*/ 2115917 w 2325894"/>
              <a:gd name="connsiteY115" fmla="*/ 1893125 h 2180854"/>
              <a:gd name="connsiteX116" fmla="*/ 2325894 w 2325894"/>
              <a:gd name="connsiteY116" fmla="*/ 1903762 h 2180854"/>
              <a:gd name="connsiteX117" fmla="*/ 2325894 w 2325894"/>
              <a:gd name="connsiteY117" fmla="*/ 1926863 h 2180854"/>
              <a:gd name="connsiteX118" fmla="*/ 2113563 w 2325894"/>
              <a:gd name="connsiteY118" fmla="*/ 1916107 h 2180854"/>
              <a:gd name="connsiteX119" fmla="*/ 257040 w 2325894"/>
              <a:gd name="connsiteY119" fmla="*/ 59745 h 2180854"/>
              <a:gd name="connsiteX120" fmla="*/ 126949 w 2325894"/>
              <a:gd name="connsiteY120" fmla="*/ 0 h 2180854"/>
              <a:gd name="connsiteX121" fmla="*/ 150160 w 2325894"/>
              <a:gd name="connsiteY121" fmla="*/ 0 h 2180854"/>
              <a:gd name="connsiteX122" fmla="*/ 153729 w 2325894"/>
              <a:gd name="connsiteY122" fmla="*/ 70454 h 2180854"/>
              <a:gd name="connsiteX123" fmla="*/ 2102955 w 2325894"/>
              <a:gd name="connsiteY123" fmla="*/ 2019530 h 2180854"/>
              <a:gd name="connsiteX124" fmla="*/ 2325894 w 2325894"/>
              <a:gd name="connsiteY124" fmla="*/ 2030824 h 2180854"/>
              <a:gd name="connsiteX125" fmla="*/ 2325894 w 2325894"/>
              <a:gd name="connsiteY125" fmla="*/ 2053925 h 2180854"/>
              <a:gd name="connsiteX126" fmla="*/ 2100598 w 2325894"/>
              <a:gd name="connsiteY126" fmla="*/ 2042512 h 2180854"/>
              <a:gd name="connsiteX127" fmla="*/ 130633 w 2325894"/>
              <a:gd name="connsiteY127" fmla="*/ 72714 h 2180854"/>
              <a:gd name="connsiteX128" fmla="*/ 0 w 2325894"/>
              <a:gd name="connsiteY128" fmla="*/ 0 h 2180854"/>
              <a:gd name="connsiteX129" fmla="*/ 23103 w 2325894"/>
              <a:gd name="connsiteY129" fmla="*/ 0 h 2180854"/>
              <a:gd name="connsiteX130" fmla="*/ 27324 w 2325894"/>
              <a:gd name="connsiteY130" fmla="*/ 83311 h 2180854"/>
              <a:gd name="connsiteX131" fmla="*/ 2089991 w 2325894"/>
              <a:gd name="connsiteY131" fmla="*/ 2145803 h 2180854"/>
              <a:gd name="connsiteX132" fmla="*/ 2325894 w 2325894"/>
              <a:gd name="connsiteY132" fmla="*/ 2157753 h 2180854"/>
              <a:gd name="connsiteX133" fmla="*/ 2325894 w 2325894"/>
              <a:gd name="connsiteY133" fmla="*/ 2180854 h 2180854"/>
              <a:gd name="connsiteX134" fmla="*/ 2087636 w 2325894"/>
              <a:gd name="connsiteY134" fmla="*/ 2168784 h 2180854"/>
              <a:gd name="connsiteX135" fmla="*/ 4341 w 2325894"/>
              <a:gd name="connsiteY135" fmla="*/ 85667 h 218085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</a:cxnLst>
            <a:rect l="l" t="t" r="r" b="b"/>
            <a:pathLst>
              <a:path w="2325894" h="2180854">
                <a:moveTo>
                  <a:pt x="2066927" y="0"/>
                </a:moveTo>
                <a:lnTo>
                  <a:pt x="2098882" y="0"/>
                </a:lnTo>
                <a:lnTo>
                  <a:pt x="2128893" y="44463"/>
                </a:lnTo>
                <a:cubicBezTo>
                  <a:pt x="2166753" y="82308"/>
                  <a:pt x="2215417" y="109341"/>
                  <a:pt x="2269798" y="120493"/>
                </a:cubicBezTo>
                <a:lnTo>
                  <a:pt x="2325894" y="126162"/>
                </a:lnTo>
                <a:lnTo>
                  <a:pt x="2325894" y="149263"/>
                </a:lnTo>
                <a:lnTo>
                  <a:pt x="2265120" y="143117"/>
                </a:lnTo>
                <a:cubicBezTo>
                  <a:pt x="2186576" y="127002"/>
                  <a:pt x="2119077" y="80290"/>
                  <a:pt x="2075647" y="16048"/>
                </a:cubicBezTo>
                <a:close/>
                <a:moveTo>
                  <a:pt x="1926448" y="0"/>
                </a:moveTo>
                <a:lnTo>
                  <a:pt x="1950522" y="0"/>
                </a:lnTo>
                <a:lnTo>
                  <a:pt x="1952130" y="5167"/>
                </a:lnTo>
                <a:cubicBezTo>
                  <a:pt x="2003529" y="126455"/>
                  <a:pt x="2112323" y="217766"/>
                  <a:pt x="2244242" y="244834"/>
                </a:cubicBezTo>
                <a:lnTo>
                  <a:pt x="2325894" y="253091"/>
                </a:lnTo>
                <a:lnTo>
                  <a:pt x="2325894" y="276192"/>
                </a:lnTo>
                <a:lnTo>
                  <a:pt x="2239598" y="267464"/>
                </a:lnTo>
                <a:cubicBezTo>
                  <a:pt x="2100173" y="238852"/>
                  <a:pt x="1985178" y="142334"/>
                  <a:pt x="1930848" y="14141"/>
                </a:cubicBezTo>
                <a:close/>
                <a:moveTo>
                  <a:pt x="1794114" y="0"/>
                </a:moveTo>
                <a:lnTo>
                  <a:pt x="1818202" y="0"/>
                </a:lnTo>
                <a:lnTo>
                  <a:pt x="1835170" y="54535"/>
                </a:lnTo>
                <a:cubicBezTo>
                  <a:pt x="1902650" y="213778"/>
                  <a:pt x="2045483" y="333656"/>
                  <a:pt x="2218687" y="369191"/>
                </a:cubicBezTo>
                <a:lnTo>
                  <a:pt x="2325894" y="380032"/>
                </a:lnTo>
                <a:lnTo>
                  <a:pt x="2325894" y="403132"/>
                </a:lnTo>
                <a:lnTo>
                  <a:pt x="2214043" y="391825"/>
                </a:lnTo>
                <a:cubicBezTo>
                  <a:pt x="2033333" y="354761"/>
                  <a:pt x="1884299" y="229720"/>
                  <a:pt x="1813889" y="63559"/>
                </a:cubicBezTo>
                <a:close/>
                <a:moveTo>
                  <a:pt x="1661683" y="0"/>
                </a:moveTo>
                <a:lnTo>
                  <a:pt x="1685874" y="0"/>
                </a:lnTo>
                <a:lnTo>
                  <a:pt x="1718212" y="103965"/>
                </a:lnTo>
                <a:cubicBezTo>
                  <a:pt x="1801772" y="301203"/>
                  <a:pt x="1978643" y="449654"/>
                  <a:pt x="2193133" y="493659"/>
                </a:cubicBezTo>
                <a:lnTo>
                  <a:pt x="2325894" y="507083"/>
                </a:lnTo>
                <a:lnTo>
                  <a:pt x="2325894" y="530183"/>
                </a:lnTo>
                <a:lnTo>
                  <a:pt x="2188450" y="516288"/>
                </a:lnTo>
                <a:cubicBezTo>
                  <a:pt x="1966399" y="470740"/>
                  <a:pt x="1783312" y="317082"/>
                  <a:pt x="1696817" y="112939"/>
                </a:cubicBezTo>
                <a:close/>
                <a:moveTo>
                  <a:pt x="1531553" y="0"/>
                </a:moveTo>
                <a:lnTo>
                  <a:pt x="1554659" y="0"/>
                </a:lnTo>
                <a:lnTo>
                  <a:pt x="1555243" y="5776"/>
                </a:lnTo>
                <a:cubicBezTo>
                  <a:pt x="1623483" y="338327"/>
                  <a:pt x="1902268" y="594992"/>
                  <a:pt x="2245588" y="629962"/>
                </a:cubicBezTo>
                <a:lnTo>
                  <a:pt x="2325894" y="634030"/>
                </a:lnTo>
                <a:lnTo>
                  <a:pt x="2325894" y="657131"/>
                </a:lnTo>
                <a:lnTo>
                  <a:pt x="2243214" y="652943"/>
                </a:lnTo>
                <a:cubicBezTo>
                  <a:pt x="1889750" y="616944"/>
                  <a:pt x="1602834" y="352727"/>
                  <a:pt x="1532607" y="10419"/>
                </a:cubicBezTo>
                <a:close/>
                <a:moveTo>
                  <a:pt x="1404609" y="0"/>
                </a:moveTo>
                <a:lnTo>
                  <a:pt x="1427709" y="0"/>
                </a:lnTo>
                <a:lnTo>
                  <a:pt x="1430873" y="31287"/>
                </a:lnTo>
                <a:cubicBezTo>
                  <a:pt x="1510102" y="417452"/>
                  <a:pt x="1833798" y="715609"/>
                  <a:pt x="2232606" y="756233"/>
                </a:cubicBezTo>
                <a:lnTo>
                  <a:pt x="2325894" y="760959"/>
                </a:lnTo>
                <a:lnTo>
                  <a:pt x="2325894" y="784060"/>
                </a:lnTo>
                <a:lnTo>
                  <a:pt x="2230270" y="779216"/>
                </a:lnTo>
                <a:cubicBezTo>
                  <a:pt x="1821463" y="737574"/>
                  <a:pt x="1489501" y="431938"/>
                  <a:pt x="1408246" y="35964"/>
                </a:cubicBezTo>
                <a:close/>
                <a:moveTo>
                  <a:pt x="1274343" y="0"/>
                </a:moveTo>
                <a:lnTo>
                  <a:pt x="1300756" y="0"/>
                </a:lnTo>
                <a:lnTo>
                  <a:pt x="1306507" y="56884"/>
                </a:lnTo>
                <a:cubicBezTo>
                  <a:pt x="1396745" y="496788"/>
                  <a:pt x="1765420" y="836372"/>
                  <a:pt x="2219643" y="882640"/>
                </a:cubicBezTo>
                <a:lnTo>
                  <a:pt x="2325894" y="888022"/>
                </a:lnTo>
                <a:lnTo>
                  <a:pt x="2325894" y="911123"/>
                </a:lnTo>
                <a:lnTo>
                  <a:pt x="2217286" y="905621"/>
                </a:lnTo>
                <a:cubicBezTo>
                  <a:pt x="1752979" y="858324"/>
                  <a:pt x="1376027" y="511189"/>
                  <a:pt x="1283761" y="61528"/>
                </a:cubicBezTo>
                <a:close/>
                <a:moveTo>
                  <a:pt x="1146071" y="0"/>
                </a:moveTo>
                <a:lnTo>
                  <a:pt x="1169414" y="0"/>
                </a:lnTo>
                <a:lnTo>
                  <a:pt x="1182030" y="82429"/>
                </a:lnTo>
                <a:cubicBezTo>
                  <a:pt x="1283296" y="576000"/>
                  <a:pt x="1697029" y="957001"/>
                  <a:pt x="2206679" y="1008912"/>
                </a:cubicBezTo>
                <a:lnTo>
                  <a:pt x="2325894" y="1014951"/>
                </a:lnTo>
                <a:lnTo>
                  <a:pt x="2325894" y="1038052"/>
                </a:lnTo>
                <a:lnTo>
                  <a:pt x="2204323" y="1031893"/>
                </a:lnTo>
                <a:cubicBezTo>
                  <a:pt x="1684600" y="978953"/>
                  <a:pt x="1262670" y="590398"/>
                  <a:pt x="1159398" y="87072"/>
                </a:cubicBezTo>
                <a:close/>
                <a:moveTo>
                  <a:pt x="1017789" y="0"/>
                </a:moveTo>
                <a:lnTo>
                  <a:pt x="1041132" y="0"/>
                </a:lnTo>
                <a:lnTo>
                  <a:pt x="1057661" y="107992"/>
                </a:lnTo>
                <a:cubicBezTo>
                  <a:pt x="1169939" y="655229"/>
                  <a:pt x="1628650" y="1077653"/>
                  <a:pt x="2193716" y="1135208"/>
                </a:cubicBezTo>
                <a:lnTo>
                  <a:pt x="2325894" y="1141903"/>
                </a:lnTo>
                <a:lnTo>
                  <a:pt x="2325894" y="1165004"/>
                </a:lnTo>
                <a:lnTo>
                  <a:pt x="2191361" y="1158189"/>
                </a:lnTo>
                <a:cubicBezTo>
                  <a:pt x="1616222" y="1099606"/>
                  <a:pt x="1149313" y="669630"/>
                  <a:pt x="1035029" y="112636"/>
                </a:cubicBezTo>
                <a:close/>
                <a:moveTo>
                  <a:pt x="889397" y="0"/>
                </a:moveTo>
                <a:lnTo>
                  <a:pt x="912837" y="0"/>
                </a:lnTo>
                <a:lnTo>
                  <a:pt x="933296" y="133667"/>
                </a:lnTo>
                <a:cubicBezTo>
                  <a:pt x="1056582" y="734570"/>
                  <a:pt x="1560272" y="1198411"/>
                  <a:pt x="2180754" y="1261608"/>
                </a:cubicBezTo>
                <a:lnTo>
                  <a:pt x="2325894" y="1268960"/>
                </a:lnTo>
                <a:lnTo>
                  <a:pt x="2325894" y="1292061"/>
                </a:lnTo>
                <a:lnTo>
                  <a:pt x="2178378" y="1284588"/>
                </a:lnTo>
                <a:cubicBezTo>
                  <a:pt x="1547742" y="1220351"/>
                  <a:pt x="1035844" y="748879"/>
                  <a:pt x="910550" y="138199"/>
                </a:cubicBezTo>
                <a:close/>
                <a:moveTo>
                  <a:pt x="761929" y="0"/>
                </a:moveTo>
                <a:lnTo>
                  <a:pt x="785032" y="0"/>
                </a:lnTo>
                <a:lnTo>
                  <a:pt x="785312" y="5523"/>
                </a:lnTo>
                <a:cubicBezTo>
                  <a:pt x="859466" y="733364"/>
                  <a:pt x="1439889" y="1313736"/>
                  <a:pt x="2167790" y="1387884"/>
                </a:cubicBezTo>
                <a:lnTo>
                  <a:pt x="2325894" y="1395894"/>
                </a:lnTo>
                <a:lnTo>
                  <a:pt x="2325894" y="1418995"/>
                </a:lnTo>
                <a:lnTo>
                  <a:pt x="2165434" y="1410866"/>
                </a:lnTo>
                <a:cubicBezTo>
                  <a:pt x="1426685" y="1335609"/>
                  <a:pt x="837591" y="746563"/>
                  <a:pt x="762328" y="7877"/>
                </a:cubicBezTo>
                <a:close/>
                <a:moveTo>
                  <a:pt x="634980" y="0"/>
                </a:moveTo>
                <a:lnTo>
                  <a:pt x="658083" y="0"/>
                </a:lnTo>
                <a:lnTo>
                  <a:pt x="659019" y="18476"/>
                </a:lnTo>
                <a:cubicBezTo>
                  <a:pt x="739252" y="805990"/>
                  <a:pt x="1367247" y="1433931"/>
                  <a:pt x="2154827" y="1514157"/>
                </a:cubicBezTo>
                <a:lnTo>
                  <a:pt x="2325894" y="1522823"/>
                </a:lnTo>
                <a:lnTo>
                  <a:pt x="2325894" y="1545924"/>
                </a:lnTo>
                <a:lnTo>
                  <a:pt x="2152472" y="1537138"/>
                </a:lnTo>
                <a:cubicBezTo>
                  <a:pt x="1354048" y="1455804"/>
                  <a:pt x="717377" y="819188"/>
                  <a:pt x="636036" y="20831"/>
                </a:cubicBezTo>
                <a:close/>
                <a:moveTo>
                  <a:pt x="507911" y="0"/>
                </a:moveTo>
                <a:lnTo>
                  <a:pt x="531128" y="0"/>
                </a:lnTo>
                <a:lnTo>
                  <a:pt x="532727" y="31559"/>
                </a:lnTo>
                <a:cubicBezTo>
                  <a:pt x="619037" y="878744"/>
                  <a:pt x="1294606" y="1554259"/>
                  <a:pt x="2141864" y="1640562"/>
                </a:cubicBezTo>
                <a:lnTo>
                  <a:pt x="2325894" y="1649885"/>
                </a:lnTo>
                <a:lnTo>
                  <a:pt x="2325894" y="1672981"/>
                </a:lnTo>
                <a:lnTo>
                  <a:pt x="2139488" y="1663539"/>
                </a:lnTo>
                <a:cubicBezTo>
                  <a:pt x="1281294" y="1576127"/>
                  <a:pt x="597044" y="891939"/>
                  <a:pt x="509624" y="33818"/>
                </a:cubicBezTo>
                <a:close/>
                <a:moveTo>
                  <a:pt x="380961" y="0"/>
                </a:moveTo>
                <a:lnTo>
                  <a:pt x="404065" y="0"/>
                </a:lnTo>
                <a:lnTo>
                  <a:pt x="406316" y="44437"/>
                </a:lnTo>
                <a:cubicBezTo>
                  <a:pt x="498717" y="951387"/>
                  <a:pt x="1221951" y="1674473"/>
                  <a:pt x="2128900" y="1766854"/>
                </a:cubicBezTo>
                <a:lnTo>
                  <a:pt x="2325894" y="1776833"/>
                </a:lnTo>
                <a:lnTo>
                  <a:pt x="2325894" y="1799934"/>
                </a:lnTo>
                <a:lnTo>
                  <a:pt x="2126525" y="1789835"/>
                </a:lnTo>
                <a:cubicBezTo>
                  <a:pt x="1208653" y="1696346"/>
                  <a:pt x="476829" y="964585"/>
                  <a:pt x="383332" y="46792"/>
                </a:cubicBezTo>
                <a:close/>
                <a:moveTo>
                  <a:pt x="254013" y="0"/>
                </a:moveTo>
                <a:lnTo>
                  <a:pt x="277116" y="0"/>
                </a:lnTo>
                <a:lnTo>
                  <a:pt x="280023" y="57371"/>
                </a:lnTo>
                <a:cubicBezTo>
                  <a:pt x="378489" y="1023914"/>
                  <a:pt x="1149211" y="1794655"/>
                  <a:pt x="2115917" y="1893125"/>
                </a:cubicBezTo>
                <a:lnTo>
                  <a:pt x="2325894" y="1903762"/>
                </a:lnTo>
                <a:lnTo>
                  <a:pt x="2325894" y="1926863"/>
                </a:lnTo>
                <a:lnTo>
                  <a:pt x="2113563" y="1916107"/>
                </a:lnTo>
                <a:cubicBezTo>
                  <a:pt x="1136012" y="1816541"/>
                  <a:pt x="356615" y="1037211"/>
                  <a:pt x="257040" y="59745"/>
                </a:cubicBezTo>
                <a:close/>
                <a:moveTo>
                  <a:pt x="126949" y="0"/>
                </a:moveTo>
                <a:lnTo>
                  <a:pt x="150160" y="0"/>
                </a:lnTo>
                <a:lnTo>
                  <a:pt x="153729" y="70454"/>
                </a:lnTo>
                <a:cubicBezTo>
                  <a:pt x="258274" y="1096671"/>
                  <a:pt x="1076570" y="1914983"/>
                  <a:pt x="2102955" y="2019530"/>
                </a:cubicBezTo>
                <a:lnTo>
                  <a:pt x="2325894" y="2030824"/>
                </a:lnTo>
                <a:lnTo>
                  <a:pt x="2325894" y="2053925"/>
                </a:lnTo>
                <a:lnTo>
                  <a:pt x="2100598" y="2042512"/>
                </a:lnTo>
                <a:cubicBezTo>
                  <a:pt x="1063358" y="1936856"/>
                  <a:pt x="236298" y="1109866"/>
                  <a:pt x="130633" y="72714"/>
                </a:cubicBezTo>
                <a:close/>
                <a:moveTo>
                  <a:pt x="0" y="0"/>
                </a:moveTo>
                <a:lnTo>
                  <a:pt x="23103" y="0"/>
                </a:lnTo>
                <a:lnTo>
                  <a:pt x="27324" y="83311"/>
                </a:lnTo>
                <a:cubicBezTo>
                  <a:pt x="137958" y="1169290"/>
                  <a:pt x="1003916" y="2035178"/>
                  <a:pt x="2089991" y="2145803"/>
                </a:cubicBezTo>
                <a:lnTo>
                  <a:pt x="2325894" y="2157753"/>
                </a:lnTo>
                <a:lnTo>
                  <a:pt x="2325894" y="2180854"/>
                </a:lnTo>
                <a:lnTo>
                  <a:pt x="2087636" y="2168784"/>
                </a:lnTo>
                <a:cubicBezTo>
                  <a:pt x="990717" y="2057051"/>
                  <a:pt x="116084" y="1182492"/>
                  <a:pt x="4341" y="85667"/>
                </a:cubicBezTo>
                <a:close/>
              </a:path>
            </a:pathLst>
          </a:custGeom>
          <a:solidFill>
            <a:srgbClr val="E6F0FE"/>
          </a:solidFill>
          <a:ln w="4763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>
            <a:lvl1pPr>
              <a:lnSpc>
                <a:spcPct val="100000"/>
              </a:lnSpc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755904" y="2825496"/>
            <a:ext cx="10680192" cy="2834640"/>
          </a:xfrm>
        </p:spPr>
        <p:txBody>
          <a:bodyPr>
            <a:no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>
            <a:noAutofit/>
          </a:bodyPr>
          <a:lstStyle/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457129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389120" y="2395728"/>
            <a:ext cx="7013448" cy="1627632"/>
          </a:xfrm>
        </p:spPr>
        <p:txBody>
          <a:bodyPr lIns="0" tIns="0" rIns="0" bIns="0">
            <a:noAutofit/>
          </a:bodyPr>
          <a:lstStyle>
            <a:lvl1pPr algn="l">
              <a:lnSpc>
                <a:spcPct val="100000"/>
              </a:lnSpc>
              <a:defRPr sz="3300" b="1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7" name="Text Placeholder 54">
            <a:extLst>
              <a:ext uri="{FF2B5EF4-FFF2-40B4-BE49-F238E27FC236}">
                <a16:creationId xmlns:a16="http://schemas.microsoft.com/office/drawing/2014/main" id="{A493C80D-2813-9E70-8901-D4B9EA4DD7EA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3611880" y="1984248"/>
            <a:ext cx="768096" cy="1627632"/>
          </a:xfrm>
        </p:spPr>
        <p:txBody>
          <a:bodyPr lIns="91440" tIns="45720" rIns="91440" bIns="54864">
            <a:noAutofit/>
          </a:bodyPr>
          <a:lstStyle>
            <a:lvl1pPr marL="0" indent="0">
              <a:buNone/>
              <a:defRPr sz="10000" b="1"/>
            </a:lvl1pPr>
          </a:lstStyle>
          <a:p>
            <a:pPr lvl="0"/>
            <a:r>
              <a:rPr lang="en-US" dirty="0"/>
              <a:t>“</a:t>
            </a:r>
          </a:p>
        </p:txBody>
      </p:sp>
      <p:sp>
        <p:nvSpPr>
          <p:cNvPr id="55" name="Text Placeholder 54">
            <a:extLst>
              <a:ext uri="{FF2B5EF4-FFF2-40B4-BE49-F238E27FC236}">
                <a16:creationId xmlns:a16="http://schemas.microsoft.com/office/drawing/2014/main" id="{A2733C45-7C53-2BC5-3F62-D069650A79C9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389120" y="4308475"/>
            <a:ext cx="3932238" cy="588963"/>
          </a:xfrm>
        </p:spPr>
        <p:txBody>
          <a:bodyPr lIns="0" tIns="0" rIns="0" bIns="0">
            <a:noAutofit/>
          </a:bodyPr>
          <a:lstStyle>
            <a:lvl1pPr marL="0" indent="0">
              <a:buNone/>
              <a:defRPr sz="2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6" name="Text Placeholder 54">
            <a:extLst>
              <a:ext uri="{FF2B5EF4-FFF2-40B4-BE49-F238E27FC236}">
                <a16:creationId xmlns:a16="http://schemas.microsoft.com/office/drawing/2014/main" id="{B1D62231-87CB-21EC-CF8C-46276AD1F951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9500616" y="3209544"/>
            <a:ext cx="768096" cy="1627632"/>
          </a:xfrm>
        </p:spPr>
        <p:txBody>
          <a:bodyPr lIns="91440" tIns="45720" rIns="91440" bIns="54864">
            <a:noAutofit/>
          </a:bodyPr>
          <a:lstStyle>
            <a:lvl1pPr marL="0" indent="0">
              <a:buNone/>
              <a:defRPr sz="10000" b="1"/>
            </a:lvl1pPr>
          </a:lstStyle>
          <a:p>
            <a:pPr lvl="0"/>
            <a:r>
              <a:rPr lang="en-US" dirty="0"/>
              <a:t>”</a:t>
            </a:r>
          </a:p>
        </p:txBody>
      </p:sp>
      <p:sp>
        <p:nvSpPr>
          <p:cNvPr id="32" name="Image 1" descr="preencoded.png">
            <a:extLst>
              <a:ext uri="{FF2B5EF4-FFF2-40B4-BE49-F238E27FC236}">
                <a16:creationId xmlns:a16="http://schemas.microsoft.com/office/drawing/2014/main" id="{2A3EC91E-4089-D366-06D3-3E66F93DFAF3}"/>
              </a:ext>
            </a:extLst>
          </p:cNvPr>
          <p:cNvSpPr/>
          <p:nvPr/>
        </p:nvSpPr>
        <p:spPr>
          <a:xfrm>
            <a:off x="-7117" y="0"/>
            <a:ext cx="2550985" cy="6858000"/>
          </a:xfrm>
          <a:custGeom>
            <a:avLst/>
            <a:gdLst>
              <a:gd name="connsiteX0" fmla="*/ 2550985 w 2550985"/>
              <a:gd name="connsiteY0" fmla="*/ 0 h 6858000"/>
              <a:gd name="connsiteX1" fmla="*/ 0 w 2550985"/>
              <a:gd name="connsiteY1" fmla="*/ 0 h 6858000"/>
              <a:gd name="connsiteX2" fmla="*/ 0 w 2550985"/>
              <a:gd name="connsiteY2" fmla="*/ 6858000 h 6858000"/>
              <a:gd name="connsiteX3" fmla="*/ 2550985 w 2550985"/>
              <a:gd name="connsiteY3" fmla="*/ 6858000 h 6858000"/>
              <a:gd name="connsiteX4" fmla="*/ 2550985 w 2550985"/>
              <a:gd name="connsiteY4" fmla="*/ 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550985" h="6858000">
                <a:moveTo>
                  <a:pt x="2550985" y="0"/>
                </a:moveTo>
                <a:lnTo>
                  <a:pt x="0" y="0"/>
                </a:lnTo>
                <a:lnTo>
                  <a:pt x="0" y="6858000"/>
                </a:lnTo>
                <a:lnTo>
                  <a:pt x="2550985" y="6858000"/>
                </a:lnTo>
                <a:lnTo>
                  <a:pt x="2550985" y="0"/>
                </a:lnTo>
                <a:close/>
              </a:path>
            </a:pathLst>
          </a:custGeom>
          <a:solidFill>
            <a:schemeClr val="accent4"/>
          </a:solidFill>
          <a:ln w="7045" cap="flat">
            <a:noFill/>
            <a:prstDash val="solid"/>
            <a:miter/>
          </a:ln>
        </p:spPr>
        <p:txBody>
          <a:bodyPr rtlCol="0" anchor="ctr">
            <a:noAutofit/>
          </a:bodyPr>
          <a:lstStyle/>
          <a:p>
            <a:endParaRPr lang="en-US" dirty="0"/>
          </a:p>
        </p:txBody>
      </p:sp>
      <p:sp>
        <p:nvSpPr>
          <p:cNvPr id="53" name="Freeform: Shape 52">
            <a:extLst>
              <a:ext uri="{FF2B5EF4-FFF2-40B4-BE49-F238E27FC236}">
                <a16:creationId xmlns:a16="http://schemas.microsoft.com/office/drawing/2014/main" id="{70F595E1-C910-3710-90E9-AF5FFCE05861}"/>
              </a:ext>
            </a:extLst>
          </p:cNvPr>
          <p:cNvSpPr/>
          <p:nvPr userDrawn="1"/>
        </p:nvSpPr>
        <p:spPr>
          <a:xfrm>
            <a:off x="-9415" y="0"/>
            <a:ext cx="2548591" cy="2555628"/>
          </a:xfrm>
          <a:custGeom>
            <a:avLst/>
            <a:gdLst>
              <a:gd name="connsiteX0" fmla="*/ 138643 w 2548591"/>
              <a:gd name="connsiteY0" fmla="*/ 1 h 2555628"/>
              <a:gd name="connsiteX1" fmla="*/ 163874 w 2548591"/>
              <a:gd name="connsiteY1" fmla="*/ 1 h 2555628"/>
              <a:gd name="connsiteX2" fmla="*/ 2548463 w 2548591"/>
              <a:gd name="connsiteY2" fmla="*/ 2391168 h 2555628"/>
              <a:gd name="connsiteX3" fmla="*/ 2548463 w 2548591"/>
              <a:gd name="connsiteY3" fmla="*/ 2416472 h 2555628"/>
              <a:gd name="connsiteX4" fmla="*/ 2548590 w 2548591"/>
              <a:gd name="connsiteY4" fmla="*/ 2416600 h 2555628"/>
              <a:gd name="connsiteX5" fmla="*/ 138643 w 2548591"/>
              <a:gd name="connsiteY5" fmla="*/ 1 h 2555628"/>
              <a:gd name="connsiteX6" fmla="*/ 0 w 2548591"/>
              <a:gd name="connsiteY6" fmla="*/ 1 h 2555628"/>
              <a:gd name="connsiteX7" fmla="*/ 25231 w 2548591"/>
              <a:gd name="connsiteY7" fmla="*/ 1 h 2555628"/>
              <a:gd name="connsiteX8" fmla="*/ 2548591 w 2548591"/>
              <a:gd name="connsiteY8" fmla="*/ 2530324 h 2555628"/>
              <a:gd name="connsiteX9" fmla="*/ 2548591 w 2548591"/>
              <a:gd name="connsiteY9" fmla="*/ 2555628 h 2555628"/>
              <a:gd name="connsiteX10" fmla="*/ 0 w 2548591"/>
              <a:gd name="connsiteY10" fmla="*/ 1 h 2555628"/>
              <a:gd name="connsiteX11" fmla="*/ 277411 w 2548591"/>
              <a:gd name="connsiteY11" fmla="*/ 1 h 2555628"/>
              <a:gd name="connsiteX12" fmla="*/ 302642 w 2548591"/>
              <a:gd name="connsiteY12" fmla="*/ 1 h 2555628"/>
              <a:gd name="connsiteX13" fmla="*/ 2548582 w 2548591"/>
              <a:gd name="connsiteY13" fmla="*/ 2252147 h 2555628"/>
              <a:gd name="connsiteX14" fmla="*/ 2548582 w 2548591"/>
              <a:gd name="connsiteY14" fmla="*/ 2277444 h 2555628"/>
              <a:gd name="connsiteX15" fmla="*/ 277411 w 2548591"/>
              <a:gd name="connsiteY15" fmla="*/ 1 h 2555628"/>
              <a:gd name="connsiteX16" fmla="*/ 416054 w 2548591"/>
              <a:gd name="connsiteY16" fmla="*/ 1 h 2555628"/>
              <a:gd name="connsiteX17" fmla="*/ 441285 w 2548591"/>
              <a:gd name="connsiteY17" fmla="*/ 1 h 2555628"/>
              <a:gd name="connsiteX18" fmla="*/ 2548589 w 2548591"/>
              <a:gd name="connsiteY18" fmla="*/ 2113119 h 2555628"/>
              <a:gd name="connsiteX19" fmla="*/ 2548589 w 2548591"/>
              <a:gd name="connsiteY19" fmla="*/ 2138423 h 2555628"/>
              <a:gd name="connsiteX20" fmla="*/ 416054 w 2548591"/>
              <a:gd name="connsiteY20" fmla="*/ 1 h 2555628"/>
              <a:gd name="connsiteX21" fmla="*/ 554698 w 2548591"/>
              <a:gd name="connsiteY21" fmla="*/ 1 h 2555628"/>
              <a:gd name="connsiteX22" fmla="*/ 579930 w 2548591"/>
              <a:gd name="connsiteY22" fmla="*/ 1 h 2555628"/>
              <a:gd name="connsiteX23" fmla="*/ 2548462 w 2548591"/>
              <a:gd name="connsiteY23" fmla="*/ 1973963 h 2555628"/>
              <a:gd name="connsiteX24" fmla="*/ 2548462 w 2548591"/>
              <a:gd name="connsiteY24" fmla="*/ 1999267 h 2555628"/>
              <a:gd name="connsiteX25" fmla="*/ 2548589 w 2548591"/>
              <a:gd name="connsiteY25" fmla="*/ 1999394 h 2555628"/>
              <a:gd name="connsiteX26" fmla="*/ 554698 w 2548591"/>
              <a:gd name="connsiteY26" fmla="*/ 1 h 2555628"/>
              <a:gd name="connsiteX27" fmla="*/ 693468 w 2548591"/>
              <a:gd name="connsiteY27" fmla="*/ 0 h 2555628"/>
              <a:gd name="connsiteX28" fmla="*/ 718701 w 2548591"/>
              <a:gd name="connsiteY28" fmla="*/ 0 h 2555628"/>
              <a:gd name="connsiteX29" fmla="*/ 2548583 w 2548591"/>
              <a:gd name="connsiteY29" fmla="*/ 1834942 h 2555628"/>
              <a:gd name="connsiteX30" fmla="*/ 2548583 w 2548591"/>
              <a:gd name="connsiteY30" fmla="*/ 1860239 h 2555628"/>
              <a:gd name="connsiteX31" fmla="*/ 693468 w 2548591"/>
              <a:gd name="connsiteY31" fmla="*/ 0 h 2555628"/>
              <a:gd name="connsiteX32" fmla="*/ 832112 w 2548591"/>
              <a:gd name="connsiteY32" fmla="*/ 0 h 2555628"/>
              <a:gd name="connsiteX33" fmla="*/ 857340 w 2548591"/>
              <a:gd name="connsiteY33" fmla="*/ 0 h 2555628"/>
              <a:gd name="connsiteX34" fmla="*/ 2548582 w 2548591"/>
              <a:gd name="connsiteY34" fmla="*/ 1695913 h 2555628"/>
              <a:gd name="connsiteX35" fmla="*/ 2548582 w 2548591"/>
              <a:gd name="connsiteY35" fmla="*/ 1721210 h 2555628"/>
              <a:gd name="connsiteX36" fmla="*/ 832112 w 2548591"/>
              <a:gd name="connsiteY36" fmla="*/ 0 h 2555628"/>
              <a:gd name="connsiteX37" fmla="*/ 970758 w 2548591"/>
              <a:gd name="connsiteY37" fmla="*/ 0 h 2555628"/>
              <a:gd name="connsiteX38" fmla="*/ 995986 w 2548591"/>
              <a:gd name="connsiteY38" fmla="*/ 0 h 2555628"/>
              <a:gd name="connsiteX39" fmla="*/ 2548463 w 2548591"/>
              <a:gd name="connsiteY39" fmla="*/ 1556758 h 2555628"/>
              <a:gd name="connsiteX40" fmla="*/ 2548463 w 2548591"/>
              <a:gd name="connsiteY40" fmla="*/ 1582062 h 2555628"/>
              <a:gd name="connsiteX41" fmla="*/ 2548590 w 2548591"/>
              <a:gd name="connsiteY41" fmla="*/ 1582189 h 2555628"/>
              <a:gd name="connsiteX42" fmla="*/ 970758 w 2548591"/>
              <a:gd name="connsiteY42" fmla="*/ 0 h 2555628"/>
              <a:gd name="connsiteX43" fmla="*/ 1109529 w 2548591"/>
              <a:gd name="connsiteY43" fmla="*/ 0 h 2555628"/>
              <a:gd name="connsiteX44" fmla="*/ 1134764 w 2548591"/>
              <a:gd name="connsiteY44" fmla="*/ 0 h 2555628"/>
              <a:gd name="connsiteX45" fmla="*/ 2548589 w 2548591"/>
              <a:gd name="connsiteY45" fmla="*/ 1417736 h 2555628"/>
              <a:gd name="connsiteX46" fmla="*/ 2548589 w 2548591"/>
              <a:gd name="connsiteY46" fmla="*/ 1443033 h 2555628"/>
              <a:gd name="connsiteX47" fmla="*/ 1109529 w 2548591"/>
              <a:gd name="connsiteY47" fmla="*/ 0 h 2555628"/>
              <a:gd name="connsiteX48" fmla="*/ 1248168 w 2548591"/>
              <a:gd name="connsiteY48" fmla="*/ 0 h 2555628"/>
              <a:gd name="connsiteX49" fmla="*/ 1273396 w 2548591"/>
              <a:gd name="connsiteY49" fmla="*/ 0 h 2555628"/>
              <a:gd name="connsiteX50" fmla="*/ 2548583 w 2548591"/>
              <a:gd name="connsiteY50" fmla="*/ 1278708 h 2555628"/>
              <a:gd name="connsiteX51" fmla="*/ 2548583 w 2548591"/>
              <a:gd name="connsiteY51" fmla="*/ 1304005 h 2555628"/>
              <a:gd name="connsiteX52" fmla="*/ 1248168 w 2548591"/>
              <a:gd name="connsiteY52" fmla="*/ 0 h 2555628"/>
              <a:gd name="connsiteX53" fmla="*/ 1386813 w 2548591"/>
              <a:gd name="connsiteY53" fmla="*/ 0 h 2555628"/>
              <a:gd name="connsiteX54" fmla="*/ 1412041 w 2548591"/>
              <a:gd name="connsiteY54" fmla="*/ 0 h 2555628"/>
              <a:gd name="connsiteX55" fmla="*/ 2548589 w 2548591"/>
              <a:gd name="connsiteY55" fmla="*/ 1139552 h 2555628"/>
              <a:gd name="connsiteX56" fmla="*/ 2548589 w 2548591"/>
              <a:gd name="connsiteY56" fmla="*/ 1164857 h 2555628"/>
              <a:gd name="connsiteX57" fmla="*/ 2548589 w 2548591"/>
              <a:gd name="connsiteY57" fmla="*/ 1164984 h 2555628"/>
              <a:gd name="connsiteX58" fmla="*/ 1386813 w 2548591"/>
              <a:gd name="connsiteY58" fmla="*/ 0 h 2555628"/>
              <a:gd name="connsiteX59" fmla="*/ 1525579 w 2548591"/>
              <a:gd name="connsiteY59" fmla="*/ 0 h 2555628"/>
              <a:gd name="connsiteX60" fmla="*/ 1550814 w 2548591"/>
              <a:gd name="connsiteY60" fmla="*/ 0 h 2555628"/>
              <a:gd name="connsiteX61" fmla="*/ 2548583 w 2548591"/>
              <a:gd name="connsiteY61" fmla="*/ 1000531 h 2555628"/>
              <a:gd name="connsiteX62" fmla="*/ 2548583 w 2548591"/>
              <a:gd name="connsiteY62" fmla="*/ 1025828 h 2555628"/>
              <a:gd name="connsiteX63" fmla="*/ 1525579 w 2548591"/>
              <a:gd name="connsiteY63" fmla="*/ 0 h 2555628"/>
              <a:gd name="connsiteX64" fmla="*/ 1664231 w 2548591"/>
              <a:gd name="connsiteY64" fmla="*/ 0 h 2555628"/>
              <a:gd name="connsiteX65" fmla="*/ 1689459 w 2548591"/>
              <a:gd name="connsiteY65" fmla="*/ 0 h 2555628"/>
              <a:gd name="connsiteX66" fmla="*/ 2548589 w 2548591"/>
              <a:gd name="connsiteY66" fmla="*/ 861503 h 2555628"/>
              <a:gd name="connsiteX67" fmla="*/ 2548589 w 2548591"/>
              <a:gd name="connsiteY67" fmla="*/ 886800 h 2555628"/>
              <a:gd name="connsiteX68" fmla="*/ 1664231 w 2548591"/>
              <a:gd name="connsiteY68" fmla="*/ 0 h 2555628"/>
              <a:gd name="connsiteX69" fmla="*/ 1802870 w 2548591"/>
              <a:gd name="connsiteY69" fmla="*/ 0 h 2555628"/>
              <a:gd name="connsiteX70" fmla="*/ 1828097 w 2548591"/>
              <a:gd name="connsiteY70" fmla="*/ 0 h 2555628"/>
              <a:gd name="connsiteX71" fmla="*/ 2548583 w 2548591"/>
              <a:gd name="connsiteY71" fmla="*/ 722347 h 2555628"/>
              <a:gd name="connsiteX72" fmla="*/ 2548583 w 2548591"/>
              <a:gd name="connsiteY72" fmla="*/ 747651 h 2555628"/>
              <a:gd name="connsiteX73" fmla="*/ 2548583 w 2548591"/>
              <a:gd name="connsiteY73" fmla="*/ 747778 h 2555628"/>
              <a:gd name="connsiteX74" fmla="*/ 1802870 w 2548591"/>
              <a:gd name="connsiteY74" fmla="*/ 0 h 2555628"/>
              <a:gd name="connsiteX75" fmla="*/ 1941642 w 2548591"/>
              <a:gd name="connsiteY75" fmla="*/ 0 h 2555628"/>
              <a:gd name="connsiteX76" fmla="*/ 1966877 w 2548591"/>
              <a:gd name="connsiteY76" fmla="*/ 0 h 2555628"/>
              <a:gd name="connsiteX77" fmla="*/ 2548589 w 2548591"/>
              <a:gd name="connsiteY77" fmla="*/ 583321 h 2555628"/>
              <a:gd name="connsiteX78" fmla="*/ 2548589 w 2548591"/>
              <a:gd name="connsiteY78" fmla="*/ 608622 h 2555628"/>
              <a:gd name="connsiteX79" fmla="*/ 1941642 w 2548591"/>
              <a:gd name="connsiteY79" fmla="*/ 0 h 2555628"/>
              <a:gd name="connsiteX80" fmla="*/ 2080281 w 2548591"/>
              <a:gd name="connsiteY80" fmla="*/ 0 h 2555628"/>
              <a:gd name="connsiteX81" fmla="*/ 2105508 w 2548591"/>
              <a:gd name="connsiteY81" fmla="*/ 0 h 2555628"/>
              <a:gd name="connsiteX82" fmla="*/ 2548582 w 2548591"/>
              <a:gd name="connsiteY82" fmla="*/ 444296 h 2555628"/>
              <a:gd name="connsiteX83" fmla="*/ 2548582 w 2548591"/>
              <a:gd name="connsiteY83" fmla="*/ 469597 h 2555628"/>
              <a:gd name="connsiteX84" fmla="*/ 2080281 w 2548591"/>
              <a:gd name="connsiteY84" fmla="*/ 0 h 2555628"/>
              <a:gd name="connsiteX85" fmla="*/ 2218926 w 2548591"/>
              <a:gd name="connsiteY85" fmla="*/ 0 h 2555628"/>
              <a:gd name="connsiteX86" fmla="*/ 2244153 w 2548591"/>
              <a:gd name="connsiteY86" fmla="*/ 0 h 2555628"/>
              <a:gd name="connsiteX87" fmla="*/ 2548582 w 2548591"/>
              <a:gd name="connsiteY87" fmla="*/ 305270 h 2555628"/>
              <a:gd name="connsiteX88" fmla="*/ 2548582 w 2548591"/>
              <a:gd name="connsiteY88" fmla="*/ 330570 h 2555628"/>
              <a:gd name="connsiteX89" fmla="*/ 2218926 w 2548591"/>
              <a:gd name="connsiteY89" fmla="*/ 0 h 255562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</a:cxnLst>
            <a:rect l="l" t="t" r="r" b="b"/>
            <a:pathLst>
              <a:path w="2548591" h="2555628">
                <a:moveTo>
                  <a:pt x="138643" y="1"/>
                </a:moveTo>
                <a:lnTo>
                  <a:pt x="163874" y="1"/>
                </a:lnTo>
                <a:cubicBezTo>
                  <a:pt x="163874" y="1318576"/>
                  <a:pt x="1233644" y="2391168"/>
                  <a:pt x="2548463" y="2391168"/>
                </a:cubicBezTo>
                <a:lnTo>
                  <a:pt x="2548463" y="2416472"/>
                </a:lnTo>
                <a:lnTo>
                  <a:pt x="2548590" y="2416600"/>
                </a:lnTo>
                <a:cubicBezTo>
                  <a:pt x="1219755" y="2416600"/>
                  <a:pt x="138643" y="1332503"/>
                  <a:pt x="138643" y="1"/>
                </a:cubicBezTo>
                <a:close/>
                <a:moveTo>
                  <a:pt x="0" y="1"/>
                </a:moveTo>
                <a:lnTo>
                  <a:pt x="25231" y="1"/>
                </a:lnTo>
                <a:cubicBezTo>
                  <a:pt x="25231" y="1395244"/>
                  <a:pt x="1157188" y="2530324"/>
                  <a:pt x="2548591" y="2530324"/>
                </a:cubicBezTo>
                <a:lnTo>
                  <a:pt x="2548591" y="2555628"/>
                </a:lnTo>
                <a:cubicBezTo>
                  <a:pt x="1143299" y="2555628"/>
                  <a:pt x="0" y="1409172"/>
                  <a:pt x="0" y="1"/>
                </a:cubicBezTo>
                <a:close/>
                <a:moveTo>
                  <a:pt x="277411" y="1"/>
                </a:moveTo>
                <a:lnTo>
                  <a:pt x="302642" y="1"/>
                </a:lnTo>
                <a:cubicBezTo>
                  <a:pt x="302642" y="1241907"/>
                  <a:pt x="1310229" y="2252147"/>
                  <a:pt x="2548582" y="2252147"/>
                </a:cubicBezTo>
                <a:lnTo>
                  <a:pt x="2548582" y="2277444"/>
                </a:lnTo>
                <a:cubicBezTo>
                  <a:pt x="1296205" y="2277444"/>
                  <a:pt x="277411" y="1255835"/>
                  <a:pt x="277411" y="1"/>
                </a:cubicBezTo>
                <a:close/>
                <a:moveTo>
                  <a:pt x="416054" y="1"/>
                </a:moveTo>
                <a:lnTo>
                  <a:pt x="441285" y="1"/>
                </a:lnTo>
                <a:cubicBezTo>
                  <a:pt x="441285" y="1165111"/>
                  <a:pt x="1386559" y="2113119"/>
                  <a:pt x="2548589" y="2113119"/>
                </a:cubicBezTo>
                <a:lnTo>
                  <a:pt x="2548589" y="2138423"/>
                </a:lnTo>
                <a:cubicBezTo>
                  <a:pt x="1372670" y="2138423"/>
                  <a:pt x="416054" y="1179166"/>
                  <a:pt x="416054" y="1"/>
                </a:cubicBezTo>
                <a:close/>
                <a:moveTo>
                  <a:pt x="554698" y="1"/>
                </a:moveTo>
                <a:lnTo>
                  <a:pt x="579930" y="1"/>
                </a:lnTo>
                <a:cubicBezTo>
                  <a:pt x="579930" y="1088442"/>
                  <a:pt x="1463017" y="1973963"/>
                  <a:pt x="2548462" y="1973963"/>
                </a:cubicBezTo>
                <a:lnTo>
                  <a:pt x="2548462" y="1999267"/>
                </a:lnTo>
                <a:lnTo>
                  <a:pt x="2548589" y="1999394"/>
                </a:lnTo>
                <a:cubicBezTo>
                  <a:pt x="1449127" y="1999394"/>
                  <a:pt x="554698" y="1102497"/>
                  <a:pt x="554698" y="1"/>
                </a:cubicBezTo>
                <a:close/>
                <a:moveTo>
                  <a:pt x="693468" y="0"/>
                </a:moveTo>
                <a:lnTo>
                  <a:pt x="718701" y="0"/>
                </a:lnTo>
                <a:cubicBezTo>
                  <a:pt x="718701" y="1011773"/>
                  <a:pt x="1539602" y="1834942"/>
                  <a:pt x="2548583" y="1834942"/>
                </a:cubicBezTo>
                <a:lnTo>
                  <a:pt x="2548583" y="1860239"/>
                </a:lnTo>
                <a:cubicBezTo>
                  <a:pt x="1525706" y="1860239"/>
                  <a:pt x="693468" y="1025701"/>
                  <a:pt x="693468" y="0"/>
                </a:cubicBezTo>
                <a:close/>
                <a:moveTo>
                  <a:pt x="832112" y="0"/>
                </a:moveTo>
                <a:lnTo>
                  <a:pt x="857340" y="0"/>
                </a:lnTo>
                <a:cubicBezTo>
                  <a:pt x="857340" y="935105"/>
                  <a:pt x="1616059" y="1695913"/>
                  <a:pt x="2548582" y="1695913"/>
                </a:cubicBezTo>
                <a:lnTo>
                  <a:pt x="2548582" y="1721210"/>
                </a:lnTo>
                <a:cubicBezTo>
                  <a:pt x="1602170" y="1721210"/>
                  <a:pt x="832112" y="949032"/>
                  <a:pt x="832112" y="0"/>
                </a:cubicBezTo>
                <a:close/>
                <a:moveTo>
                  <a:pt x="970758" y="0"/>
                </a:moveTo>
                <a:lnTo>
                  <a:pt x="995986" y="0"/>
                </a:lnTo>
                <a:cubicBezTo>
                  <a:pt x="995986" y="858436"/>
                  <a:pt x="1692391" y="1556758"/>
                  <a:pt x="2548463" y="1556758"/>
                </a:cubicBezTo>
                <a:lnTo>
                  <a:pt x="2548463" y="1582062"/>
                </a:lnTo>
                <a:lnTo>
                  <a:pt x="2548590" y="1582189"/>
                </a:lnTo>
                <a:cubicBezTo>
                  <a:pt x="1678628" y="1582189"/>
                  <a:pt x="970758" y="872491"/>
                  <a:pt x="970758" y="0"/>
                </a:cubicBezTo>
                <a:close/>
                <a:moveTo>
                  <a:pt x="1109529" y="0"/>
                </a:moveTo>
                <a:lnTo>
                  <a:pt x="1134764" y="0"/>
                </a:lnTo>
                <a:cubicBezTo>
                  <a:pt x="1134764" y="781767"/>
                  <a:pt x="1768975" y="1417736"/>
                  <a:pt x="2548589" y="1417736"/>
                </a:cubicBezTo>
                <a:lnTo>
                  <a:pt x="2548589" y="1443033"/>
                </a:lnTo>
                <a:cubicBezTo>
                  <a:pt x="1755086" y="1443033"/>
                  <a:pt x="1109529" y="795695"/>
                  <a:pt x="1109529" y="0"/>
                </a:cubicBezTo>
                <a:close/>
                <a:moveTo>
                  <a:pt x="1248168" y="0"/>
                </a:moveTo>
                <a:lnTo>
                  <a:pt x="1273396" y="0"/>
                </a:lnTo>
                <a:cubicBezTo>
                  <a:pt x="1273396" y="705097"/>
                  <a:pt x="1845433" y="1278708"/>
                  <a:pt x="2548583" y="1278708"/>
                </a:cubicBezTo>
                <a:lnTo>
                  <a:pt x="2548583" y="1304005"/>
                </a:lnTo>
                <a:cubicBezTo>
                  <a:pt x="1831537" y="1304005"/>
                  <a:pt x="1248168" y="719026"/>
                  <a:pt x="1248168" y="0"/>
                </a:cubicBezTo>
                <a:close/>
                <a:moveTo>
                  <a:pt x="1386813" y="0"/>
                </a:moveTo>
                <a:lnTo>
                  <a:pt x="1412041" y="0"/>
                </a:lnTo>
                <a:cubicBezTo>
                  <a:pt x="1412041" y="628428"/>
                  <a:pt x="1921890" y="1139552"/>
                  <a:pt x="2548589" y="1139552"/>
                </a:cubicBezTo>
                <a:lnTo>
                  <a:pt x="2548589" y="1164857"/>
                </a:lnTo>
                <a:lnTo>
                  <a:pt x="2548589" y="1164984"/>
                </a:lnTo>
                <a:cubicBezTo>
                  <a:pt x="1908001" y="1164984"/>
                  <a:pt x="1386813" y="642356"/>
                  <a:pt x="1386813" y="0"/>
                </a:cubicBezTo>
                <a:close/>
                <a:moveTo>
                  <a:pt x="1525579" y="0"/>
                </a:moveTo>
                <a:lnTo>
                  <a:pt x="1550814" y="0"/>
                </a:lnTo>
                <a:cubicBezTo>
                  <a:pt x="1550814" y="551759"/>
                  <a:pt x="1998468" y="1000531"/>
                  <a:pt x="2548583" y="1000531"/>
                </a:cubicBezTo>
                <a:lnTo>
                  <a:pt x="2548583" y="1025828"/>
                </a:lnTo>
                <a:cubicBezTo>
                  <a:pt x="1984452" y="1025828"/>
                  <a:pt x="1525579" y="565560"/>
                  <a:pt x="1525579" y="0"/>
                </a:cubicBezTo>
                <a:close/>
                <a:moveTo>
                  <a:pt x="1664231" y="0"/>
                </a:moveTo>
                <a:lnTo>
                  <a:pt x="1689459" y="0"/>
                </a:lnTo>
                <a:cubicBezTo>
                  <a:pt x="1689459" y="474963"/>
                  <a:pt x="2074805" y="861503"/>
                  <a:pt x="2548589" y="861503"/>
                </a:cubicBezTo>
                <a:lnTo>
                  <a:pt x="2548589" y="886800"/>
                </a:lnTo>
                <a:cubicBezTo>
                  <a:pt x="2060916" y="886800"/>
                  <a:pt x="1664231" y="489019"/>
                  <a:pt x="1664231" y="0"/>
                </a:cubicBezTo>
                <a:close/>
                <a:moveTo>
                  <a:pt x="1802870" y="0"/>
                </a:moveTo>
                <a:lnTo>
                  <a:pt x="1828097" y="0"/>
                </a:lnTo>
                <a:cubicBezTo>
                  <a:pt x="1828097" y="398295"/>
                  <a:pt x="2151263" y="722347"/>
                  <a:pt x="2548583" y="722347"/>
                </a:cubicBezTo>
                <a:lnTo>
                  <a:pt x="2548583" y="747651"/>
                </a:lnTo>
                <a:lnTo>
                  <a:pt x="2548583" y="747778"/>
                </a:lnTo>
                <a:cubicBezTo>
                  <a:pt x="2137367" y="747778"/>
                  <a:pt x="1802870" y="412350"/>
                  <a:pt x="1802870" y="0"/>
                </a:cubicBezTo>
                <a:close/>
                <a:moveTo>
                  <a:pt x="1941642" y="0"/>
                </a:moveTo>
                <a:lnTo>
                  <a:pt x="1966877" y="0"/>
                </a:lnTo>
                <a:cubicBezTo>
                  <a:pt x="1966877" y="321626"/>
                  <a:pt x="2227847" y="583321"/>
                  <a:pt x="2548589" y="583321"/>
                </a:cubicBezTo>
                <a:lnTo>
                  <a:pt x="2548589" y="608622"/>
                </a:lnTo>
                <a:cubicBezTo>
                  <a:pt x="2213831" y="608622"/>
                  <a:pt x="1941642" y="335553"/>
                  <a:pt x="1941642" y="0"/>
                </a:cubicBezTo>
                <a:close/>
                <a:moveTo>
                  <a:pt x="2080281" y="0"/>
                </a:moveTo>
                <a:lnTo>
                  <a:pt x="2105508" y="0"/>
                </a:lnTo>
                <a:cubicBezTo>
                  <a:pt x="2105508" y="244957"/>
                  <a:pt x="2304298" y="444296"/>
                  <a:pt x="2548582" y="444296"/>
                </a:cubicBezTo>
                <a:lnTo>
                  <a:pt x="2548582" y="469597"/>
                </a:lnTo>
                <a:cubicBezTo>
                  <a:pt x="2290409" y="469597"/>
                  <a:pt x="2080281" y="258885"/>
                  <a:pt x="2080281" y="0"/>
                </a:cubicBezTo>
                <a:close/>
                <a:moveTo>
                  <a:pt x="2218926" y="0"/>
                </a:moveTo>
                <a:lnTo>
                  <a:pt x="2244153" y="0"/>
                </a:lnTo>
                <a:cubicBezTo>
                  <a:pt x="2244153" y="168288"/>
                  <a:pt x="2380629" y="305270"/>
                  <a:pt x="2548582" y="305270"/>
                </a:cubicBezTo>
                <a:lnTo>
                  <a:pt x="2548582" y="330570"/>
                </a:lnTo>
                <a:cubicBezTo>
                  <a:pt x="2366866" y="330570"/>
                  <a:pt x="2218926" y="182344"/>
                  <a:pt x="2218926" y="0"/>
                </a:cubicBezTo>
                <a:close/>
              </a:path>
            </a:pathLst>
          </a:custGeom>
          <a:solidFill>
            <a:schemeClr val="bg1"/>
          </a:solidFill>
          <a:ln w="7032" cap="flat">
            <a:noFill/>
            <a:prstDash val="solid"/>
            <a:miter/>
          </a:ln>
        </p:spPr>
        <p:txBody>
          <a:bodyPr rtlCol="0" anchor="ctr">
            <a:noAutofit/>
          </a:bodyPr>
          <a:lstStyle/>
          <a:p>
            <a:endParaRPr lang="en-US" dirty="0"/>
          </a:p>
        </p:txBody>
      </p:sp>
      <p:sp>
        <p:nvSpPr>
          <p:cNvPr id="33" name="Image 4" descr="preencoded.png">
            <a:extLst>
              <a:ext uri="{FF2B5EF4-FFF2-40B4-BE49-F238E27FC236}">
                <a16:creationId xmlns:a16="http://schemas.microsoft.com/office/drawing/2014/main" id="{EC46DC71-C12A-96C8-3FE2-AA95AB58B349}"/>
              </a:ext>
            </a:extLst>
          </p:cNvPr>
          <p:cNvSpPr/>
          <p:nvPr/>
        </p:nvSpPr>
        <p:spPr>
          <a:xfrm>
            <a:off x="2543868" y="0"/>
            <a:ext cx="2560340" cy="2560340"/>
          </a:xfrm>
          <a:custGeom>
            <a:avLst/>
            <a:gdLst>
              <a:gd name="connsiteX0" fmla="*/ 0 w 2560340"/>
              <a:gd name="connsiteY0" fmla="*/ 2560340 h 2560340"/>
              <a:gd name="connsiteX1" fmla="*/ 2560340 w 2560340"/>
              <a:gd name="connsiteY1" fmla="*/ 0 h 2560340"/>
              <a:gd name="connsiteX2" fmla="*/ 0 w 2560340"/>
              <a:gd name="connsiteY2" fmla="*/ 0 h 2560340"/>
              <a:gd name="connsiteX3" fmla="*/ 0 w 2560340"/>
              <a:gd name="connsiteY3" fmla="*/ 2560340 h 25603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560340" h="2560340">
                <a:moveTo>
                  <a:pt x="0" y="2560340"/>
                </a:moveTo>
                <a:cubicBezTo>
                  <a:pt x="1414079" y="2560340"/>
                  <a:pt x="2560340" y="1414079"/>
                  <a:pt x="2560340" y="0"/>
                </a:cubicBezTo>
                <a:lnTo>
                  <a:pt x="0" y="0"/>
                </a:lnTo>
                <a:lnTo>
                  <a:pt x="0" y="2560340"/>
                </a:lnTo>
                <a:close/>
              </a:path>
            </a:pathLst>
          </a:custGeom>
          <a:solidFill>
            <a:schemeClr val="accent3"/>
          </a:solidFill>
          <a:ln w="7052" cap="flat">
            <a:noFill/>
            <a:prstDash val="solid"/>
            <a:miter/>
          </a:ln>
        </p:spPr>
        <p:txBody>
          <a:bodyPr rtlCol="0" anchor="ctr">
            <a:noAutofit/>
          </a:bodyPr>
          <a:lstStyle/>
          <a:p>
            <a:endParaRPr lang="en-US" dirty="0"/>
          </a:p>
        </p:txBody>
      </p:sp>
      <p:sp>
        <p:nvSpPr>
          <p:cNvPr id="29" name="Freeform 70">
            <a:extLst>
              <a:ext uri="{FF2B5EF4-FFF2-40B4-BE49-F238E27FC236}">
                <a16:creationId xmlns:a16="http://schemas.microsoft.com/office/drawing/2014/main" id="{AA39EF58-54F1-4AC9-1D83-2E7DEEAAEA6A}"/>
              </a:ext>
            </a:extLst>
          </p:cNvPr>
          <p:cNvSpPr>
            <a:spLocks/>
          </p:cNvSpPr>
          <p:nvPr userDrawn="1"/>
        </p:nvSpPr>
        <p:spPr bwMode="auto">
          <a:xfrm flipH="1">
            <a:off x="2535251" y="4308466"/>
            <a:ext cx="2550984" cy="2560441"/>
          </a:xfrm>
          <a:custGeom>
            <a:avLst/>
            <a:gdLst>
              <a:gd name="T0" fmla="*/ 0 w 1079"/>
              <a:gd name="T1" fmla="*/ 1083 h 1083"/>
              <a:gd name="T2" fmla="*/ 1079 w 1079"/>
              <a:gd name="T3" fmla="*/ 1083 h 1083"/>
              <a:gd name="T4" fmla="*/ 1079 w 1079"/>
              <a:gd name="T5" fmla="*/ 0 h 1083"/>
              <a:gd name="T6" fmla="*/ 0 w 1079"/>
              <a:gd name="T7" fmla="*/ 1083 h 108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1079" h="1083">
                <a:moveTo>
                  <a:pt x="0" y="1083"/>
                </a:moveTo>
                <a:lnTo>
                  <a:pt x="1079" y="1083"/>
                </a:lnTo>
                <a:lnTo>
                  <a:pt x="1079" y="0"/>
                </a:lnTo>
                <a:lnTo>
                  <a:pt x="0" y="1083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endParaRPr lang="en-US" dirty="0"/>
          </a:p>
        </p:txBody>
      </p:sp>
      <p:sp>
        <p:nvSpPr>
          <p:cNvPr id="31" name="Freeform 70">
            <a:extLst>
              <a:ext uri="{FF2B5EF4-FFF2-40B4-BE49-F238E27FC236}">
                <a16:creationId xmlns:a16="http://schemas.microsoft.com/office/drawing/2014/main" id="{0C320934-59CC-4123-C7C1-FEEE89F3045F}"/>
              </a:ext>
            </a:extLst>
          </p:cNvPr>
          <p:cNvSpPr>
            <a:spLocks/>
          </p:cNvSpPr>
          <p:nvPr userDrawn="1"/>
        </p:nvSpPr>
        <p:spPr bwMode="auto">
          <a:xfrm flipH="1">
            <a:off x="-10617" y="4308466"/>
            <a:ext cx="2550984" cy="2560441"/>
          </a:xfrm>
          <a:custGeom>
            <a:avLst/>
            <a:gdLst>
              <a:gd name="T0" fmla="*/ 0 w 1079"/>
              <a:gd name="T1" fmla="*/ 1083 h 1083"/>
              <a:gd name="T2" fmla="*/ 1079 w 1079"/>
              <a:gd name="T3" fmla="*/ 1083 h 1083"/>
              <a:gd name="T4" fmla="*/ 1079 w 1079"/>
              <a:gd name="T5" fmla="*/ 0 h 1083"/>
              <a:gd name="T6" fmla="*/ 0 w 1079"/>
              <a:gd name="T7" fmla="*/ 1083 h 108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1079" h="1083">
                <a:moveTo>
                  <a:pt x="0" y="1083"/>
                </a:moveTo>
                <a:lnTo>
                  <a:pt x="1079" y="1083"/>
                </a:lnTo>
                <a:lnTo>
                  <a:pt x="1079" y="0"/>
                </a:lnTo>
                <a:lnTo>
                  <a:pt x="0" y="1083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528509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am x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FCC43996-DAC9-130F-CB05-4A8A90381D37}"/>
              </a:ext>
            </a:extLst>
          </p:cNvPr>
          <p:cNvSpPr/>
          <p:nvPr userDrawn="1"/>
        </p:nvSpPr>
        <p:spPr>
          <a:xfrm>
            <a:off x="-24064" y="3390900"/>
            <a:ext cx="12216063" cy="34671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sz="45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A04E8AF-9DFE-7077-DB36-941F6490BA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>
            <a:lvl1pPr>
              <a:lnSpc>
                <a:spcPct val="100000"/>
              </a:lnSpc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3B58B80-D2DB-A0A1-0362-1157E90875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>
            <a:noAutofit/>
          </a:bodyPr>
          <a:lstStyle/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62C22E6-000A-05BA-5872-EF37F029AB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/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7" name="Picture Placeholder 16">
            <a:extLst>
              <a:ext uri="{FF2B5EF4-FFF2-40B4-BE49-F238E27FC236}">
                <a16:creationId xmlns:a16="http://schemas.microsoft.com/office/drawing/2014/main" id="{6AAAFB85-16C0-836A-1D0D-E65277CC341D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758905" y="2392023"/>
            <a:ext cx="2596896" cy="2596896"/>
          </a:xfrm>
          <a:solidFill>
            <a:schemeClr val="accent4">
              <a:lumMod val="60000"/>
              <a:lumOff val="40000"/>
            </a:schemeClr>
          </a:solidFill>
          <a:ln>
            <a:noFill/>
          </a:ln>
        </p:spPr>
        <p:txBody>
          <a:bodyPr anchor="ctr">
            <a:noAutofit/>
          </a:bodyPr>
          <a:lstStyle>
            <a:lvl1pPr marL="0" indent="0" algn="ctr">
              <a:buNone/>
              <a:defRPr sz="14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9" name="Text Placeholder 18">
            <a:extLst>
              <a:ext uri="{FF2B5EF4-FFF2-40B4-BE49-F238E27FC236}">
                <a16:creationId xmlns:a16="http://schemas.microsoft.com/office/drawing/2014/main" id="{FB04BFFD-8D76-D31F-232F-38A7065ACAF3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758905" y="4989515"/>
            <a:ext cx="2598737" cy="1109662"/>
          </a:xfrm>
          <a:solidFill>
            <a:schemeClr val="bg1"/>
          </a:solidFill>
        </p:spPr>
        <p:txBody>
          <a:bodyPr lIns="0" tIns="274320" rIns="0" anchor="t">
            <a:noAutofit/>
          </a:bodyPr>
          <a:lstStyle>
            <a:lvl1pPr marL="0" indent="0" algn="ctr">
              <a:spcBef>
                <a:spcPts val="0"/>
              </a:spcBef>
              <a:buNone/>
              <a:defRPr sz="1800" b="1" cap="all" baseline="0">
                <a:solidFill>
                  <a:schemeClr val="accent6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Name</a:t>
            </a:r>
          </a:p>
        </p:txBody>
      </p:sp>
      <p:sp>
        <p:nvSpPr>
          <p:cNvPr id="21" name="Text Placeholder 20">
            <a:extLst>
              <a:ext uri="{FF2B5EF4-FFF2-40B4-BE49-F238E27FC236}">
                <a16:creationId xmlns:a16="http://schemas.microsoft.com/office/drawing/2014/main" id="{75A2E03A-AFB4-3868-FAB5-A24228FA8A04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916885" y="5599755"/>
            <a:ext cx="2283472" cy="365125"/>
          </a:xfrm>
        </p:spPr>
        <p:txBody>
          <a:bodyPr anchor="ctr">
            <a:noAutofit/>
          </a:bodyPr>
          <a:lstStyle>
            <a:lvl1pPr marL="0" indent="0" algn="ctr">
              <a:buNone/>
              <a:defRPr sz="1400"/>
            </a:lvl1pPr>
          </a:lstStyle>
          <a:p>
            <a:pPr lvl="0"/>
            <a:r>
              <a:rPr lang="en-US" dirty="0"/>
              <a:t>Title</a:t>
            </a:r>
          </a:p>
        </p:txBody>
      </p:sp>
      <p:sp>
        <p:nvSpPr>
          <p:cNvPr id="23" name="Picture Placeholder 16">
            <a:extLst>
              <a:ext uri="{FF2B5EF4-FFF2-40B4-BE49-F238E27FC236}">
                <a16:creationId xmlns:a16="http://schemas.microsoft.com/office/drawing/2014/main" id="{FBADCD1B-D9E0-EA12-0DD5-22E5C60E5D6B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3517361" y="2392619"/>
            <a:ext cx="2596896" cy="2596896"/>
          </a:xfrm>
          <a:solidFill>
            <a:schemeClr val="accent4">
              <a:lumMod val="60000"/>
              <a:lumOff val="40000"/>
            </a:schemeClr>
          </a:solidFill>
          <a:ln>
            <a:noFill/>
          </a:ln>
        </p:spPr>
        <p:txBody>
          <a:bodyPr anchor="ctr">
            <a:noAutofit/>
          </a:bodyPr>
          <a:lstStyle>
            <a:lvl1pPr marL="0" indent="0" algn="ctr">
              <a:buNone/>
              <a:defRPr sz="14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2" name="Text Placeholder 18">
            <a:extLst>
              <a:ext uri="{FF2B5EF4-FFF2-40B4-BE49-F238E27FC236}">
                <a16:creationId xmlns:a16="http://schemas.microsoft.com/office/drawing/2014/main" id="{AD33972D-9092-4B3C-A699-07849068AF1D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516747" y="4990111"/>
            <a:ext cx="2598737" cy="1109662"/>
          </a:xfrm>
          <a:solidFill>
            <a:schemeClr val="bg1"/>
          </a:solidFill>
        </p:spPr>
        <p:txBody>
          <a:bodyPr lIns="0" tIns="274320" rIns="0" anchor="t">
            <a:noAutofit/>
          </a:bodyPr>
          <a:lstStyle>
            <a:lvl1pPr marL="0" indent="0" algn="ctr">
              <a:spcBef>
                <a:spcPts val="0"/>
              </a:spcBef>
              <a:buNone/>
              <a:defRPr sz="1800" b="1" cap="all" baseline="0">
                <a:solidFill>
                  <a:schemeClr val="accent6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Name</a:t>
            </a:r>
          </a:p>
        </p:txBody>
      </p:sp>
      <p:sp>
        <p:nvSpPr>
          <p:cNvPr id="24" name="Text Placeholder 20">
            <a:extLst>
              <a:ext uri="{FF2B5EF4-FFF2-40B4-BE49-F238E27FC236}">
                <a16:creationId xmlns:a16="http://schemas.microsoft.com/office/drawing/2014/main" id="{B54F15B1-EAC3-0113-6737-C64480876C5F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3674073" y="5600351"/>
            <a:ext cx="2283472" cy="365125"/>
          </a:xfrm>
        </p:spPr>
        <p:txBody>
          <a:bodyPr anchor="ctr">
            <a:noAutofit/>
          </a:bodyPr>
          <a:lstStyle>
            <a:lvl1pPr marL="0" indent="0" algn="ctr">
              <a:buNone/>
              <a:defRPr sz="1400"/>
            </a:lvl1pPr>
          </a:lstStyle>
          <a:p>
            <a:pPr lvl="0"/>
            <a:r>
              <a:rPr lang="en-US" dirty="0"/>
              <a:t>Title</a:t>
            </a:r>
          </a:p>
        </p:txBody>
      </p:sp>
      <p:sp>
        <p:nvSpPr>
          <p:cNvPr id="26" name="Picture Placeholder 16">
            <a:extLst>
              <a:ext uri="{FF2B5EF4-FFF2-40B4-BE49-F238E27FC236}">
                <a16:creationId xmlns:a16="http://schemas.microsoft.com/office/drawing/2014/main" id="{FCEED0A5-9A71-D54A-91FC-264BD71DDED3}"/>
              </a:ext>
            </a:extLst>
          </p:cNvPr>
          <p:cNvSpPr>
            <a:spLocks noGrp="1"/>
          </p:cNvSpPr>
          <p:nvPr>
            <p:ph type="pic" sz="quarter" idx="20"/>
          </p:nvPr>
        </p:nvSpPr>
        <p:spPr>
          <a:xfrm>
            <a:off x="6275817" y="2393215"/>
            <a:ext cx="2596896" cy="2596896"/>
          </a:xfrm>
          <a:solidFill>
            <a:schemeClr val="accent4">
              <a:lumMod val="60000"/>
              <a:lumOff val="40000"/>
            </a:schemeClr>
          </a:solidFill>
          <a:ln>
            <a:noFill/>
          </a:ln>
        </p:spPr>
        <p:txBody>
          <a:bodyPr anchor="ctr">
            <a:noAutofit/>
          </a:bodyPr>
          <a:lstStyle>
            <a:lvl1pPr marL="0" indent="0" algn="ctr">
              <a:buNone/>
              <a:defRPr sz="14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5" name="Text Placeholder 18">
            <a:extLst>
              <a:ext uri="{FF2B5EF4-FFF2-40B4-BE49-F238E27FC236}">
                <a16:creationId xmlns:a16="http://schemas.microsoft.com/office/drawing/2014/main" id="{F44A0C74-A714-A8C2-69D2-74CAD68037A5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6274589" y="4990707"/>
            <a:ext cx="2598737" cy="1109662"/>
          </a:xfrm>
          <a:solidFill>
            <a:schemeClr val="bg1"/>
          </a:solidFill>
        </p:spPr>
        <p:txBody>
          <a:bodyPr lIns="0" tIns="274320" rIns="0" anchor="t">
            <a:noAutofit/>
          </a:bodyPr>
          <a:lstStyle>
            <a:lvl1pPr marL="0" indent="0" algn="ctr">
              <a:spcBef>
                <a:spcPts val="0"/>
              </a:spcBef>
              <a:buNone/>
              <a:defRPr sz="1800" b="1" cap="all" baseline="0">
                <a:solidFill>
                  <a:schemeClr val="accent6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Name</a:t>
            </a:r>
          </a:p>
        </p:txBody>
      </p:sp>
      <p:sp>
        <p:nvSpPr>
          <p:cNvPr id="27" name="Text Placeholder 20">
            <a:extLst>
              <a:ext uri="{FF2B5EF4-FFF2-40B4-BE49-F238E27FC236}">
                <a16:creationId xmlns:a16="http://schemas.microsoft.com/office/drawing/2014/main" id="{552F4682-3F02-2A70-A285-FB2D1822A4D6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6432529" y="5600947"/>
            <a:ext cx="2283472" cy="365125"/>
          </a:xfrm>
        </p:spPr>
        <p:txBody>
          <a:bodyPr anchor="ctr">
            <a:noAutofit/>
          </a:bodyPr>
          <a:lstStyle>
            <a:lvl1pPr marL="0" indent="0" algn="ctr">
              <a:buNone/>
              <a:defRPr sz="1400"/>
            </a:lvl1pPr>
          </a:lstStyle>
          <a:p>
            <a:pPr lvl="0"/>
            <a:r>
              <a:rPr lang="en-US" dirty="0"/>
              <a:t>Title</a:t>
            </a:r>
          </a:p>
        </p:txBody>
      </p:sp>
      <p:sp>
        <p:nvSpPr>
          <p:cNvPr id="29" name="Picture Placeholder 16">
            <a:extLst>
              <a:ext uri="{FF2B5EF4-FFF2-40B4-BE49-F238E27FC236}">
                <a16:creationId xmlns:a16="http://schemas.microsoft.com/office/drawing/2014/main" id="{4F0F5D16-7316-B120-F378-E3D492FEEB9C}"/>
              </a:ext>
            </a:extLst>
          </p:cNvPr>
          <p:cNvSpPr>
            <a:spLocks noGrp="1"/>
          </p:cNvSpPr>
          <p:nvPr>
            <p:ph type="pic" sz="quarter" idx="23"/>
          </p:nvPr>
        </p:nvSpPr>
        <p:spPr>
          <a:xfrm>
            <a:off x="9034272" y="2393215"/>
            <a:ext cx="2596896" cy="2596896"/>
          </a:xfrm>
          <a:solidFill>
            <a:schemeClr val="accent4">
              <a:lumMod val="60000"/>
              <a:lumOff val="40000"/>
            </a:schemeClr>
          </a:solidFill>
          <a:ln>
            <a:noFill/>
          </a:ln>
        </p:spPr>
        <p:txBody>
          <a:bodyPr anchor="ctr">
            <a:noAutofit/>
          </a:bodyPr>
          <a:lstStyle>
            <a:lvl1pPr marL="0" indent="0" algn="ctr">
              <a:buNone/>
              <a:defRPr sz="14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8" name="Text Placeholder 18">
            <a:extLst>
              <a:ext uri="{FF2B5EF4-FFF2-40B4-BE49-F238E27FC236}">
                <a16:creationId xmlns:a16="http://schemas.microsoft.com/office/drawing/2014/main" id="{47AC9724-9FC2-62FA-0DE7-3F9FE9B67A34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9032431" y="4990707"/>
            <a:ext cx="2598737" cy="1109662"/>
          </a:xfrm>
          <a:solidFill>
            <a:schemeClr val="bg1"/>
          </a:solidFill>
        </p:spPr>
        <p:txBody>
          <a:bodyPr lIns="0" tIns="274320" rIns="0" anchor="t">
            <a:noAutofit/>
          </a:bodyPr>
          <a:lstStyle>
            <a:lvl1pPr marL="0" indent="0" algn="ctr">
              <a:spcBef>
                <a:spcPts val="0"/>
              </a:spcBef>
              <a:buNone/>
              <a:defRPr sz="1800" b="1" cap="all" baseline="0">
                <a:solidFill>
                  <a:schemeClr val="accent6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Name</a:t>
            </a:r>
          </a:p>
        </p:txBody>
      </p:sp>
      <p:sp>
        <p:nvSpPr>
          <p:cNvPr id="30" name="Text Placeholder 20">
            <a:extLst>
              <a:ext uri="{FF2B5EF4-FFF2-40B4-BE49-F238E27FC236}">
                <a16:creationId xmlns:a16="http://schemas.microsoft.com/office/drawing/2014/main" id="{114EE337-FC29-F325-E528-A3F809B28B5B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9190984" y="5600947"/>
            <a:ext cx="2283472" cy="365125"/>
          </a:xfrm>
        </p:spPr>
        <p:txBody>
          <a:bodyPr anchor="ctr">
            <a:noAutofit/>
          </a:bodyPr>
          <a:lstStyle>
            <a:lvl1pPr marL="0" indent="0" algn="ctr">
              <a:buNone/>
              <a:defRPr sz="1400"/>
            </a:lvl1pPr>
          </a:lstStyle>
          <a:p>
            <a:pPr lvl="0"/>
            <a:r>
              <a:rPr lang="en-US" dirty="0"/>
              <a:t>Title</a:t>
            </a:r>
          </a:p>
        </p:txBody>
      </p:sp>
    </p:spTree>
    <p:extLst>
      <p:ext uri="{BB962C8B-B14F-4D97-AF65-F5344CB8AC3E}">
        <p14:creationId xmlns:p14="http://schemas.microsoft.com/office/powerpoint/2010/main" val="258665376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am x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04E8AF-9DFE-7077-DB36-941F6490BA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8952" y="539496"/>
            <a:ext cx="10671048" cy="768096"/>
          </a:xfrm>
        </p:spPr>
        <p:txBody>
          <a:bodyPr>
            <a:noAutofit/>
          </a:bodyPr>
          <a:lstStyle>
            <a:lvl1pPr>
              <a:lnSpc>
                <a:spcPct val="100000"/>
              </a:lnSpc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3B58B80-D2DB-A0A1-0362-1157E90875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>
            <a:noAutofit/>
          </a:bodyPr>
          <a:lstStyle/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62C22E6-000A-05BA-5872-EF37F029AB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/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7" name="Picture Placeholder 16">
            <a:extLst>
              <a:ext uri="{FF2B5EF4-FFF2-40B4-BE49-F238E27FC236}">
                <a16:creationId xmlns:a16="http://schemas.microsoft.com/office/drawing/2014/main" id="{6AAAFB85-16C0-836A-1D0D-E65277CC341D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1271016" y="1545336"/>
            <a:ext cx="2029968" cy="1828800"/>
          </a:xfrm>
          <a:solidFill>
            <a:schemeClr val="accent4">
              <a:lumMod val="60000"/>
              <a:lumOff val="40000"/>
            </a:schemeClr>
          </a:solidFill>
          <a:ln>
            <a:noFill/>
          </a:ln>
        </p:spPr>
        <p:txBody>
          <a:bodyPr anchor="ctr">
            <a:noAutofit/>
          </a:bodyPr>
          <a:lstStyle>
            <a:lvl1pPr marL="0" indent="0" algn="ctr">
              <a:buNone/>
              <a:defRPr sz="14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9" name="Text Placeholder 18">
            <a:extLst>
              <a:ext uri="{FF2B5EF4-FFF2-40B4-BE49-F238E27FC236}">
                <a16:creationId xmlns:a16="http://schemas.microsoft.com/office/drawing/2014/main" id="{FB04BFFD-8D76-D31F-232F-38A7065ACAF3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271016" y="3191256"/>
            <a:ext cx="2029968" cy="694944"/>
          </a:xfrm>
          <a:solidFill>
            <a:schemeClr val="accent4"/>
          </a:solidFill>
        </p:spPr>
        <p:txBody>
          <a:bodyPr lIns="0" tIns="155448" rIns="0" anchor="t">
            <a:noAutofit/>
          </a:bodyPr>
          <a:lstStyle>
            <a:lvl1pPr marL="0" indent="0" algn="ctr">
              <a:spcBef>
                <a:spcPts val="0"/>
              </a:spcBef>
              <a:buNone/>
              <a:defRPr sz="1400" b="1" cap="all" spc="20" baseline="0">
                <a:solidFill>
                  <a:schemeClr val="accent6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Name</a:t>
            </a:r>
          </a:p>
        </p:txBody>
      </p:sp>
      <p:sp>
        <p:nvSpPr>
          <p:cNvPr id="21" name="Text Placeholder 20">
            <a:extLst>
              <a:ext uri="{FF2B5EF4-FFF2-40B4-BE49-F238E27FC236}">
                <a16:creationId xmlns:a16="http://schemas.microsoft.com/office/drawing/2014/main" id="{75A2E03A-AFB4-3868-FAB5-A24228FA8A04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1271016" y="3616960"/>
            <a:ext cx="2029968" cy="182880"/>
          </a:xfrm>
        </p:spPr>
        <p:txBody>
          <a:bodyPr anchor="ctr">
            <a:noAutofit/>
          </a:bodyPr>
          <a:lstStyle>
            <a:lvl1pPr marL="0" indent="0" algn="ctr">
              <a:buNone/>
              <a:defRPr sz="1200" spc="20" baseline="0"/>
            </a:lvl1pPr>
          </a:lstStyle>
          <a:p>
            <a:pPr lvl="0"/>
            <a:r>
              <a:rPr lang="en-US" dirty="0"/>
              <a:t>Title</a:t>
            </a:r>
          </a:p>
        </p:txBody>
      </p:sp>
      <p:sp>
        <p:nvSpPr>
          <p:cNvPr id="10" name="Picture Placeholder 16">
            <a:extLst>
              <a:ext uri="{FF2B5EF4-FFF2-40B4-BE49-F238E27FC236}">
                <a16:creationId xmlns:a16="http://schemas.microsoft.com/office/drawing/2014/main" id="{BB749B9A-080F-37C0-08E6-909A5DA554D4}"/>
              </a:ext>
            </a:extLst>
          </p:cNvPr>
          <p:cNvSpPr>
            <a:spLocks noGrp="1"/>
          </p:cNvSpPr>
          <p:nvPr>
            <p:ph type="pic" sz="quarter" idx="25"/>
          </p:nvPr>
        </p:nvSpPr>
        <p:spPr>
          <a:xfrm>
            <a:off x="1271016" y="4144264"/>
            <a:ext cx="2029968" cy="1828800"/>
          </a:xfrm>
          <a:solidFill>
            <a:schemeClr val="accent4">
              <a:lumMod val="60000"/>
              <a:lumOff val="40000"/>
            </a:schemeClr>
          </a:solidFill>
          <a:ln>
            <a:noFill/>
          </a:ln>
        </p:spPr>
        <p:txBody>
          <a:bodyPr anchor="ctr">
            <a:noAutofit/>
          </a:bodyPr>
          <a:lstStyle>
            <a:lvl1pPr marL="0" indent="0" algn="ctr">
              <a:buNone/>
              <a:defRPr sz="14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4" name="Text Placeholder 18">
            <a:extLst>
              <a:ext uri="{FF2B5EF4-FFF2-40B4-BE49-F238E27FC236}">
                <a16:creationId xmlns:a16="http://schemas.microsoft.com/office/drawing/2014/main" id="{C4C7516E-0853-87BE-108B-697DD8E0DA75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1271016" y="5790184"/>
            <a:ext cx="2029968" cy="694944"/>
          </a:xfrm>
          <a:solidFill>
            <a:schemeClr val="accent1"/>
          </a:solidFill>
        </p:spPr>
        <p:txBody>
          <a:bodyPr lIns="0" tIns="155448" rIns="0" anchor="t">
            <a:noAutofit/>
          </a:bodyPr>
          <a:lstStyle>
            <a:lvl1pPr marL="0" indent="0" algn="ctr">
              <a:spcBef>
                <a:spcPts val="0"/>
              </a:spcBef>
              <a:buNone/>
              <a:defRPr sz="1400" b="1" cap="all" spc="20" baseline="0">
                <a:solidFill>
                  <a:schemeClr val="accent6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Name</a:t>
            </a:r>
          </a:p>
        </p:txBody>
      </p:sp>
      <p:sp>
        <p:nvSpPr>
          <p:cNvPr id="15" name="Text Placeholder 20">
            <a:extLst>
              <a:ext uri="{FF2B5EF4-FFF2-40B4-BE49-F238E27FC236}">
                <a16:creationId xmlns:a16="http://schemas.microsoft.com/office/drawing/2014/main" id="{FB1A74E1-7CEB-F501-F998-7361A20F7349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1271016" y="6215888"/>
            <a:ext cx="2029968" cy="182880"/>
          </a:xfrm>
        </p:spPr>
        <p:txBody>
          <a:bodyPr anchor="ctr">
            <a:noAutofit/>
          </a:bodyPr>
          <a:lstStyle>
            <a:lvl1pPr marL="0" indent="0" algn="ctr">
              <a:buNone/>
              <a:defRPr sz="1200" spc="20" baseline="0"/>
            </a:lvl1pPr>
          </a:lstStyle>
          <a:p>
            <a:pPr lvl="0"/>
            <a:r>
              <a:rPr lang="en-US" dirty="0"/>
              <a:t>Title</a:t>
            </a:r>
          </a:p>
        </p:txBody>
      </p:sp>
      <p:sp>
        <p:nvSpPr>
          <p:cNvPr id="23" name="Picture Placeholder 16">
            <a:extLst>
              <a:ext uri="{FF2B5EF4-FFF2-40B4-BE49-F238E27FC236}">
                <a16:creationId xmlns:a16="http://schemas.microsoft.com/office/drawing/2014/main" id="{FBADCD1B-D9E0-EA12-0DD5-22E5C60E5D6B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3828288" y="1545336"/>
            <a:ext cx="2029968" cy="1828800"/>
          </a:xfrm>
          <a:solidFill>
            <a:schemeClr val="accent4">
              <a:lumMod val="60000"/>
              <a:lumOff val="40000"/>
            </a:schemeClr>
          </a:solidFill>
          <a:ln>
            <a:noFill/>
          </a:ln>
        </p:spPr>
        <p:txBody>
          <a:bodyPr anchor="ctr">
            <a:noAutofit/>
          </a:bodyPr>
          <a:lstStyle>
            <a:lvl1pPr marL="0" indent="0" algn="ctr">
              <a:buNone/>
              <a:defRPr sz="14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2" name="Text Placeholder 18">
            <a:extLst>
              <a:ext uri="{FF2B5EF4-FFF2-40B4-BE49-F238E27FC236}">
                <a16:creationId xmlns:a16="http://schemas.microsoft.com/office/drawing/2014/main" id="{AD33972D-9092-4B3C-A699-07849068AF1D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828288" y="3191256"/>
            <a:ext cx="2029968" cy="694944"/>
          </a:xfrm>
          <a:solidFill>
            <a:schemeClr val="accent1"/>
          </a:solidFill>
        </p:spPr>
        <p:txBody>
          <a:bodyPr lIns="0" tIns="155448" rIns="0" anchor="t">
            <a:noAutofit/>
          </a:bodyPr>
          <a:lstStyle>
            <a:lvl1pPr marL="0" indent="0" algn="ctr">
              <a:spcBef>
                <a:spcPts val="0"/>
              </a:spcBef>
              <a:buNone/>
              <a:defRPr sz="1400" b="1" cap="all" spc="20" baseline="0">
                <a:solidFill>
                  <a:schemeClr val="accent6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Name</a:t>
            </a:r>
          </a:p>
        </p:txBody>
      </p:sp>
      <p:sp>
        <p:nvSpPr>
          <p:cNvPr id="24" name="Text Placeholder 20">
            <a:extLst>
              <a:ext uri="{FF2B5EF4-FFF2-40B4-BE49-F238E27FC236}">
                <a16:creationId xmlns:a16="http://schemas.microsoft.com/office/drawing/2014/main" id="{B54F15B1-EAC3-0113-6737-C64480876C5F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3828288" y="3616960"/>
            <a:ext cx="2029968" cy="182880"/>
          </a:xfrm>
        </p:spPr>
        <p:txBody>
          <a:bodyPr anchor="ctr">
            <a:noAutofit/>
          </a:bodyPr>
          <a:lstStyle>
            <a:lvl1pPr marL="0" indent="0" algn="ctr">
              <a:buNone/>
              <a:defRPr sz="1200" spc="20" baseline="0"/>
            </a:lvl1pPr>
          </a:lstStyle>
          <a:p>
            <a:pPr lvl="0"/>
            <a:r>
              <a:rPr lang="en-US" dirty="0"/>
              <a:t>Title</a:t>
            </a:r>
          </a:p>
        </p:txBody>
      </p:sp>
      <p:sp>
        <p:nvSpPr>
          <p:cNvPr id="11" name="Picture Placeholder 16">
            <a:extLst>
              <a:ext uri="{FF2B5EF4-FFF2-40B4-BE49-F238E27FC236}">
                <a16:creationId xmlns:a16="http://schemas.microsoft.com/office/drawing/2014/main" id="{B5D5100A-3D51-45DB-3A84-9E7FB85261E3}"/>
              </a:ext>
            </a:extLst>
          </p:cNvPr>
          <p:cNvSpPr>
            <a:spLocks noGrp="1"/>
          </p:cNvSpPr>
          <p:nvPr>
            <p:ph type="pic" sz="quarter" idx="26"/>
          </p:nvPr>
        </p:nvSpPr>
        <p:spPr>
          <a:xfrm>
            <a:off x="3828288" y="4144264"/>
            <a:ext cx="2029968" cy="1828800"/>
          </a:xfrm>
          <a:solidFill>
            <a:schemeClr val="accent4">
              <a:lumMod val="60000"/>
              <a:lumOff val="40000"/>
            </a:schemeClr>
          </a:solidFill>
          <a:ln>
            <a:noFill/>
          </a:ln>
        </p:spPr>
        <p:txBody>
          <a:bodyPr anchor="ctr">
            <a:noAutofit/>
          </a:bodyPr>
          <a:lstStyle>
            <a:lvl1pPr marL="0" indent="0" algn="ctr">
              <a:buNone/>
              <a:defRPr sz="14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6" name="Text Placeholder 18">
            <a:extLst>
              <a:ext uri="{FF2B5EF4-FFF2-40B4-BE49-F238E27FC236}">
                <a16:creationId xmlns:a16="http://schemas.microsoft.com/office/drawing/2014/main" id="{B775B771-678A-D917-7FE0-5DA7A23CCE25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3828288" y="5790184"/>
            <a:ext cx="2029968" cy="694944"/>
          </a:xfrm>
          <a:solidFill>
            <a:schemeClr val="accent4"/>
          </a:solidFill>
        </p:spPr>
        <p:txBody>
          <a:bodyPr lIns="0" tIns="155448" rIns="0" anchor="t">
            <a:noAutofit/>
          </a:bodyPr>
          <a:lstStyle>
            <a:lvl1pPr marL="0" indent="0" algn="ctr">
              <a:spcBef>
                <a:spcPts val="0"/>
              </a:spcBef>
              <a:buNone/>
              <a:defRPr sz="1400" b="1" cap="all" spc="20" baseline="0">
                <a:solidFill>
                  <a:schemeClr val="accent6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Name</a:t>
            </a:r>
          </a:p>
        </p:txBody>
      </p:sp>
      <p:sp>
        <p:nvSpPr>
          <p:cNvPr id="18" name="Text Placeholder 20">
            <a:extLst>
              <a:ext uri="{FF2B5EF4-FFF2-40B4-BE49-F238E27FC236}">
                <a16:creationId xmlns:a16="http://schemas.microsoft.com/office/drawing/2014/main" id="{AA2B9540-B92A-AD9C-C01A-B08A98BF8455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3828288" y="6215888"/>
            <a:ext cx="2029968" cy="182880"/>
          </a:xfrm>
        </p:spPr>
        <p:txBody>
          <a:bodyPr anchor="ctr">
            <a:noAutofit/>
          </a:bodyPr>
          <a:lstStyle>
            <a:lvl1pPr marL="0" indent="0" algn="ctr">
              <a:buNone/>
              <a:defRPr sz="1200" spc="20" baseline="0"/>
            </a:lvl1pPr>
          </a:lstStyle>
          <a:p>
            <a:pPr lvl="0"/>
            <a:r>
              <a:rPr lang="en-US" dirty="0"/>
              <a:t>Title</a:t>
            </a:r>
          </a:p>
        </p:txBody>
      </p:sp>
      <p:sp>
        <p:nvSpPr>
          <p:cNvPr id="26" name="Picture Placeholder 16">
            <a:extLst>
              <a:ext uri="{FF2B5EF4-FFF2-40B4-BE49-F238E27FC236}">
                <a16:creationId xmlns:a16="http://schemas.microsoft.com/office/drawing/2014/main" id="{FCEED0A5-9A71-D54A-91FC-264BD71DDED3}"/>
              </a:ext>
            </a:extLst>
          </p:cNvPr>
          <p:cNvSpPr>
            <a:spLocks noGrp="1"/>
          </p:cNvSpPr>
          <p:nvPr>
            <p:ph type="pic" sz="quarter" idx="20"/>
          </p:nvPr>
        </p:nvSpPr>
        <p:spPr>
          <a:xfrm>
            <a:off x="6385560" y="1545336"/>
            <a:ext cx="2029968" cy="1828800"/>
          </a:xfrm>
          <a:solidFill>
            <a:schemeClr val="accent4">
              <a:lumMod val="60000"/>
              <a:lumOff val="40000"/>
            </a:schemeClr>
          </a:solidFill>
          <a:ln>
            <a:noFill/>
          </a:ln>
        </p:spPr>
        <p:txBody>
          <a:bodyPr anchor="ctr">
            <a:noAutofit/>
          </a:bodyPr>
          <a:lstStyle>
            <a:lvl1pPr marL="0" indent="0" algn="ctr">
              <a:buNone/>
              <a:defRPr sz="14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5" name="Text Placeholder 18">
            <a:extLst>
              <a:ext uri="{FF2B5EF4-FFF2-40B4-BE49-F238E27FC236}">
                <a16:creationId xmlns:a16="http://schemas.microsoft.com/office/drawing/2014/main" id="{F44A0C74-A714-A8C2-69D2-74CAD68037A5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6385560" y="3191256"/>
            <a:ext cx="2029968" cy="694944"/>
          </a:xfrm>
          <a:solidFill>
            <a:schemeClr val="accent4"/>
          </a:solidFill>
        </p:spPr>
        <p:txBody>
          <a:bodyPr lIns="0" tIns="155448" rIns="0" anchor="t">
            <a:noAutofit/>
          </a:bodyPr>
          <a:lstStyle>
            <a:lvl1pPr marL="0" indent="0" algn="ctr">
              <a:spcBef>
                <a:spcPts val="0"/>
              </a:spcBef>
              <a:buNone/>
              <a:defRPr sz="1400" b="1" cap="all" spc="20" baseline="0">
                <a:solidFill>
                  <a:schemeClr val="accent6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Name</a:t>
            </a:r>
          </a:p>
        </p:txBody>
      </p:sp>
      <p:sp>
        <p:nvSpPr>
          <p:cNvPr id="27" name="Text Placeholder 20">
            <a:extLst>
              <a:ext uri="{FF2B5EF4-FFF2-40B4-BE49-F238E27FC236}">
                <a16:creationId xmlns:a16="http://schemas.microsoft.com/office/drawing/2014/main" id="{552F4682-3F02-2A70-A285-FB2D1822A4D6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6385560" y="3616960"/>
            <a:ext cx="2029968" cy="182880"/>
          </a:xfrm>
        </p:spPr>
        <p:txBody>
          <a:bodyPr anchor="ctr">
            <a:noAutofit/>
          </a:bodyPr>
          <a:lstStyle>
            <a:lvl1pPr marL="0" indent="0" algn="ctr">
              <a:buNone/>
              <a:defRPr sz="1200" spc="20" baseline="0"/>
            </a:lvl1pPr>
          </a:lstStyle>
          <a:p>
            <a:pPr lvl="0"/>
            <a:r>
              <a:rPr lang="en-US" dirty="0"/>
              <a:t>Title</a:t>
            </a:r>
          </a:p>
        </p:txBody>
      </p:sp>
      <p:sp>
        <p:nvSpPr>
          <p:cNvPr id="12" name="Picture Placeholder 16">
            <a:extLst>
              <a:ext uri="{FF2B5EF4-FFF2-40B4-BE49-F238E27FC236}">
                <a16:creationId xmlns:a16="http://schemas.microsoft.com/office/drawing/2014/main" id="{3D2AAC25-9404-1F6F-200C-5660F4995858}"/>
              </a:ext>
            </a:extLst>
          </p:cNvPr>
          <p:cNvSpPr>
            <a:spLocks noGrp="1"/>
          </p:cNvSpPr>
          <p:nvPr>
            <p:ph type="pic" sz="quarter" idx="27"/>
          </p:nvPr>
        </p:nvSpPr>
        <p:spPr>
          <a:xfrm>
            <a:off x="6385560" y="4144264"/>
            <a:ext cx="2029968" cy="1828800"/>
          </a:xfrm>
          <a:solidFill>
            <a:schemeClr val="accent4">
              <a:lumMod val="60000"/>
              <a:lumOff val="40000"/>
            </a:schemeClr>
          </a:solidFill>
          <a:ln>
            <a:noFill/>
          </a:ln>
        </p:spPr>
        <p:txBody>
          <a:bodyPr anchor="ctr">
            <a:noAutofit/>
          </a:bodyPr>
          <a:lstStyle>
            <a:lvl1pPr marL="0" indent="0" algn="ctr">
              <a:buNone/>
              <a:defRPr sz="14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0" name="Text Placeholder 18">
            <a:extLst>
              <a:ext uri="{FF2B5EF4-FFF2-40B4-BE49-F238E27FC236}">
                <a16:creationId xmlns:a16="http://schemas.microsoft.com/office/drawing/2014/main" id="{AE4677E1-AC1B-AB9C-5E0C-794903DD1CEB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6385560" y="5790184"/>
            <a:ext cx="2029968" cy="694944"/>
          </a:xfrm>
          <a:solidFill>
            <a:schemeClr val="accent1"/>
          </a:solidFill>
        </p:spPr>
        <p:txBody>
          <a:bodyPr lIns="0" tIns="155448" rIns="0" anchor="t">
            <a:noAutofit/>
          </a:bodyPr>
          <a:lstStyle>
            <a:lvl1pPr marL="0" indent="0" algn="ctr">
              <a:spcBef>
                <a:spcPts val="0"/>
              </a:spcBef>
              <a:buNone/>
              <a:defRPr sz="1400" b="1" cap="all" spc="20" baseline="0">
                <a:solidFill>
                  <a:schemeClr val="accent6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Name</a:t>
            </a:r>
          </a:p>
        </p:txBody>
      </p:sp>
      <p:sp>
        <p:nvSpPr>
          <p:cNvPr id="31" name="Text Placeholder 20">
            <a:extLst>
              <a:ext uri="{FF2B5EF4-FFF2-40B4-BE49-F238E27FC236}">
                <a16:creationId xmlns:a16="http://schemas.microsoft.com/office/drawing/2014/main" id="{826BBF6C-7198-3C15-CDCB-E72B08709C1F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6385560" y="6215888"/>
            <a:ext cx="2029968" cy="182880"/>
          </a:xfrm>
        </p:spPr>
        <p:txBody>
          <a:bodyPr anchor="ctr">
            <a:noAutofit/>
          </a:bodyPr>
          <a:lstStyle>
            <a:lvl1pPr marL="0" indent="0" algn="ctr">
              <a:buNone/>
              <a:defRPr sz="1200" spc="20" baseline="0"/>
            </a:lvl1pPr>
          </a:lstStyle>
          <a:p>
            <a:pPr lvl="0"/>
            <a:r>
              <a:rPr lang="en-US" dirty="0"/>
              <a:t>Title</a:t>
            </a:r>
          </a:p>
        </p:txBody>
      </p:sp>
      <p:sp>
        <p:nvSpPr>
          <p:cNvPr id="29" name="Picture Placeholder 16">
            <a:extLst>
              <a:ext uri="{FF2B5EF4-FFF2-40B4-BE49-F238E27FC236}">
                <a16:creationId xmlns:a16="http://schemas.microsoft.com/office/drawing/2014/main" id="{4F0F5D16-7316-B120-F378-E3D492FEEB9C}"/>
              </a:ext>
            </a:extLst>
          </p:cNvPr>
          <p:cNvSpPr>
            <a:spLocks noGrp="1"/>
          </p:cNvSpPr>
          <p:nvPr>
            <p:ph type="pic" sz="quarter" idx="23"/>
          </p:nvPr>
        </p:nvSpPr>
        <p:spPr>
          <a:xfrm>
            <a:off x="8942832" y="1545336"/>
            <a:ext cx="2029968" cy="1828800"/>
          </a:xfrm>
          <a:solidFill>
            <a:schemeClr val="accent4">
              <a:lumMod val="60000"/>
              <a:lumOff val="40000"/>
            </a:schemeClr>
          </a:solidFill>
          <a:ln>
            <a:noFill/>
          </a:ln>
        </p:spPr>
        <p:txBody>
          <a:bodyPr anchor="ctr">
            <a:noAutofit/>
          </a:bodyPr>
          <a:lstStyle>
            <a:lvl1pPr marL="0" indent="0" algn="ctr">
              <a:buNone/>
              <a:defRPr sz="14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8" name="Text Placeholder 18">
            <a:extLst>
              <a:ext uri="{FF2B5EF4-FFF2-40B4-BE49-F238E27FC236}">
                <a16:creationId xmlns:a16="http://schemas.microsoft.com/office/drawing/2014/main" id="{47AC9724-9FC2-62FA-0DE7-3F9FE9B67A34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8942832" y="3191256"/>
            <a:ext cx="2029968" cy="694944"/>
          </a:xfrm>
          <a:solidFill>
            <a:schemeClr val="accent1"/>
          </a:solidFill>
        </p:spPr>
        <p:txBody>
          <a:bodyPr lIns="0" tIns="155448" rIns="0" anchor="t">
            <a:noAutofit/>
          </a:bodyPr>
          <a:lstStyle>
            <a:lvl1pPr marL="0" indent="0" algn="ctr">
              <a:spcBef>
                <a:spcPts val="0"/>
              </a:spcBef>
              <a:buNone/>
              <a:defRPr sz="1400" b="1" cap="all" spc="20" baseline="0">
                <a:solidFill>
                  <a:schemeClr val="accent6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Name</a:t>
            </a:r>
          </a:p>
        </p:txBody>
      </p:sp>
      <p:sp>
        <p:nvSpPr>
          <p:cNvPr id="30" name="Text Placeholder 20">
            <a:extLst>
              <a:ext uri="{FF2B5EF4-FFF2-40B4-BE49-F238E27FC236}">
                <a16:creationId xmlns:a16="http://schemas.microsoft.com/office/drawing/2014/main" id="{114EE337-FC29-F325-E528-A3F809B28B5B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8942832" y="3616960"/>
            <a:ext cx="2029968" cy="182880"/>
          </a:xfrm>
        </p:spPr>
        <p:txBody>
          <a:bodyPr anchor="ctr">
            <a:noAutofit/>
          </a:bodyPr>
          <a:lstStyle>
            <a:lvl1pPr marL="0" indent="0" algn="ctr">
              <a:buNone/>
              <a:defRPr sz="1200" spc="20" baseline="0"/>
            </a:lvl1pPr>
          </a:lstStyle>
          <a:p>
            <a:pPr lvl="0"/>
            <a:r>
              <a:rPr lang="en-US" dirty="0"/>
              <a:t>Title</a:t>
            </a:r>
          </a:p>
        </p:txBody>
      </p:sp>
      <p:sp>
        <p:nvSpPr>
          <p:cNvPr id="13" name="Picture Placeholder 16">
            <a:extLst>
              <a:ext uri="{FF2B5EF4-FFF2-40B4-BE49-F238E27FC236}">
                <a16:creationId xmlns:a16="http://schemas.microsoft.com/office/drawing/2014/main" id="{90CBAA5D-3D9B-0CB5-E527-996433638BE3}"/>
              </a:ext>
            </a:extLst>
          </p:cNvPr>
          <p:cNvSpPr>
            <a:spLocks noGrp="1"/>
          </p:cNvSpPr>
          <p:nvPr>
            <p:ph type="pic" sz="quarter" idx="28"/>
          </p:nvPr>
        </p:nvSpPr>
        <p:spPr>
          <a:xfrm>
            <a:off x="8942832" y="4144264"/>
            <a:ext cx="2029968" cy="1828800"/>
          </a:xfrm>
          <a:solidFill>
            <a:schemeClr val="accent4">
              <a:lumMod val="60000"/>
              <a:lumOff val="40000"/>
            </a:schemeClr>
          </a:solidFill>
          <a:ln>
            <a:noFill/>
          </a:ln>
        </p:spPr>
        <p:txBody>
          <a:bodyPr anchor="ctr">
            <a:noAutofit/>
          </a:bodyPr>
          <a:lstStyle>
            <a:lvl1pPr marL="0" indent="0" algn="ctr">
              <a:buNone/>
              <a:defRPr sz="14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32" name="Text Placeholder 18">
            <a:extLst>
              <a:ext uri="{FF2B5EF4-FFF2-40B4-BE49-F238E27FC236}">
                <a16:creationId xmlns:a16="http://schemas.microsoft.com/office/drawing/2014/main" id="{5B47333C-2F5E-FA7D-5DD1-191E0F421B61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8942832" y="5790184"/>
            <a:ext cx="2029968" cy="694944"/>
          </a:xfrm>
          <a:solidFill>
            <a:schemeClr val="accent4"/>
          </a:solidFill>
        </p:spPr>
        <p:txBody>
          <a:bodyPr lIns="0" tIns="155448" rIns="0" anchor="t">
            <a:noAutofit/>
          </a:bodyPr>
          <a:lstStyle>
            <a:lvl1pPr marL="0" indent="0" algn="ctr">
              <a:spcBef>
                <a:spcPts val="0"/>
              </a:spcBef>
              <a:buNone/>
              <a:defRPr sz="1400" b="1" cap="all" spc="20" baseline="0">
                <a:solidFill>
                  <a:schemeClr val="accent6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Name</a:t>
            </a:r>
          </a:p>
        </p:txBody>
      </p:sp>
      <p:sp>
        <p:nvSpPr>
          <p:cNvPr id="33" name="Text Placeholder 20">
            <a:extLst>
              <a:ext uri="{FF2B5EF4-FFF2-40B4-BE49-F238E27FC236}">
                <a16:creationId xmlns:a16="http://schemas.microsoft.com/office/drawing/2014/main" id="{D0AA2AE2-5A11-76D4-4D9C-B6B24D1419D0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8942832" y="6215888"/>
            <a:ext cx="2029968" cy="182880"/>
          </a:xfrm>
        </p:spPr>
        <p:txBody>
          <a:bodyPr anchor="ctr">
            <a:noAutofit/>
          </a:bodyPr>
          <a:lstStyle>
            <a:lvl1pPr marL="0" indent="0" algn="ctr">
              <a:buNone/>
              <a:defRPr sz="1200" spc="20" baseline="0"/>
            </a:lvl1pPr>
          </a:lstStyle>
          <a:p>
            <a:pPr lvl="0"/>
            <a:r>
              <a:rPr lang="en-US" dirty="0"/>
              <a:t>Title</a:t>
            </a:r>
          </a:p>
        </p:txBody>
      </p:sp>
    </p:spTree>
    <p:extLst>
      <p:ext uri="{BB962C8B-B14F-4D97-AF65-F5344CB8AC3E}">
        <p14:creationId xmlns:p14="http://schemas.microsoft.com/office/powerpoint/2010/main" val="190070913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15">
            <a:extLst>
              <a:ext uri="{FF2B5EF4-FFF2-40B4-BE49-F238E27FC236}">
                <a16:creationId xmlns:a16="http://schemas.microsoft.com/office/drawing/2014/main" id="{B950ED98-B5D1-206C-403F-FA954F9D2CFF}"/>
              </a:ext>
            </a:extLst>
          </p:cNvPr>
          <p:cNvSpPr/>
          <p:nvPr userDrawn="1"/>
        </p:nvSpPr>
        <p:spPr>
          <a:xfrm>
            <a:off x="685338" y="3796480"/>
            <a:ext cx="2011680" cy="1517904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0E8643CE-01D9-3E5E-15F6-20689F775F15}"/>
              </a:ext>
            </a:extLst>
          </p:cNvPr>
          <p:cNvSpPr/>
          <p:nvPr userDrawn="1"/>
        </p:nvSpPr>
        <p:spPr>
          <a:xfrm>
            <a:off x="2900911" y="3796480"/>
            <a:ext cx="2011680" cy="1517904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5AF82DDD-EDEC-7D87-F43A-113C5E4A4FE7}"/>
              </a:ext>
            </a:extLst>
          </p:cNvPr>
          <p:cNvSpPr/>
          <p:nvPr userDrawn="1"/>
        </p:nvSpPr>
        <p:spPr>
          <a:xfrm>
            <a:off x="5116484" y="3796480"/>
            <a:ext cx="2011680" cy="1517904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E47E492E-967F-54B7-55B1-08A5E1C3615B}"/>
              </a:ext>
            </a:extLst>
          </p:cNvPr>
          <p:cNvSpPr/>
          <p:nvPr userDrawn="1"/>
        </p:nvSpPr>
        <p:spPr>
          <a:xfrm>
            <a:off x="9547629" y="3796480"/>
            <a:ext cx="2011680" cy="1517904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DC0053FE-E44A-CA97-F782-67FC633E722E}"/>
              </a:ext>
            </a:extLst>
          </p:cNvPr>
          <p:cNvSpPr/>
          <p:nvPr userDrawn="1"/>
        </p:nvSpPr>
        <p:spPr>
          <a:xfrm>
            <a:off x="7332057" y="3796480"/>
            <a:ext cx="2011680" cy="1517904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7445A0A-815D-3414-088B-C041E6742D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8952" y="841248"/>
            <a:ext cx="10671048" cy="768096"/>
          </a:xfrm>
        </p:spPr>
        <p:txBody>
          <a:bodyPr>
            <a:noAutofit/>
          </a:bodyPr>
          <a:lstStyle>
            <a:lvl1pPr>
              <a:lnSpc>
                <a:spcPct val="100000"/>
              </a:lnSpc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17B5E29-6335-83BC-FA01-FAE422D265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>
            <a:noAutofit/>
          </a:bodyPr>
          <a:lstStyle/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36476D1-B61A-E9FD-E266-768B405CC3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/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46" name="Text Placeholder 2">
            <a:extLst>
              <a:ext uri="{FF2B5EF4-FFF2-40B4-BE49-F238E27FC236}">
                <a16:creationId xmlns:a16="http://schemas.microsoft.com/office/drawing/2014/main" id="{C025625F-8274-840F-6DD8-D36687CB8F7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5338" y="2491684"/>
            <a:ext cx="2011680" cy="2825173"/>
          </a:xfrm>
          <a:noFill/>
          <a:ln w="12700">
            <a:solidFill>
              <a:schemeClr val="accent1"/>
            </a:solidFill>
          </a:ln>
        </p:spPr>
        <p:txBody>
          <a:bodyPr tIns="685800" anchor="t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800" b="1" cap="all" spc="0" baseline="0">
                <a:solidFill>
                  <a:schemeClr val="accent6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4" name="Picture Placeholder 62">
            <a:extLst>
              <a:ext uri="{FF2B5EF4-FFF2-40B4-BE49-F238E27FC236}">
                <a16:creationId xmlns:a16="http://schemas.microsoft.com/office/drawing/2014/main" id="{2F18FBB7-2D21-7954-1324-C7D3BFE5C85D}"/>
              </a:ext>
            </a:extLst>
          </p:cNvPr>
          <p:cNvSpPr>
            <a:spLocks noGrp="1"/>
          </p:cNvSpPr>
          <p:nvPr>
            <p:ph type="pic" sz="quarter" idx="23"/>
          </p:nvPr>
        </p:nvSpPr>
        <p:spPr>
          <a:xfrm>
            <a:off x="1339134" y="2111058"/>
            <a:ext cx="704088" cy="704088"/>
          </a:xfrm>
          <a:prstGeom prst="ellipse">
            <a:avLst/>
          </a:prstGeom>
          <a:solidFill>
            <a:schemeClr val="accent1"/>
          </a:solidFill>
        </p:spPr>
        <p:txBody>
          <a:bodyPr lIns="0" tIns="0" rIns="0" bIns="0" anchor="ctr">
            <a:noAutofit/>
          </a:bodyPr>
          <a:lstStyle>
            <a:lvl1pPr marL="0" indent="0" algn="ctr">
              <a:buNone/>
              <a:defRPr sz="9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52" name="Text Placeholder 51">
            <a:extLst>
              <a:ext uri="{FF2B5EF4-FFF2-40B4-BE49-F238E27FC236}">
                <a16:creationId xmlns:a16="http://schemas.microsoft.com/office/drawing/2014/main" id="{2EF54C35-5F8E-4E0A-AB4D-97E38121910A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731058" y="3888404"/>
            <a:ext cx="1920240" cy="1371600"/>
          </a:xfrm>
          <a:noFill/>
          <a:ln>
            <a:noFill/>
          </a:ln>
        </p:spPr>
        <p:txBody>
          <a:bodyPr lIns="91440" rIns="91440" anchor="ctr">
            <a:noAutofit/>
          </a:bodyPr>
          <a:lstStyle>
            <a:lvl1pPr marL="0" indent="0" algn="ctr">
              <a:spcBef>
                <a:spcPts val="0"/>
              </a:spcBef>
              <a:buNone/>
              <a:defRPr sz="15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7" name="Text Placeholder 4">
            <a:extLst>
              <a:ext uri="{FF2B5EF4-FFF2-40B4-BE49-F238E27FC236}">
                <a16:creationId xmlns:a16="http://schemas.microsoft.com/office/drawing/2014/main" id="{79F9AD31-B0C5-3563-C73A-8B6297FCFD1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2900910" y="2491684"/>
            <a:ext cx="2011680" cy="2825173"/>
          </a:xfrm>
          <a:noFill/>
          <a:ln w="12700">
            <a:solidFill>
              <a:schemeClr val="accent3"/>
            </a:solidFill>
          </a:ln>
        </p:spPr>
        <p:txBody>
          <a:bodyPr tIns="685800" anchor="t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800" b="1" cap="all" spc="0" baseline="0">
                <a:solidFill>
                  <a:schemeClr val="accent6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8" name="Picture Placeholder 62">
            <a:extLst>
              <a:ext uri="{FF2B5EF4-FFF2-40B4-BE49-F238E27FC236}">
                <a16:creationId xmlns:a16="http://schemas.microsoft.com/office/drawing/2014/main" id="{05E8E8EF-4954-870B-04E5-82BC660A6738}"/>
              </a:ext>
            </a:extLst>
          </p:cNvPr>
          <p:cNvSpPr>
            <a:spLocks noGrp="1"/>
          </p:cNvSpPr>
          <p:nvPr>
            <p:ph type="pic" sz="quarter" idx="27"/>
          </p:nvPr>
        </p:nvSpPr>
        <p:spPr>
          <a:xfrm>
            <a:off x="3554707" y="2111058"/>
            <a:ext cx="704088" cy="704088"/>
          </a:xfrm>
          <a:prstGeom prst="ellipse">
            <a:avLst/>
          </a:prstGeom>
          <a:solidFill>
            <a:schemeClr val="accent3"/>
          </a:solidFill>
        </p:spPr>
        <p:txBody>
          <a:bodyPr lIns="0" tIns="0" rIns="0" bIns="0" anchor="ctr">
            <a:noAutofit/>
          </a:bodyPr>
          <a:lstStyle>
            <a:lvl1pPr marL="0" indent="0" algn="ctr">
              <a:buNone/>
              <a:defRPr sz="9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58" name="Text Placeholder 51">
            <a:extLst>
              <a:ext uri="{FF2B5EF4-FFF2-40B4-BE49-F238E27FC236}">
                <a16:creationId xmlns:a16="http://schemas.microsoft.com/office/drawing/2014/main" id="{75981CD1-EA26-D1CF-F19E-B58C16BA8A69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2946630" y="3888404"/>
            <a:ext cx="1920240" cy="1371600"/>
          </a:xfrm>
          <a:noFill/>
          <a:ln>
            <a:noFill/>
          </a:ln>
        </p:spPr>
        <p:txBody>
          <a:bodyPr lIns="91440" rIns="91440" anchor="ctr">
            <a:noAutofit/>
          </a:bodyPr>
          <a:lstStyle>
            <a:lvl1pPr marL="0" indent="0" algn="ctr">
              <a:spcBef>
                <a:spcPts val="0"/>
              </a:spcBef>
              <a:buNone/>
              <a:defRPr sz="15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8" name="Text Placeholder 4">
            <a:extLst>
              <a:ext uri="{FF2B5EF4-FFF2-40B4-BE49-F238E27FC236}">
                <a16:creationId xmlns:a16="http://schemas.microsoft.com/office/drawing/2014/main" id="{3A09BBD1-5CBC-B0EF-71C0-054FCB989BC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116484" y="2491684"/>
            <a:ext cx="2011680" cy="2825173"/>
          </a:xfrm>
          <a:noFill/>
          <a:ln w="12700">
            <a:solidFill>
              <a:schemeClr val="accent1"/>
            </a:solidFill>
          </a:ln>
        </p:spPr>
        <p:txBody>
          <a:bodyPr tIns="685800" anchor="t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800" b="1" cap="all" spc="0" baseline="0">
                <a:solidFill>
                  <a:schemeClr val="accent6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7" name="Picture Placeholder 62">
            <a:extLst>
              <a:ext uri="{FF2B5EF4-FFF2-40B4-BE49-F238E27FC236}">
                <a16:creationId xmlns:a16="http://schemas.microsoft.com/office/drawing/2014/main" id="{4AD0C8C9-DB5A-6DC8-2729-A21F1A5CF174}"/>
              </a:ext>
            </a:extLst>
          </p:cNvPr>
          <p:cNvSpPr>
            <a:spLocks noGrp="1"/>
          </p:cNvSpPr>
          <p:nvPr>
            <p:ph type="pic" sz="quarter" idx="26"/>
          </p:nvPr>
        </p:nvSpPr>
        <p:spPr>
          <a:xfrm>
            <a:off x="5770280" y="2111058"/>
            <a:ext cx="704088" cy="704088"/>
          </a:xfrm>
          <a:prstGeom prst="ellipse">
            <a:avLst/>
          </a:prstGeom>
          <a:solidFill>
            <a:schemeClr val="accent1"/>
          </a:solidFill>
        </p:spPr>
        <p:txBody>
          <a:bodyPr lIns="0" tIns="0" rIns="0" bIns="0" anchor="ctr">
            <a:noAutofit/>
          </a:bodyPr>
          <a:lstStyle>
            <a:lvl1pPr marL="0" indent="0" algn="ctr">
              <a:buNone/>
              <a:defRPr sz="9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59" name="Text Placeholder 51">
            <a:extLst>
              <a:ext uri="{FF2B5EF4-FFF2-40B4-BE49-F238E27FC236}">
                <a16:creationId xmlns:a16="http://schemas.microsoft.com/office/drawing/2014/main" id="{F02DE2DC-F65C-32A5-5821-89FB2F53C325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162204" y="3888404"/>
            <a:ext cx="1920240" cy="1371600"/>
          </a:xfrm>
          <a:noFill/>
          <a:ln>
            <a:noFill/>
          </a:ln>
        </p:spPr>
        <p:txBody>
          <a:bodyPr lIns="91440" rIns="91440" anchor="ctr">
            <a:noAutofit/>
          </a:bodyPr>
          <a:lstStyle>
            <a:lvl1pPr marL="0" indent="0" algn="ctr">
              <a:spcBef>
                <a:spcPts val="0"/>
              </a:spcBef>
              <a:buNone/>
              <a:defRPr sz="15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9" name="Text Placeholder 4">
            <a:extLst>
              <a:ext uri="{FF2B5EF4-FFF2-40B4-BE49-F238E27FC236}">
                <a16:creationId xmlns:a16="http://schemas.microsoft.com/office/drawing/2014/main" id="{084A0326-A0B8-1723-B8BA-B015344F2DCE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7332057" y="2491684"/>
            <a:ext cx="2011680" cy="2825173"/>
          </a:xfrm>
          <a:noFill/>
          <a:ln w="12700">
            <a:solidFill>
              <a:schemeClr val="accent3"/>
            </a:solidFill>
          </a:ln>
        </p:spPr>
        <p:txBody>
          <a:bodyPr tIns="685800" anchor="t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800" b="1" cap="all" spc="0" baseline="0">
                <a:solidFill>
                  <a:schemeClr val="accent6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6" name="Picture Placeholder 62">
            <a:extLst>
              <a:ext uri="{FF2B5EF4-FFF2-40B4-BE49-F238E27FC236}">
                <a16:creationId xmlns:a16="http://schemas.microsoft.com/office/drawing/2014/main" id="{139354A0-F5DF-3AC5-5E8B-A41146C26F3C}"/>
              </a:ext>
            </a:extLst>
          </p:cNvPr>
          <p:cNvSpPr>
            <a:spLocks noGrp="1"/>
          </p:cNvSpPr>
          <p:nvPr>
            <p:ph type="pic" sz="quarter" idx="25"/>
          </p:nvPr>
        </p:nvSpPr>
        <p:spPr>
          <a:xfrm>
            <a:off x="7985853" y="2111058"/>
            <a:ext cx="704088" cy="704088"/>
          </a:xfrm>
          <a:prstGeom prst="ellipse">
            <a:avLst/>
          </a:prstGeom>
          <a:solidFill>
            <a:schemeClr val="accent3"/>
          </a:solidFill>
        </p:spPr>
        <p:txBody>
          <a:bodyPr lIns="0" tIns="0" rIns="0" bIns="0" anchor="ctr">
            <a:noAutofit/>
          </a:bodyPr>
          <a:lstStyle>
            <a:lvl1pPr marL="0" indent="0" algn="ctr">
              <a:buNone/>
              <a:defRPr sz="9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60" name="Text Placeholder 51">
            <a:extLst>
              <a:ext uri="{FF2B5EF4-FFF2-40B4-BE49-F238E27FC236}">
                <a16:creationId xmlns:a16="http://schemas.microsoft.com/office/drawing/2014/main" id="{E9730E82-F317-686A-8777-D81705BCC706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7377777" y="3888404"/>
            <a:ext cx="1920240" cy="1371600"/>
          </a:xfrm>
          <a:noFill/>
          <a:ln>
            <a:noFill/>
          </a:ln>
        </p:spPr>
        <p:txBody>
          <a:bodyPr lIns="91440" rIns="91440" anchor="ctr">
            <a:noAutofit/>
          </a:bodyPr>
          <a:lstStyle>
            <a:lvl1pPr marL="0" indent="0" algn="ctr">
              <a:spcBef>
                <a:spcPts val="0"/>
              </a:spcBef>
              <a:buNone/>
              <a:defRPr sz="15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0" name="Text Placeholder 4">
            <a:extLst>
              <a:ext uri="{FF2B5EF4-FFF2-40B4-BE49-F238E27FC236}">
                <a16:creationId xmlns:a16="http://schemas.microsoft.com/office/drawing/2014/main" id="{0E3B57F3-1903-446F-D989-D6CA342D0861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9547629" y="2491684"/>
            <a:ext cx="2011680" cy="2825173"/>
          </a:xfrm>
          <a:noFill/>
          <a:ln w="12700">
            <a:solidFill>
              <a:schemeClr val="accent1"/>
            </a:solidFill>
          </a:ln>
        </p:spPr>
        <p:txBody>
          <a:bodyPr tIns="685800" anchor="t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800" b="1" cap="all" spc="0" baseline="0">
                <a:solidFill>
                  <a:schemeClr val="accent6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5" name="Picture Placeholder 62">
            <a:extLst>
              <a:ext uri="{FF2B5EF4-FFF2-40B4-BE49-F238E27FC236}">
                <a16:creationId xmlns:a16="http://schemas.microsoft.com/office/drawing/2014/main" id="{D5BF3A8A-72F1-392E-855B-5B36E244A7FD}"/>
              </a:ext>
            </a:extLst>
          </p:cNvPr>
          <p:cNvSpPr>
            <a:spLocks noGrp="1"/>
          </p:cNvSpPr>
          <p:nvPr>
            <p:ph type="pic" sz="quarter" idx="24"/>
          </p:nvPr>
        </p:nvSpPr>
        <p:spPr>
          <a:xfrm>
            <a:off x="10201425" y="2111058"/>
            <a:ext cx="704088" cy="704088"/>
          </a:xfrm>
          <a:prstGeom prst="ellipse">
            <a:avLst/>
          </a:prstGeom>
          <a:solidFill>
            <a:schemeClr val="accent1"/>
          </a:solidFill>
        </p:spPr>
        <p:txBody>
          <a:bodyPr lIns="0" tIns="0" rIns="0" bIns="0" anchor="ctr">
            <a:noAutofit/>
          </a:bodyPr>
          <a:lstStyle>
            <a:lvl1pPr marL="0" indent="0" algn="ctr">
              <a:buNone/>
              <a:defRPr sz="9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61" name="Text Placeholder 51">
            <a:extLst>
              <a:ext uri="{FF2B5EF4-FFF2-40B4-BE49-F238E27FC236}">
                <a16:creationId xmlns:a16="http://schemas.microsoft.com/office/drawing/2014/main" id="{2AED5DDC-3165-FA12-0310-E3545223E292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9593349" y="3888404"/>
            <a:ext cx="1920240" cy="1371600"/>
          </a:xfrm>
          <a:noFill/>
          <a:ln>
            <a:noFill/>
          </a:ln>
        </p:spPr>
        <p:txBody>
          <a:bodyPr lIns="91440" rIns="91440" anchor="ctr">
            <a:noAutofit/>
          </a:bodyPr>
          <a:lstStyle>
            <a:lvl1pPr marL="0" indent="0" algn="ctr">
              <a:spcBef>
                <a:spcPts val="0"/>
              </a:spcBef>
              <a:buNone/>
              <a:defRPr sz="15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87251621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me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Freeform: Shape 28">
            <a:extLst>
              <a:ext uri="{FF2B5EF4-FFF2-40B4-BE49-F238E27FC236}">
                <a16:creationId xmlns:a16="http://schemas.microsoft.com/office/drawing/2014/main" id="{E2DECB02-D9CE-E57A-0604-BFF41EC38AFA}"/>
              </a:ext>
            </a:extLst>
          </p:cNvPr>
          <p:cNvSpPr/>
          <p:nvPr userDrawn="1"/>
        </p:nvSpPr>
        <p:spPr>
          <a:xfrm>
            <a:off x="0" y="0"/>
            <a:ext cx="2838450" cy="2857958"/>
          </a:xfrm>
          <a:custGeom>
            <a:avLst/>
            <a:gdLst>
              <a:gd name="connsiteX0" fmla="*/ 1971005 w 2838450"/>
              <a:gd name="connsiteY0" fmla="*/ 0 h 2857958"/>
              <a:gd name="connsiteX1" fmla="*/ 2838450 w 2838450"/>
              <a:gd name="connsiteY1" fmla="*/ 0 h 2857958"/>
              <a:gd name="connsiteX2" fmla="*/ 2838450 w 2838450"/>
              <a:gd name="connsiteY2" fmla="*/ 7240 h 2857958"/>
              <a:gd name="connsiteX3" fmla="*/ 278890 w 2838450"/>
              <a:gd name="connsiteY3" fmla="*/ 2843883 h 2857958"/>
              <a:gd name="connsiteX4" fmla="*/ 0 w 2838450"/>
              <a:gd name="connsiteY4" fmla="*/ 2857958 h 2857958"/>
              <a:gd name="connsiteX5" fmla="*/ 0 w 2838450"/>
              <a:gd name="connsiteY5" fmla="*/ 1990580 h 2857958"/>
              <a:gd name="connsiteX6" fmla="*/ 190293 w 2838450"/>
              <a:gd name="connsiteY6" fmla="*/ 1980883 h 2857958"/>
              <a:gd name="connsiteX7" fmla="*/ 1960910 w 2838450"/>
              <a:gd name="connsiteY7" fmla="*/ 200390 h 2857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2838450" h="2857958">
                <a:moveTo>
                  <a:pt x="1971005" y="0"/>
                </a:moveTo>
                <a:lnTo>
                  <a:pt x="2838450" y="0"/>
                </a:lnTo>
                <a:lnTo>
                  <a:pt x="2838450" y="7240"/>
                </a:lnTo>
                <a:cubicBezTo>
                  <a:pt x="2838450" y="1484015"/>
                  <a:pt x="1716931" y="2697914"/>
                  <a:pt x="278890" y="2843883"/>
                </a:cubicBezTo>
                <a:lnTo>
                  <a:pt x="0" y="2857958"/>
                </a:lnTo>
                <a:lnTo>
                  <a:pt x="0" y="1990580"/>
                </a:lnTo>
                <a:lnTo>
                  <a:pt x="190293" y="1980883"/>
                </a:lnTo>
                <a:cubicBezTo>
                  <a:pt x="1124600" y="1885128"/>
                  <a:pt x="1866185" y="1135788"/>
                  <a:pt x="1960910" y="20039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/>
          </a:p>
        </p:txBody>
      </p:sp>
      <p:sp>
        <p:nvSpPr>
          <p:cNvPr id="26" name="Freeform: Shape 25">
            <a:extLst>
              <a:ext uri="{FF2B5EF4-FFF2-40B4-BE49-F238E27FC236}">
                <a16:creationId xmlns:a16="http://schemas.microsoft.com/office/drawing/2014/main" id="{68E760EA-7D83-1DF2-A8EE-4F218084E74F}"/>
              </a:ext>
            </a:extLst>
          </p:cNvPr>
          <p:cNvSpPr/>
          <p:nvPr userDrawn="1"/>
        </p:nvSpPr>
        <p:spPr>
          <a:xfrm>
            <a:off x="1" y="-1"/>
            <a:ext cx="1970627" cy="1990267"/>
          </a:xfrm>
          <a:custGeom>
            <a:avLst/>
            <a:gdLst>
              <a:gd name="connsiteX0" fmla="*/ 0 w 1970627"/>
              <a:gd name="connsiteY0" fmla="*/ 0 h 1990267"/>
              <a:gd name="connsiteX1" fmla="*/ 1970627 w 1970627"/>
              <a:gd name="connsiteY1" fmla="*/ 0 h 1990267"/>
              <a:gd name="connsiteX2" fmla="*/ 1960534 w 1970627"/>
              <a:gd name="connsiteY2" fmla="*/ 200357 h 1990267"/>
              <a:gd name="connsiteX3" fmla="*/ 190254 w 1970627"/>
              <a:gd name="connsiteY3" fmla="*/ 1980571 h 1990267"/>
              <a:gd name="connsiteX4" fmla="*/ 0 w 1970627"/>
              <a:gd name="connsiteY4" fmla="*/ 1990267 h 19902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970627" h="1990267">
                <a:moveTo>
                  <a:pt x="0" y="0"/>
                </a:moveTo>
                <a:lnTo>
                  <a:pt x="1970627" y="0"/>
                </a:lnTo>
                <a:lnTo>
                  <a:pt x="1960534" y="200357"/>
                </a:lnTo>
                <a:cubicBezTo>
                  <a:pt x="1865827" y="1135608"/>
                  <a:pt x="1124383" y="1884831"/>
                  <a:pt x="190254" y="1980571"/>
                </a:cubicBezTo>
                <a:lnTo>
                  <a:pt x="0" y="1990267"/>
                </a:lnTo>
                <a:close/>
              </a:path>
            </a:pathLst>
          </a:custGeom>
          <a:solidFill>
            <a:srgbClr val="F5CDCE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6" name="Freeform: Shape 15">
            <a:extLst>
              <a:ext uri="{FF2B5EF4-FFF2-40B4-BE49-F238E27FC236}">
                <a16:creationId xmlns:a16="http://schemas.microsoft.com/office/drawing/2014/main" id="{FF3F3353-78A1-F584-81A6-9513382DF18F}"/>
              </a:ext>
            </a:extLst>
          </p:cNvPr>
          <p:cNvSpPr/>
          <p:nvPr userDrawn="1"/>
        </p:nvSpPr>
        <p:spPr>
          <a:xfrm>
            <a:off x="1" y="1"/>
            <a:ext cx="1003449" cy="1013015"/>
          </a:xfrm>
          <a:custGeom>
            <a:avLst/>
            <a:gdLst>
              <a:gd name="connsiteX0" fmla="*/ 0 w 1003449"/>
              <a:gd name="connsiteY0" fmla="*/ 0 h 1013015"/>
              <a:gd name="connsiteX1" fmla="*/ 1003449 w 1003449"/>
              <a:gd name="connsiteY1" fmla="*/ 0 h 1013015"/>
              <a:gd name="connsiteX2" fmla="*/ 998306 w 1003449"/>
              <a:gd name="connsiteY2" fmla="*/ 100639 h 1013015"/>
              <a:gd name="connsiteX3" fmla="*/ 90663 w 1003449"/>
              <a:gd name="connsiteY3" fmla="*/ 1008380 h 1013015"/>
              <a:gd name="connsiteX4" fmla="*/ 0 w 1003449"/>
              <a:gd name="connsiteY4" fmla="*/ 1013015 h 101301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003449" h="1013015">
                <a:moveTo>
                  <a:pt x="0" y="0"/>
                </a:moveTo>
                <a:lnTo>
                  <a:pt x="1003449" y="0"/>
                </a:lnTo>
                <a:lnTo>
                  <a:pt x="998306" y="100639"/>
                </a:lnTo>
                <a:cubicBezTo>
                  <a:pt x="949402" y="576784"/>
                  <a:pt x="566756" y="959471"/>
                  <a:pt x="90663" y="1008380"/>
                </a:cubicBezTo>
                <a:lnTo>
                  <a:pt x="0" y="1013015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65C6DDD-D2BB-0153-0F53-9F7C17BDFD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lnSpc>
                <a:spcPct val="100000"/>
              </a:lnSpc>
              <a:defRPr>
                <a:solidFill>
                  <a:schemeClr val="accent6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71A846E-CBB1-9805-456D-0C0B890912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30" name="Image 2" descr="preencoded.png">
            <a:extLst>
              <a:ext uri="{FF2B5EF4-FFF2-40B4-BE49-F238E27FC236}">
                <a16:creationId xmlns:a16="http://schemas.microsoft.com/office/drawing/2014/main" id="{790E862E-398F-571C-EC2C-3D17164DE059}"/>
              </a:ext>
            </a:extLst>
          </p:cNvPr>
          <p:cNvSpPr/>
          <p:nvPr/>
        </p:nvSpPr>
        <p:spPr>
          <a:xfrm>
            <a:off x="1458332" y="590133"/>
            <a:ext cx="775021" cy="775021"/>
          </a:xfrm>
          <a:custGeom>
            <a:avLst/>
            <a:gdLst>
              <a:gd name="connsiteX0" fmla="*/ 387511 w 775021"/>
              <a:gd name="connsiteY0" fmla="*/ 775021 h 775021"/>
              <a:gd name="connsiteX1" fmla="*/ 775021 w 775021"/>
              <a:gd name="connsiteY1" fmla="*/ 387511 h 775021"/>
              <a:gd name="connsiteX2" fmla="*/ 387511 w 775021"/>
              <a:gd name="connsiteY2" fmla="*/ 0 h 775021"/>
              <a:gd name="connsiteX3" fmla="*/ 0 w 775021"/>
              <a:gd name="connsiteY3" fmla="*/ 387511 h 775021"/>
              <a:gd name="connsiteX4" fmla="*/ 387511 w 775021"/>
              <a:gd name="connsiteY4" fmla="*/ 775021 h 77502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75021" h="775021">
                <a:moveTo>
                  <a:pt x="387511" y="775021"/>
                </a:moveTo>
                <a:cubicBezTo>
                  <a:pt x="601527" y="775021"/>
                  <a:pt x="775021" y="601527"/>
                  <a:pt x="775021" y="387511"/>
                </a:cubicBezTo>
                <a:cubicBezTo>
                  <a:pt x="775021" y="173494"/>
                  <a:pt x="601527" y="0"/>
                  <a:pt x="387511" y="0"/>
                </a:cubicBezTo>
                <a:cubicBezTo>
                  <a:pt x="173494" y="0"/>
                  <a:pt x="0" y="173494"/>
                  <a:pt x="0" y="387511"/>
                </a:cubicBezTo>
                <a:cubicBezTo>
                  <a:pt x="0" y="601527"/>
                  <a:pt x="173494" y="775021"/>
                  <a:pt x="387511" y="775021"/>
                </a:cubicBezTo>
                <a:close/>
              </a:path>
            </a:pathLst>
          </a:custGeom>
          <a:solidFill>
            <a:schemeClr val="accent6"/>
          </a:solidFill>
          <a:ln w="3801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31" name="Text Placeholder 2">
            <a:extLst>
              <a:ext uri="{FF2B5EF4-FFF2-40B4-BE49-F238E27FC236}">
                <a16:creationId xmlns:a16="http://schemas.microsoft.com/office/drawing/2014/main" id="{AB1DF8DE-0EED-2627-4B5E-266C0BC276BE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685338" y="3017520"/>
            <a:ext cx="1993392" cy="557784"/>
          </a:xfrm>
          <a:solidFill>
            <a:schemeClr val="accent3"/>
          </a:solidFill>
          <a:ln>
            <a:noFill/>
          </a:ln>
        </p:spPr>
        <p:txBody>
          <a:bodyPr lIns="0" tIns="0" rIns="0" bIns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800" b="1" cap="all" spc="0" baseline="0">
                <a:solidFill>
                  <a:schemeClr val="accent6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MMM YYYY</a:t>
            </a:r>
          </a:p>
        </p:txBody>
      </p:sp>
      <p:sp>
        <p:nvSpPr>
          <p:cNvPr id="32" name="Text Placeholder 4">
            <a:extLst>
              <a:ext uri="{FF2B5EF4-FFF2-40B4-BE49-F238E27FC236}">
                <a16:creationId xmlns:a16="http://schemas.microsoft.com/office/drawing/2014/main" id="{5AE99EEE-38C4-CB2D-EEA0-8A2EB6F129E4}"/>
              </a:ext>
            </a:extLst>
          </p:cNvPr>
          <p:cNvSpPr>
            <a:spLocks noGrp="1"/>
          </p:cNvSpPr>
          <p:nvPr>
            <p:ph type="body" sz="quarter" idx="3" hasCustomPrompt="1"/>
          </p:nvPr>
        </p:nvSpPr>
        <p:spPr>
          <a:xfrm>
            <a:off x="2900911" y="3017520"/>
            <a:ext cx="1993392" cy="557784"/>
          </a:xfrm>
          <a:solidFill>
            <a:schemeClr val="accent1"/>
          </a:solidFill>
          <a:ln>
            <a:noFill/>
          </a:ln>
        </p:spPr>
        <p:txBody>
          <a:bodyPr lIns="0" tIns="0" rIns="0" bIns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800" b="1" cap="all" spc="0" baseline="0">
                <a:solidFill>
                  <a:schemeClr val="accent6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MMM YYYY</a:t>
            </a:r>
          </a:p>
        </p:txBody>
      </p:sp>
      <p:sp>
        <p:nvSpPr>
          <p:cNvPr id="33" name="Text Placeholder 4">
            <a:extLst>
              <a:ext uri="{FF2B5EF4-FFF2-40B4-BE49-F238E27FC236}">
                <a16:creationId xmlns:a16="http://schemas.microsoft.com/office/drawing/2014/main" id="{AA90F0AE-69F4-EBD3-AED1-81E98D34811D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116484" y="3017520"/>
            <a:ext cx="1993392" cy="557784"/>
          </a:xfrm>
          <a:solidFill>
            <a:schemeClr val="accent3"/>
          </a:solidFill>
          <a:ln>
            <a:noFill/>
          </a:ln>
        </p:spPr>
        <p:txBody>
          <a:bodyPr lIns="0" tIns="0" rIns="0" bIns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800" b="1" cap="all" spc="0" baseline="0">
                <a:solidFill>
                  <a:schemeClr val="accent6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MMM YYYY</a:t>
            </a:r>
          </a:p>
        </p:txBody>
      </p:sp>
      <p:sp>
        <p:nvSpPr>
          <p:cNvPr id="34" name="Text Placeholder 4">
            <a:extLst>
              <a:ext uri="{FF2B5EF4-FFF2-40B4-BE49-F238E27FC236}">
                <a16:creationId xmlns:a16="http://schemas.microsoft.com/office/drawing/2014/main" id="{F9E49243-B04A-D7AF-B4C7-8E1AE776F811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7332057" y="3017520"/>
            <a:ext cx="1993392" cy="557784"/>
          </a:xfrm>
          <a:solidFill>
            <a:schemeClr val="accent1"/>
          </a:solidFill>
          <a:ln>
            <a:noFill/>
          </a:ln>
        </p:spPr>
        <p:txBody>
          <a:bodyPr lIns="0" tIns="0" rIns="0" bIns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800" b="1" cap="all" spc="0" baseline="0">
                <a:solidFill>
                  <a:schemeClr val="accent6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MMM YYYY</a:t>
            </a:r>
          </a:p>
        </p:txBody>
      </p:sp>
      <p:sp>
        <p:nvSpPr>
          <p:cNvPr id="35" name="Text Placeholder 4">
            <a:extLst>
              <a:ext uri="{FF2B5EF4-FFF2-40B4-BE49-F238E27FC236}">
                <a16:creationId xmlns:a16="http://schemas.microsoft.com/office/drawing/2014/main" id="{4780DCD4-46DE-8C31-9F39-FC6E45FC1EBE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9547629" y="3017520"/>
            <a:ext cx="1993392" cy="557784"/>
          </a:xfrm>
          <a:solidFill>
            <a:schemeClr val="accent3"/>
          </a:solidFill>
          <a:ln>
            <a:noFill/>
          </a:ln>
        </p:spPr>
        <p:txBody>
          <a:bodyPr lIns="0" tIns="0" rIns="0" bIns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800" b="1" cap="all" spc="0" baseline="0">
                <a:solidFill>
                  <a:schemeClr val="accent6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MMM YYYY</a:t>
            </a:r>
          </a:p>
        </p:txBody>
      </p:sp>
      <p:sp>
        <p:nvSpPr>
          <p:cNvPr id="36" name="Text Placeholder 51">
            <a:extLst>
              <a:ext uri="{FF2B5EF4-FFF2-40B4-BE49-F238E27FC236}">
                <a16:creationId xmlns:a16="http://schemas.microsoft.com/office/drawing/2014/main" id="{9FBDF935-4925-03EC-CBC9-1EBA90DF849B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685338" y="4745736"/>
            <a:ext cx="1993392" cy="795528"/>
          </a:xfrm>
          <a:noFill/>
        </p:spPr>
        <p:txBody>
          <a:bodyPr lIns="0" rIns="0" anchor="t" anchorCtr="0">
            <a:noAutofit/>
          </a:bodyPr>
          <a:lstStyle>
            <a:lvl1pPr marL="0" indent="0" algn="ctr">
              <a:spcBef>
                <a:spcPts val="0"/>
              </a:spcBef>
              <a:buNone/>
              <a:defRPr sz="15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7" name="Text Placeholder 51">
            <a:extLst>
              <a:ext uri="{FF2B5EF4-FFF2-40B4-BE49-F238E27FC236}">
                <a16:creationId xmlns:a16="http://schemas.microsoft.com/office/drawing/2014/main" id="{9BB76AA7-442D-54A7-D075-C67F47438963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2900911" y="4745736"/>
            <a:ext cx="1993392" cy="795528"/>
          </a:xfrm>
          <a:noFill/>
        </p:spPr>
        <p:txBody>
          <a:bodyPr lIns="0" rIns="0" anchor="t" anchorCtr="0">
            <a:noAutofit/>
          </a:bodyPr>
          <a:lstStyle>
            <a:lvl1pPr marL="0" indent="0" algn="ctr">
              <a:spcBef>
                <a:spcPts val="0"/>
              </a:spcBef>
              <a:buNone/>
              <a:defRPr sz="15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8" name="Text Placeholder 51">
            <a:extLst>
              <a:ext uri="{FF2B5EF4-FFF2-40B4-BE49-F238E27FC236}">
                <a16:creationId xmlns:a16="http://schemas.microsoft.com/office/drawing/2014/main" id="{9E419856-1586-F2D8-A1B4-F67FEE9839DF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116484" y="4745736"/>
            <a:ext cx="1993392" cy="795528"/>
          </a:xfrm>
          <a:noFill/>
        </p:spPr>
        <p:txBody>
          <a:bodyPr lIns="0" rIns="0" anchor="t" anchorCtr="0">
            <a:noAutofit/>
          </a:bodyPr>
          <a:lstStyle>
            <a:lvl1pPr marL="0" indent="0" algn="ctr">
              <a:spcBef>
                <a:spcPts val="0"/>
              </a:spcBef>
              <a:buNone/>
              <a:defRPr sz="15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9" name="Text Placeholder 51">
            <a:extLst>
              <a:ext uri="{FF2B5EF4-FFF2-40B4-BE49-F238E27FC236}">
                <a16:creationId xmlns:a16="http://schemas.microsoft.com/office/drawing/2014/main" id="{AED74DD2-EAE3-76BF-56B9-C04FCED1F2DB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7332057" y="4745736"/>
            <a:ext cx="1993392" cy="795528"/>
          </a:xfrm>
          <a:noFill/>
        </p:spPr>
        <p:txBody>
          <a:bodyPr lIns="0" rIns="0" anchor="t" anchorCtr="0">
            <a:noAutofit/>
          </a:bodyPr>
          <a:lstStyle>
            <a:lvl1pPr marL="0" indent="0" algn="ctr">
              <a:spcBef>
                <a:spcPts val="0"/>
              </a:spcBef>
              <a:buNone/>
              <a:defRPr sz="15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0" name="Text Placeholder 51">
            <a:extLst>
              <a:ext uri="{FF2B5EF4-FFF2-40B4-BE49-F238E27FC236}">
                <a16:creationId xmlns:a16="http://schemas.microsoft.com/office/drawing/2014/main" id="{0A39AD48-2F98-C0C9-DE08-CED7EBF816B2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9547629" y="4745736"/>
            <a:ext cx="1993392" cy="795528"/>
          </a:xfrm>
          <a:noFill/>
        </p:spPr>
        <p:txBody>
          <a:bodyPr lIns="0" rIns="0" anchor="t" anchorCtr="0">
            <a:noAutofit/>
          </a:bodyPr>
          <a:lstStyle>
            <a:lvl1pPr marL="0" indent="0" algn="ctr">
              <a:spcBef>
                <a:spcPts val="0"/>
              </a:spcBef>
              <a:buNone/>
              <a:defRPr sz="15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42" name="Straight Connector 41">
            <a:extLst>
              <a:ext uri="{FF2B5EF4-FFF2-40B4-BE49-F238E27FC236}">
                <a16:creationId xmlns:a16="http://schemas.microsoft.com/office/drawing/2014/main" id="{E6BE61D7-B0A3-902B-4F58-727982880EF5}"/>
              </a:ext>
            </a:extLst>
          </p:cNvPr>
          <p:cNvCxnSpPr>
            <a:cxnSpLocks/>
          </p:cNvCxnSpPr>
          <p:nvPr userDrawn="1"/>
        </p:nvCxnSpPr>
        <p:spPr>
          <a:xfrm>
            <a:off x="739398" y="4187681"/>
            <a:ext cx="10812360" cy="0"/>
          </a:xfrm>
          <a:prstGeom prst="line">
            <a:avLst/>
          </a:prstGeom>
          <a:ln w="12700">
            <a:solidFill>
              <a:schemeClr val="accent2">
                <a:lumMod val="40000"/>
                <a:lumOff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503357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itle 19">
            <a:extLst>
              <a:ext uri="{FF2B5EF4-FFF2-40B4-BE49-F238E27FC236}">
                <a16:creationId xmlns:a16="http://schemas.microsoft.com/office/drawing/2014/main" id="{C26B5661-F583-FA44-8353-161B862E69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86784" y="1243584"/>
            <a:ext cx="8165592" cy="768096"/>
          </a:xfrm>
        </p:spPr>
        <p:txBody>
          <a:bodyPr>
            <a:noAutofit/>
          </a:bodyPr>
          <a:lstStyle>
            <a:lvl1pPr algn="l">
              <a:lnSpc>
                <a:spcPct val="100000"/>
              </a:lnSpc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Image 0" descr="preencoded.png">
            <a:extLst>
              <a:ext uri="{FF2B5EF4-FFF2-40B4-BE49-F238E27FC236}">
                <a16:creationId xmlns:a16="http://schemas.microsoft.com/office/drawing/2014/main" id="{CD2D664E-6702-6607-A37E-2E996144917C}"/>
              </a:ext>
            </a:extLst>
          </p:cNvPr>
          <p:cNvSpPr/>
          <p:nvPr userDrawn="1"/>
        </p:nvSpPr>
        <p:spPr>
          <a:xfrm>
            <a:off x="-5568" y="-2784"/>
            <a:ext cx="3443288" cy="6891337"/>
          </a:xfrm>
          <a:custGeom>
            <a:avLst/>
            <a:gdLst>
              <a:gd name="connsiteX0" fmla="*/ 3443288 w 3443288"/>
              <a:gd name="connsiteY0" fmla="*/ 0 h 6891337"/>
              <a:gd name="connsiteX1" fmla="*/ 0 w 3443288"/>
              <a:gd name="connsiteY1" fmla="*/ 0 h 6891337"/>
              <a:gd name="connsiteX2" fmla="*/ 0 w 3443288"/>
              <a:gd name="connsiteY2" fmla="*/ 6891338 h 6891337"/>
              <a:gd name="connsiteX3" fmla="*/ 3443288 w 3443288"/>
              <a:gd name="connsiteY3" fmla="*/ 6891338 h 6891337"/>
              <a:gd name="connsiteX4" fmla="*/ 3443288 w 3443288"/>
              <a:gd name="connsiteY4" fmla="*/ 0 h 68913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443288" h="6891337">
                <a:moveTo>
                  <a:pt x="3443288" y="0"/>
                </a:moveTo>
                <a:lnTo>
                  <a:pt x="0" y="0"/>
                </a:lnTo>
                <a:lnTo>
                  <a:pt x="0" y="6891338"/>
                </a:lnTo>
                <a:lnTo>
                  <a:pt x="3443288" y="6891338"/>
                </a:lnTo>
                <a:lnTo>
                  <a:pt x="3443288" y="0"/>
                </a:lnTo>
                <a:close/>
              </a:path>
            </a:pathLst>
          </a:custGeom>
          <a:solidFill>
            <a:schemeClr val="accent3"/>
          </a:solidFill>
          <a:ln w="4756" cap="flat">
            <a:noFill/>
            <a:prstDash val="solid"/>
            <a:miter/>
          </a:ln>
        </p:spPr>
        <p:txBody>
          <a:bodyPr rtlCol="0" anchor="ctr">
            <a:noAutofit/>
          </a:bodyPr>
          <a:lstStyle/>
          <a:p>
            <a:endParaRPr lang="en-US" dirty="0"/>
          </a:p>
        </p:txBody>
      </p:sp>
      <p:pic>
        <p:nvPicPr>
          <p:cNvPr id="13" name="Image 1" descr="preencoded.png">
            <a:extLst>
              <a:ext uri="{FF2B5EF4-FFF2-40B4-BE49-F238E27FC236}">
                <a16:creationId xmlns:a16="http://schemas.microsoft.com/office/drawing/2014/main" id="{951C5737-DF7E-D671-AC74-9E488335BCA2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1703311" y="-2784"/>
            <a:ext cx="1734410" cy="5167313"/>
          </a:xfrm>
          <a:prstGeom prst="rect">
            <a:avLst/>
          </a:prstGeom>
        </p:spPr>
      </p:pic>
      <p:sp>
        <p:nvSpPr>
          <p:cNvPr id="39" name="Freeform: Shape 38">
            <a:extLst>
              <a:ext uri="{FF2B5EF4-FFF2-40B4-BE49-F238E27FC236}">
                <a16:creationId xmlns:a16="http://schemas.microsoft.com/office/drawing/2014/main" id="{F232A1E1-DD38-15EA-6CA1-A84950EC43F0}"/>
              </a:ext>
            </a:extLst>
          </p:cNvPr>
          <p:cNvSpPr/>
          <p:nvPr/>
        </p:nvSpPr>
        <p:spPr>
          <a:xfrm>
            <a:off x="1721621" y="-2784"/>
            <a:ext cx="1716115" cy="1720853"/>
          </a:xfrm>
          <a:custGeom>
            <a:avLst/>
            <a:gdLst>
              <a:gd name="connsiteX0" fmla="*/ 93358 w 1716115"/>
              <a:gd name="connsiteY0" fmla="*/ 0 h 1720853"/>
              <a:gd name="connsiteX1" fmla="*/ 110348 w 1716115"/>
              <a:gd name="connsiteY1" fmla="*/ 0 h 1720853"/>
              <a:gd name="connsiteX2" fmla="*/ 1716029 w 1716115"/>
              <a:gd name="connsiteY2" fmla="*/ 1610112 h 1720853"/>
              <a:gd name="connsiteX3" fmla="*/ 1716029 w 1716115"/>
              <a:gd name="connsiteY3" fmla="*/ 1627151 h 1720853"/>
              <a:gd name="connsiteX4" fmla="*/ 1716115 w 1716115"/>
              <a:gd name="connsiteY4" fmla="*/ 1627237 h 1720853"/>
              <a:gd name="connsiteX5" fmla="*/ 93358 w 1716115"/>
              <a:gd name="connsiteY5" fmla="*/ 0 h 1720853"/>
              <a:gd name="connsiteX6" fmla="*/ 0 w 1716115"/>
              <a:gd name="connsiteY6" fmla="*/ 0 h 1720853"/>
              <a:gd name="connsiteX7" fmla="*/ 16989 w 1716115"/>
              <a:gd name="connsiteY7" fmla="*/ 0 h 1720853"/>
              <a:gd name="connsiteX8" fmla="*/ 1716114 w 1716115"/>
              <a:gd name="connsiteY8" fmla="*/ 1703814 h 1720853"/>
              <a:gd name="connsiteX9" fmla="*/ 1716114 w 1716115"/>
              <a:gd name="connsiteY9" fmla="*/ 1720853 h 1720853"/>
              <a:gd name="connsiteX10" fmla="*/ 0 w 1716115"/>
              <a:gd name="connsiteY10" fmla="*/ 0 h 1720853"/>
              <a:gd name="connsiteX11" fmla="*/ 186798 w 1716115"/>
              <a:gd name="connsiteY11" fmla="*/ 0 h 1720853"/>
              <a:gd name="connsiteX12" fmla="*/ 203788 w 1716115"/>
              <a:gd name="connsiteY12" fmla="*/ 0 h 1720853"/>
              <a:gd name="connsiteX13" fmla="*/ 1716109 w 1716115"/>
              <a:gd name="connsiteY13" fmla="*/ 1516501 h 1720853"/>
              <a:gd name="connsiteX14" fmla="*/ 1716109 w 1716115"/>
              <a:gd name="connsiteY14" fmla="*/ 1533535 h 1720853"/>
              <a:gd name="connsiteX15" fmla="*/ 186798 w 1716115"/>
              <a:gd name="connsiteY15" fmla="*/ 0 h 1720853"/>
              <a:gd name="connsiteX16" fmla="*/ 280155 w 1716115"/>
              <a:gd name="connsiteY16" fmla="*/ 0 h 1720853"/>
              <a:gd name="connsiteX17" fmla="*/ 297145 w 1716115"/>
              <a:gd name="connsiteY17" fmla="*/ 0 h 1720853"/>
              <a:gd name="connsiteX18" fmla="*/ 1716114 w 1716115"/>
              <a:gd name="connsiteY18" fmla="*/ 1422885 h 1720853"/>
              <a:gd name="connsiteX19" fmla="*/ 1716114 w 1716115"/>
              <a:gd name="connsiteY19" fmla="*/ 1439924 h 1720853"/>
              <a:gd name="connsiteX20" fmla="*/ 280155 w 1716115"/>
              <a:gd name="connsiteY20" fmla="*/ 0 h 1720853"/>
              <a:gd name="connsiteX21" fmla="*/ 373512 w 1716115"/>
              <a:gd name="connsiteY21" fmla="*/ 0 h 1720853"/>
              <a:gd name="connsiteX22" fmla="*/ 390502 w 1716115"/>
              <a:gd name="connsiteY22" fmla="*/ 0 h 1720853"/>
              <a:gd name="connsiteX23" fmla="*/ 1716029 w 1716115"/>
              <a:gd name="connsiteY23" fmla="*/ 1329184 h 1720853"/>
              <a:gd name="connsiteX24" fmla="*/ 1716029 w 1716115"/>
              <a:gd name="connsiteY24" fmla="*/ 1346223 h 1720853"/>
              <a:gd name="connsiteX25" fmla="*/ 1716114 w 1716115"/>
              <a:gd name="connsiteY25" fmla="*/ 1346308 h 1720853"/>
              <a:gd name="connsiteX26" fmla="*/ 373512 w 1716115"/>
              <a:gd name="connsiteY26" fmla="*/ 0 h 1720853"/>
              <a:gd name="connsiteX27" fmla="*/ 466953 w 1716115"/>
              <a:gd name="connsiteY27" fmla="*/ 0 h 1720853"/>
              <a:gd name="connsiteX28" fmla="*/ 483944 w 1716115"/>
              <a:gd name="connsiteY28" fmla="*/ 0 h 1720853"/>
              <a:gd name="connsiteX29" fmla="*/ 1716110 w 1716115"/>
              <a:gd name="connsiteY29" fmla="*/ 1235573 h 1720853"/>
              <a:gd name="connsiteX30" fmla="*/ 1716110 w 1716115"/>
              <a:gd name="connsiteY30" fmla="*/ 1252607 h 1720853"/>
              <a:gd name="connsiteX31" fmla="*/ 466953 w 1716115"/>
              <a:gd name="connsiteY31" fmla="*/ 0 h 1720853"/>
              <a:gd name="connsiteX32" fmla="*/ 560310 w 1716115"/>
              <a:gd name="connsiteY32" fmla="*/ 0 h 1720853"/>
              <a:gd name="connsiteX33" fmla="*/ 577297 w 1716115"/>
              <a:gd name="connsiteY33" fmla="*/ 0 h 1720853"/>
              <a:gd name="connsiteX34" fmla="*/ 1716109 w 1716115"/>
              <a:gd name="connsiteY34" fmla="*/ 1141957 h 1720853"/>
              <a:gd name="connsiteX35" fmla="*/ 1716109 w 1716115"/>
              <a:gd name="connsiteY35" fmla="*/ 1158991 h 1720853"/>
              <a:gd name="connsiteX36" fmla="*/ 560310 w 1716115"/>
              <a:gd name="connsiteY36" fmla="*/ 0 h 1720853"/>
              <a:gd name="connsiteX37" fmla="*/ 653668 w 1716115"/>
              <a:gd name="connsiteY37" fmla="*/ 0 h 1720853"/>
              <a:gd name="connsiteX38" fmla="*/ 670655 w 1716115"/>
              <a:gd name="connsiteY38" fmla="*/ 0 h 1720853"/>
              <a:gd name="connsiteX39" fmla="*/ 1716029 w 1716115"/>
              <a:gd name="connsiteY39" fmla="*/ 1048255 h 1720853"/>
              <a:gd name="connsiteX40" fmla="*/ 1716029 w 1716115"/>
              <a:gd name="connsiteY40" fmla="*/ 1065294 h 1720853"/>
              <a:gd name="connsiteX41" fmla="*/ 1716114 w 1716115"/>
              <a:gd name="connsiteY41" fmla="*/ 1065380 h 1720853"/>
              <a:gd name="connsiteX42" fmla="*/ 653668 w 1716115"/>
              <a:gd name="connsiteY42" fmla="*/ 0 h 1720853"/>
              <a:gd name="connsiteX43" fmla="*/ 747112 w 1716115"/>
              <a:gd name="connsiteY43" fmla="*/ 0 h 1720853"/>
              <a:gd name="connsiteX44" fmla="*/ 764104 w 1716115"/>
              <a:gd name="connsiteY44" fmla="*/ 0 h 1720853"/>
              <a:gd name="connsiteX45" fmla="*/ 1716115 w 1716115"/>
              <a:gd name="connsiteY45" fmla="*/ 954644 h 1720853"/>
              <a:gd name="connsiteX46" fmla="*/ 1716115 w 1716115"/>
              <a:gd name="connsiteY46" fmla="*/ 971678 h 1720853"/>
              <a:gd name="connsiteX47" fmla="*/ 747112 w 1716115"/>
              <a:gd name="connsiteY47" fmla="*/ 0 h 1720853"/>
              <a:gd name="connsiteX48" fmla="*/ 840465 w 1716115"/>
              <a:gd name="connsiteY48" fmla="*/ 0 h 1720853"/>
              <a:gd name="connsiteX49" fmla="*/ 857452 w 1716115"/>
              <a:gd name="connsiteY49" fmla="*/ 0 h 1720853"/>
              <a:gd name="connsiteX50" fmla="*/ 1716109 w 1716115"/>
              <a:gd name="connsiteY50" fmla="*/ 861028 h 1720853"/>
              <a:gd name="connsiteX51" fmla="*/ 1716109 w 1716115"/>
              <a:gd name="connsiteY51" fmla="*/ 878062 h 1720853"/>
              <a:gd name="connsiteX52" fmla="*/ 840465 w 1716115"/>
              <a:gd name="connsiteY52" fmla="*/ 0 h 1720853"/>
              <a:gd name="connsiteX53" fmla="*/ 933823 w 1716115"/>
              <a:gd name="connsiteY53" fmla="*/ 0 h 1720853"/>
              <a:gd name="connsiteX54" fmla="*/ 950810 w 1716115"/>
              <a:gd name="connsiteY54" fmla="*/ 0 h 1720853"/>
              <a:gd name="connsiteX55" fmla="*/ 1716114 w 1716115"/>
              <a:gd name="connsiteY55" fmla="*/ 767327 h 1720853"/>
              <a:gd name="connsiteX56" fmla="*/ 1716114 w 1716115"/>
              <a:gd name="connsiteY56" fmla="*/ 784366 h 1720853"/>
              <a:gd name="connsiteX57" fmla="*/ 1716114 w 1716115"/>
              <a:gd name="connsiteY57" fmla="*/ 784451 h 1720853"/>
              <a:gd name="connsiteX58" fmla="*/ 933823 w 1716115"/>
              <a:gd name="connsiteY58" fmla="*/ 0 h 1720853"/>
              <a:gd name="connsiteX59" fmla="*/ 1027262 w 1716115"/>
              <a:gd name="connsiteY59" fmla="*/ 0 h 1720853"/>
              <a:gd name="connsiteX60" fmla="*/ 1044254 w 1716115"/>
              <a:gd name="connsiteY60" fmla="*/ 0 h 1720853"/>
              <a:gd name="connsiteX61" fmla="*/ 1716110 w 1716115"/>
              <a:gd name="connsiteY61" fmla="*/ 673716 h 1720853"/>
              <a:gd name="connsiteX62" fmla="*/ 1716110 w 1716115"/>
              <a:gd name="connsiteY62" fmla="*/ 690750 h 1720853"/>
              <a:gd name="connsiteX63" fmla="*/ 1027262 w 1716115"/>
              <a:gd name="connsiteY63" fmla="*/ 0 h 1720853"/>
              <a:gd name="connsiteX64" fmla="*/ 1120625 w 1716115"/>
              <a:gd name="connsiteY64" fmla="*/ 0 h 1720853"/>
              <a:gd name="connsiteX65" fmla="*/ 1137612 w 1716115"/>
              <a:gd name="connsiteY65" fmla="*/ 0 h 1720853"/>
              <a:gd name="connsiteX66" fmla="*/ 1716115 w 1716115"/>
              <a:gd name="connsiteY66" fmla="*/ 580100 h 1720853"/>
              <a:gd name="connsiteX67" fmla="*/ 1716115 w 1716115"/>
              <a:gd name="connsiteY67" fmla="*/ 597134 h 1720853"/>
              <a:gd name="connsiteX68" fmla="*/ 1120625 w 1716115"/>
              <a:gd name="connsiteY68" fmla="*/ 0 h 1720853"/>
              <a:gd name="connsiteX69" fmla="*/ 1213978 w 1716115"/>
              <a:gd name="connsiteY69" fmla="*/ 0 h 1720853"/>
              <a:gd name="connsiteX70" fmla="*/ 1230965 w 1716115"/>
              <a:gd name="connsiteY70" fmla="*/ 0 h 1720853"/>
              <a:gd name="connsiteX71" fmla="*/ 1716109 w 1716115"/>
              <a:gd name="connsiteY71" fmla="*/ 486398 h 1720853"/>
              <a:gd name="connsiteX72" fmla="*/ 1716109 w 1716115"/>
              <a:gd name="connsiteY72" fmla="*/ 503437 h 1720853"/>
              <a:gd name="connsiteX73" fmla="*/ 1716109 w 1716115"/>
              <a:gd name="connsiteY73" fmla="*/ 503523 h 1720853"/>
              <a:gd name="connsiteX74" fmla="*/ 1213978 w 1716115"/>
              <a:gd name="connsiteY74" fmla="*/ 0 h 1720853"/>
              <a:gd name="connsiteX75" fmla="*/ 1307422 w 1716115"/>
              <a:gd name="connsiteY75" fmla="*/ 0 h 1720853"/>
              <a:gd name="connsiteX76" fmla="*/ 1324414 w 1716115"/>
              <a:gd name="connsiteY76" fmla="*/ 0 h 1720853"/>
              <a:gd name="connsiteX77" fmla="*/ 1716115 w 1716115"/>
              <a:gd name="connsiteY77" fmla="*/ 392784 h 1720853"/>
              <a:gd name="connsiteX78" fmla="*/ 1716115 w 1716115"/>
              <a:gd name="connsiteY78" fmla="*/ 409821 h 1720853"/>
              <a:gd name="connsiteX79" fmla="*/ 1307422 w 1716115"/>
              <a:gd name="connsiteY79" fmla="*/ 0 h 1720853"/>
              <a:gd name="connsiteX80" fmla="*/ 1400775 w 1716115"/>
              <a:gd name="connsiteY80" fmla="*/ 0 h 1720853"/>
              <a:gd name="connsiteX81" fmla="*/ 1417762 w 1716115"/>
              <a:gd name="connsiteY81" fmla="*/ 0 h 1720853"/>
              <a:gd name="connsiteX82" fmla="*/ 1716109 w 1716115"/>
              <a:gd name="connsiteY82" fmla="*/ 299170 h 1720853"/>
              <a:gd name="connsiteX83" fmla="*/ 1716109 w 1716115"/>
              <a:gd name="connsiteY83" fmla="*/ 316207 h 1720853"/>
              <a:gd name="connsiteX84" fmla="*/ 1400775 w 1716115"/>
              <a:gd name="connsiteY84" fmla="*/ 0 h 1720853"/>
              <a:gd name="connsiteX85" fmla="*/ 1494133 w 1716115"/>
              <a:gd name="connsiteY85" fmla="*/ 0 h 1720853"/>
              <a:gd name="connsiteX86" fmla="*/ 1511120 w 1716115"/>
              <a:gd name="connsiteY86" fmla="*/ 0 h 1720853"/>
              <a:gd name="connsiteX87" fmla="*/ 1716109 w 1716115"/>
              <a:gd name="connsiteY87" fmla="*/ 205556 h 1720853"/>
              <a:gd name="connsiteX88" fmla="*/ 1716109 w 1716115"/>
              <a:gd name="connsiteY88" fmla="*/ 222592 h 1720853"/>
              <a:gd name="connsiteX89" fmla="*/ 1494133 w 1716115"/>
              <a:gd name="connsiteY89" fmla="*/ 0 h 17208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</a:cxnLst>
            <a:rect l="l" t="t" r="r" b="b"/>
            <a:pathLst>
              <a:path w="1716115" h="1720853">
                <a:moveTo>
                  <a:pt x="93358" y="0"/>
                </a:moveTo>
                <a:lnTo>
                  <a:pt x="110348" y="0"/>
                </a:lnTo>
                <a:cubicBezTo>
                  <a:pt x="110348" y="887874"/>
                  <a:pt x="830686" y="1610112"/>
                  <a:pt x="1716029" y="1610112"/>
                </a:cubicBezTo>
                <a:lnTo>
                  <a:pt x="1716029" y="1627151"/>
                </a:lnTo>
                <a:lnTo>
                  <a:pt x="1716115" y="1627237"/>
                </a:lnTo>
                <a:cubicBezTo>
                  <a:pt x="821334" y="1627237"/>
                  <a:pt x="93358" y="897252"/>
                  <a:pt x="93358" y="0"/>
                </a:cubicBezTo>
                <a:close/>
                <a:moveTo>
                  <a:pt x="0" y="0"/>
                </a:moveTo>
                <a:lnTo>
                  <a:pt x="16989" y="0"/>
                </a:lnTo>
                <a:cubicBezTo>
                  <a:pt x="16989" y="939499"/>
                  <a:pt x="779202" y="1703814"/>
                  <a:pt x="1716114" y="1703814"/>
                </a:cubicBezTo>
                <a:lnTo>
                  <a:pt x="1716114" y="1720853"/>
                </a:lnTo>
                <a:cubicBezTo>
                  <a:pt x="769850" y="1720853"/>
                  <a:pt x="0" y="948877"/>
                  <a:pt x="0" y="0"/>
                </a:cubicBezTo>
                <a:close/>
                <a:moveTo>
                  <a:pt x="186798" y="0"/>
                </a:moveTo>
                <a:lnTo>
                  <a:pt x="203788" y="0"/>
                </a:lnTo>
                <a:cubicBezTo>
                  <a:pt x="203788" y="836248"/>
                  <a:pt x="882254" y="1516501"/>
                  <a:pt x="1716109" y="1516501"/>
                </a:cubicBezTo>
                <a:lnTo>
                  <a:pt x="1716109" y="1533535"/>
                </a:lnTo>
                <a:cubicBezTo>
                  <a:pt x="872812" y="1533535"/>
                  <a:pt x="186798" y="845626"/>
                  <a:pt x="186798" y="0"/>
                </a:cubicBezTo>
                <a:close/>
                <a:moveTo>
                  <a:pt x="280155" y="0"/>
                </a:moveTo>
                <a:lnTo>
                  <a:pt x="297145" y="0"/>
                </a:lnTo>
                <a:cubicBezTo>
                  <a:pt x="297145" y="784537"/>
                  <a:pt x="933652" y="1422885"/>
                  <a:pt x="1716114" y="1422885"/>
                </a:cubicBezTo>
                <a:lnTo>
                  <a:pt x="1716114" y="1439924"/>
                </a:lnTo>
                <a:cubicBezTo>
                  <a:pt x="924300" y="1439924"/>
                  <a:pt x="280155" y="794001"/>
                  <a:pt x="280155" y="0"/>
                </a:cubicBezTo>
                <a:close/>
                <a:moveTo>
                  <a:pt x="373512" y="0"/>
                </a:moveTo>
                <a:lnTo>
                  <a:pt x="390502" y="0"/>
                </a:lnTo>
                <a:cubicBezTo>
                  <a:pt x="390502" y="732911"/>
                  <a:pt x="985135" y="1329184"/>
                  <a:pt x="1716029" y="1329184"/>
                </a:cubicBezTo>
                <a:lnTo>
                  <a:pt x="1716029" y="1346223"/>
                </a:lnTo>
                <a:lnTo>
                  <a:pt x="1716114" y="1346308"/>
                </a:lnTo>
                <a:cubicBezTo>
                  <a:pt x="975783" y="1346308"/>
                  <a:pt x="373512" y="742375"/>
                  <a:pt x="373512" y="0"/>
                </a:cubicBezTo>
                <a:close/>
                <a:moveTo>
                  <a:pt x="466953" y="0"/>
                </a:moveTo>
                <a:lnTo>
                  <a:pt x="483944" y="0"/>
                </a:lnTo>
                <a:cubicBezTo>
                  <a:pt x="483944" y="681286"/>
                  <a:pt x="1036704" y="1235573"/>
                  <a:pt x="1716110" y="1235573"/>
                </a:cubicBezTo>
                <a:lnTo>
                  <a:pt x="1716110" y="1252607"/>
                </a:lnTo>
                <a:cubicBezTo>
                  <a:pt x="1027347" y="1252607"/>
                  <a:pt x="466953" y="690664"/>
                  <a:pt x="466953" y="0"/>
                </a:cubicBezTo>
                <a:close/>
                <a:moveTo>
                  <a:pt x="560310" y="0"/>
                </a:moveTo>
                <a:lnTo>
                  <a:pt x="577297" y="0"/>
                </a:lnTo>
                <a:cubicBezTo>
                  <a:pt x="577297" y="629660"/>
                  <a:pt x="1088188" y="1141957"/>
                  <a:pt x="1716109" y="1141957"/>
                </a:cubicBezTo>
                <a:lnTo>
                  <a:pt x="1716109" y="1158991"/>
                </a:lnTo>
                <a:cubicBezTo>
                  <a:pt x="1078835" y="1158991"/>
                  <a:pt x="560310" y="639038"/>
                  <a:pt x="560310" y="0"/>
                </a:cubicBezTo>
                <a:close/>
                <a:moveTo>
                  <a:pt x="653668" y="0"/>
                </a:moveTo>
                <a:lnTo>
                  <a:pt x="670655" y="0"/>
                </a:lnTo>
                <a:cubicBezTo>
                  <a:pt x="670655" y="578035"/>
                  <a:pt x="1139586" y="1048255"/>
                  <a:pt x="1716029" y="1048255"/>
                </a:cubicBezTo>
                <a:lnTo>
                  <a:pt x="1716029" y="1065294"/>
                </a:lnTo>
                <a:lnTo>
                  <a:pt x="1716114" y="1065380"/>
                </a:lnTo>
                <a:cubicBezTo>
                  <a:pt x="1130319" y="1065380"/>
                  <a:pt x="653668" y="587499"/>
                  <a:pt x="653668" y="0"/>
                </a:cubicBezTo>
                <a:close/>
                <a:moveTo>
                  <a:pt x="747112" y="0"/>
                </a:moveTo>
                <a:lnTo>
                  <a:pt x="764104" y="0"/>
                </a:lnTo>
                <a:cubicBezTo>
                  <a:pt x="764104" y="526409"/>
                  <a:pt x="1191155" y="954644"/>
                  <a:pt x="1716115" y="954644"/>
                </a:cubicBezTo>
                <a:lnTo>
                  <a:pt x="1716115" y="971678"/>
                </a:lnTo>
                <a:cubicBezTo>
                  <a:pt x="1181802" y="971678"/>
                  <a:pt x="747112" y="535787"/>
                  <a:pt x="747112" y="0"/>
                </a:cubicBezTo>
                <a:close/>
                <a:moveTo>
                  <a:pt x="840465" y="0"/>
                </a:moveTo>
                <a:lnTo>
                  <a:pt x="857452" y="0"/>
                </a:lnTo>
                <a:cubicBezTo>
                  <a:pt x="857452" y="474783"/>
                  <a:pt x="1242638" y="861028"/>
                  <a:pt x="1716109" y="861028"/>
                </a:cubicBezTo>
                <a:lnTo>
                  <a:pt x="1716109" y="878062"/>
                </a:lnTo>
                <a:cubicBezTo>
                  <a:pt x="1233281" y="878062"/>
                  <a:pt x="840465" y="484162"/>
                  <a:pt x="840465" y="0"/>
                </a:cubicBezTo>
                <a:close/>
                <a:moveTo>
                  <a:pt x="933823" y="0"/>
                </a:moveTo>
                <a:lnTo>
                  <a:pt x="950810" y="0"/>
                </a:lnTo>
                <a:cubicBezTo>
                  <a:pt x="950810" y="423157"/>
                  <a:pt x="1294121" y="767327"/>
                  <a:pt x="1716114" y="767327"/>
                </a:cubicBezTo>
                <a:lnTo>
                  <a:pt x="1716114" y="784366"/>
                </a:lnTo>
                <a:lnTo>
                  <a:pt x="1716114" y="784451"/>
                </a:lnTo>
                <a:cubicBezTo>
                  <a:pt x="1284769" y="784451"/>
                  <a:pt x="933823" y="432536"/>
                  <a:pt x="933823" y="0"/>
                </a:cubicBezTo>
                <a:close/>
                <a:moveTo>
                  <a:pt x="1027262" y="0"/>
                </a:moveTo>
                <a:lnTo>
                  <a:pt x="1044254" y="0"/>
                </a:lnTo>
                <a:cubicBezTo>
                  <a:pt x="1044254" y="371532"/>
                  <a:pt x="1345685" y="673716"/>
                  <a:pt x="1716110" y="673716"/>
                </a:cubicBezTo>
                <a:lnTo>
                  <a:pt x="1716110" y="690750"/>
                </a:lnTo>
                <a:cubicBezTo>
                  <a:pt x="1336248" y="690750"/>
                  <a:pt x="1027262" y="380824"/>
                  <a:pt x="1027262" y="0"/>
                </a:cubicBezTo>
                <a:close/>
                <a:moveTo>
                  <a:pt x="1120625" y="0"/>
                </a:moveTo>
                <a:lnTo>
                  <a:pt x="1137612" y="0"/>
                </a:lnTo>
                <a:cubicBezTo>
                  <a:pt x="1137612" y="319820"/>
                  <a:pt x="1397088" y="580100"/>
                  <a:pt x="1716115" y="580100"/>
                </a:cubicBezTo>
                <a:lnTo>
                  <a:pt x="1716115" y="597134"/>
                </a:lnTo>
                <a:cubicBezTo>
                  <a:pt x="1387736" y="597134"/>
                  <a:pt x="1120625" y="329285"/>
                  <a:pt x="1120625" y="0"/>
                </a:cubicBezTo>
                <a:close/>
                <a:moveTo>
                  <a:pt x="1213978" y="0"/>
                </a:moveTo>
                <a:lnTo>
                  <a:pt x="1230965" y="0"/>
                </a:lnTo>
                <a:cubicBezTo>
                  <a:pt x="1230965" y="268195"/>
                  <a:pt x="1448571" y="486398"/>
                  <a:pt x="1716109" y="486398"/>
                </a:cubicBezTo>
                <a:lnTo>
                  <a:pt x="1716109" y="503437"/>
                </a:lnTo>
                <a:lnTo>
                  <a:pt x="1716109" y="503523"/>
                </a:lnTo>
                <a:cubicBezTo>
                  <a:pt x="1439214" y="503523"/>
                  <a:pt x="1213978" y="277659"/>
                  <a:pt x="1213978" y="0"/>
                </a:cubicBezTo>
                <a:close/>
                <a:moveTo>
                  <a:pt x="1307422" y="0"/>
                </a:moveTo>
                <a:lnTo>
                  <a:pt x="1324414" y="0"/>
                </a:lnTo>
                <a:cubicBezTo>
                  <a:pt x="1324414" y="216569"/>
                  <a:pt x="1500141" y="392784"/>
                  <a:pt x="1716115" y="392784"/>
                </a:cubicBezTo>
                <a:lnTo>
                  <a:pt x="1716115" y="409821"/>
                </a:lnTo>
                <a:cubicBezTo>
                  <a:pt x="1490703" y="409821"/>
                  <a:pt x="1307422" y="225948"/>
                  <a:pt x="1307422" y="0"/>
                </a:cubicBezTo>
                <a:close/>
                <a:moveTo>
                  <a:pt x="1400775" y="0"/>
                </a:moveTo>
                <a:lnTo>
                  <a:pt x="1417762" y="0"/>
                </a:lnTo>
                <a:cubicBezTo>
                  <a:pt x="1417762" y="164944"/>
                  <a:pt x="1551619" y="299170"/>
                  <a:pt x="1716109" y="299170"/>
                </a:cubicBezTo>
                <a:lnTo>
                  <a:pt x="1716109" y="316207"/>
                </a:lnTo>
                <a:cubicBezTo>
                  <a:pt x="1542266" y="316207"/>
                  <a:pt x="1400775" y="174322"/>
                  <a:pt x="1400775" y="0"/>
                </a:cubicBezTo>
                <a:close/>
                <a:moveTo>
                  <a:pt x="1494133" y="0"/>
                </a:moveTo>
                <a:lnTo>
                  <a:pt x="1511120" y="0"/>
                </a:lnTo>
                <a:cubicBezTo>
                  <a:pt x="1511120" y="113318"/>
                  <a:pt x="1603017" y="205556"/>
                  <a:pt x="1716109" y="205556"/>
                </a:cubicBezTo>
                <a:lnTo>
                  <a:pt x="1716109" y="222592"/>
                </a:lnTo>
                <a:cubicBezTo>
                  <a:pt x="1593750" y="222592"/>
                  <a:pt x="1494133" y="122783"/>
                  <a:pt x="1494133" y="0"/>
                </a:cubicBezTo>
                <a:close/>
              </a:path>
            </a:pathLst>
          </a:custGeom>
          <a:solidFill>
            <a:schemeClr val="bg1">
              <a:alpha val="99000"/>
            </a:schemeClr>
          </a:solidFill>
          <a:ln w="4723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17" name="Image 5" descr="preencoded.png">
            <a:extLst>
              <a:ext uri="{FF2B5EF4-FFF2-40B4-BE49-F238E27FC236}">
                <a16:creationId xmlns:a16="http://schemas.microsoft.com/office/drawing/2014/main" id="{B9036D42-A06F-E6EE-BB91-8BAF045198BE}"/>
              </a:ext>
            </a:extLst>
          </p:cNvPr>
          <p:cNvSpPr/>
          <p:nvPr userDrawn="1"/>
        </p:nvSpPr>
        <p:spPr>
          <a:xfrm>
            <a:off x="-5568" y="3440504"/>
            <a:ext cx="3443288" cy="3448050"/>
          </a:xfrm>
          <a:custGeom>
            <a:avLst/>
            <a:gdLst>
              <a:gd name="connsiteX0" fmla="*/ 1721644 w 3443288"/>
              <a:gd name="connsiteY0" fmla="*/ 3448051 h 3448050"/>
              <a:gd name="connsiteX1" fmla="*/ 3443288 w 3443288"/>
              <a:gd name="connsiteY1" fmla="*/ 1724025 h 3448050"/>
              <a:gd name="connsiteX2" fmla="*/ 1721644 w 3443288"/>
              <a:gd name="connsiteY2" fmla="*/ 0 h 3448050"/>
              <a:gd name="connsiteX3" fmla="*/ 0 w 3443288"/>
              <a:gd name="connsiteY3" fmla="*/ 1724025 h 3448050"/>
              <a:gd name="connsiteX4" fmla="*/ 1721644 w 3443288"/>
              <a:gd name="connsiteY4" fmla="*/ 3448051 h 34480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443288" h="3448050">
                <a:moveTo>
                  <a:pt x="1721644" y="3448051"/>
                </a:moveTo>
                <a:cubicBezTo>
                  <a:pt x="2672482" y="3448051"/>
                  <a:pt x="3443288" y="2676178"/>
                  <a:pt x="3443288" y="1724025"/>
                </a:cubicBezTo>
                <a:cubicBezTo>
                  <a:pt x="3443288" y="771873"/>
                  <a:pt x="2672482" y="0"/>
                  <a:pt x="1721644" y="0"/>
                </a:cubicBezTo>
                <a:cubicBezTo>
                  <a:pt x="770806" y="0"/>
                  <a:pt x="0" y="771873"/>
                  <a:pt x="0" y="1724025"/>
                </a:cubicBezTo>
                <a:cubicBezTo>
                  <a:pt x="0" y="2676178"/>
                  <a:pt x="770806" y="3448051"/>
                  <a:pt x="1721644" y="3448051"/>
                </a:cubicBezTo>
                <a:close/>
              </a:path>
            </a:pathLst>
          </a:custGeom>
          <a:solidFill>
            <a:schemeClr val="accent6"/>
          </a:solidFill>
          <a:ln w="4756" cap="flat">
            <a:noFill/>
            <a:prstDash val="solid"/>
            <a:miter/>
          </a:ln>
        </p:spPr>
        <p:txBody>
          <a:bodyPr rtlCol="0" anchor="ctr">
            <a:noAutofit/>
          </a:bodyPr>
          <a:lstStyle/>
          <a:p>
            <a:endParaRPr lang="en-US" dirty="0"/>
          </a:p>
        </p:txBody>
      </p:sp>
      <p:pic>
        <p:nvPicPr>
          <p:cNvPr id="19" name="Image 6" descr="preencoded.png">
            <a:extLst>
              <a:ext uri="{FF2B5EF4-FFF2-40B4-BE49-F238E27FC236}">
                <a16:creationId xmlns:a16="http://schemas.microsoft.com/office/drawing/2014/main" id="{86E0540C-3355-A50D-AC61-047B54B70C64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rcRect/>
          <a:stretch/>
        </p:blipFill>
        <p:spPr>
          <a:xfrm>
            <a:off x="1718457" y="3440504"/>
            <a:ext cx="1719263" cy="1724025"/>
          </a:xfrm>
          <a:prstGeom prst="rect">
            <a:avLst/>
          </a:prstGeom>
        </p:spPr>
      </p:pic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977640" y="2330704"/>
            <a:ext cx="3822192" cy="411480"/>
          </a:xfrm>
        </p:spPr>
        <p:txBody>
          <a:bodyPr anchor="t">
            <a:noAutofit/>
          </a:bodyPr>
          <a:lstStyle>
            <a:lvl1pPr marL="0" indent="0">
              <a:spcBef>
                <a:spcPts val="0"/>
              </a:spcBef>
              <a:buNone/>
              <a:defRPr sz="1800" b="1" cap="all" baseline="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685032" y="2877312"/>
            <a:ext cx="3741928" cy="3684588"/>
          </a:xfrm>
        </p:spPr>
        <p:txBody>
          <a:bodyPr lIns="45720" rIns="45720" bIns="45720">
            <a:noAutofit/>
          </a:bodyPr>
          <a:lstStyle>
            <a:lvl1pPr>
              <a:defRPr sz="1500"/>
            </a:lvl1pPr>
            <a:lvl2pPr>
              <a:defRPr sz="13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8046720" y="2330704"/>
            <a:ext cx="3822192" cy="411480"/>
          </a:xfrm>
        </p:spPr>
        <p:txBody>
          <a:bodyPr anchor="t">
            <a:noAutofit/>
          </a:bodyPr>
          <a:lstStyle>
            <a:lvl1pPr marL="0" indent="0">
              <a:spcBef>
                <a:spcPts val="0"/>
              </a:spcBef>
              <a:buNone/>
              <a:defRPr sz="1800" b="1" cap="all" baseline="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7754112" y="2877312"/>
            <a:ext cx="3741928" cy="3684588"/>
          </a:xfrm>
        </p:spPr>
        <p:txBody>
          <a:bodyPr lIns="45720" rIns="45720" bIns="45720">
            <a:noAutofit/>
          </a:bodyPr>
          <a:lstStyle>
            <a:lvl1pPr>
              <a:defRPr sz="1500"/>
            </a:lvl1pPr>
            <a:lvl2pPr>
              <a:defRPr sz="13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7103132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445A0A-815D-3414-088B-C041E6742D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8952" y="1234440"/>
            <a:ext cx="10671048" cy="768096"/>
          </a:xfrm>
        </p:spPr>
        <p:txBody>
          <a:bodyPr>
            <a:noAutofit/>
          </a:bodyPr>
          <a:lstStyle>
            <a:lvl1pPr>
              <a:lnSpc>
                <a:spcPct val="100000"/>
              </a:lnSpc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17B5E29-6335-83BC-FA01-FAE422D265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>
            <a:noAutofit/>
          </a:bodyPr>
          <a:lstStyle/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36476D1-B61A-E9FD-E266-768B405CC3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/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46" name="Text Placeholder 2">
            <a:extLst>
              <a:ext uri="{FF2B5EF4-FFF2-40B4-BE49-F238E27FC236}">
                <a16:creationId xmlns:a16="http://schemas.microsoft.com/office/drawing/2014/main" id="{C025625F-8274-840F-6DD8-D36687CB8F7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13232" y="2743200"/>
            <a:ext cx="3328416" cy="3557016"/>
          </a:xfrm>
          <a:noFill/>
          <a:ln w="12700">
            <a:solidFill>
              <a:schemeClr val="accent3"/>
            </a:solidFill>
          </a:ln>
        </p:spPr>
        <p:txBody>
          <a:bodyPr tIns="685800" anchor="t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800" b="1" cap="all" spc="0" baseline="0">
                <a:solidFill>
                  <a:schemeClr val="accent6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4" name="Picture Placeholder 62">
            <a:extLst>
              <a:ext uri="{FF2B5EF4-FFF2-40B4-BE49-F238E27FC236}">
                <a16:creationId xmlns:a16="http://schemas.microsoft.com/office/drawing/2014/main" id="{2F18FBB7-2D21-7954-1324-C7D3BFE5C85D}"/>
              </a:ext>
            </a:extLst>
          </p:cNvPr>
          <p:cNvSpPr>
            <a:spLocks noGrp="1" noChangeAspect="1"/>
          </p:cNvSpPr>
          <p:nvPr>
            <p:ph type="pic" sz="quarter" idx="23"/>
          </p:nvPr>
        </p:nvSpPr>
        <p:spPr>
          <a:xfrm>
            <a:off x="1911096" y="2258568"/>
            <a:ext cx="932688" cy="932688"/>
          </a:xfrm>
          <a:prstGeom prst="ellipse">
            <a:avLst/>
          </a:prstGeom>
          <a:solidFill>
            <a:schemeClr val="accent3"/>
          </a:solidFill>
        </p:spPr>
        <p:txBody>
          <a:bodyPr lIns="0" tIns="0" rIns="0" bIns="0" anchor="ctr">
            <a:noAutofit/>
          </a:bodyPr>
          <a:lstStyle>
            <a:lvl1pPr marL="0" indent="0" algn="ctr">
              <a:buNone/>
              <a:defRPr sz="9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52" name="Text Placeholder 51">
            <a:extLst>
              <a:ext uri="{FF2B5EF4-FFF2-40B4-BE49-F238E27FC236}">
                <a16:creationId xmlns:a16="http://schemas.microsoft.com/office/drawing/2014/main" id="{2EF54C35-5F8E-4E0A-AB4D-97E38121910A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992124" y="3950208"/>
            <a:ext cx="2770632" cy="2206752"/>
          </a:xfrm>
          <a:noFill/>
        </p:spPr>
        <p:txBody>
          <a:bodyPr lIns="91440" rIns="91440" anchor="t">
            <a:noAutofit/>
          </a:bodyPr>
          <a:lstStyle>
            <a:lvl1pPr marL="347472" indent="-347472" algn="l">
              <a:spcBef>
                <a:spcPts val="360"/>
              </a:spcBef>
              <a:buFont typeface="Arial" panose="020B0604020202020204" pitchFamily="34" charset="0"/>
              <a:buChar char="•"/>
              <a:defRPr sz="15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9" name="Text Placeholder 4">
            <a:extLst>
              <a:ext uri="{FF2B5EF4-FFF2-40B4-BE49-F238E27FC236}">
                <a16:creationId xmlns:a16="http://schemas.microsoft.com/office/drawing/2014/main" id="{084A0326-A0B8-1723-B8BA-B015344F2DCE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4443984" y="2743200"/>
            <a:ext cx="3328416" cy="3557016"/>
          </a:xfrm>
          <a:noFill/>
          <a:ln w="12700">
            <a:solidFill>
              <a:schemeClr val="accent1"/>
            </a:solidFill>
          </a:ln>
        </p:spPr>
        <p:txBody>
          <a:bodyPr tIns="685800" anchor="t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800" b="1" cap="all" spc="0" baseline="0">
                <a:solidFill>
                  <a:schemeClr val="accent6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6" name="Picture Placeholder 62">
            <a:extLst>
              <a:ext uri="{FF2B5EF4-FFF2-40B4-BE49-F238E27FC236}">
                <a16:creationId xmlns:a16="http://schemas.microsoft.com/office/drawing/2014/main" id="{139354A0-F5DF-3AC5-5E8B-A41146C26F3C}"/>
              </a:ext>
            </a:extLst>
          </p:cNvPr>
          <p:cNvSpPr>
            <a:spLocks noGrp="1" noChangeAspect="1"/>
          </p:cNvSpPr>
          <p:nvPr>
            <p:ph type="pic" sz="quarter" idx="25"/>
          </p:nvPr>
        </p:nvSpPr>
        <p:spPr>
          <a:xfrm>
            <a:off x="5641848" y="2258568"/>
            <a:ext cx="932688" cy="932688"/>
          </a:xfrm>
          <a:prstGeom prst="ellipse">
            <a:avLst/>
          </a:prstGeom>
          <a:solidFill>
            <a:schemeClr val="accent1"/>
          </a:solidFill>
        </p:spPr>
        <p:txBody>
          <a:bodyPr lIns="0" tIns="0" rIns="0" bIns="0" anchor="ctr">
            <a:noAutofit/>
          </a:bodyPr>
          <a:lstStyle>
            <a:lvl1pPr marL="0" indent="0" algn="ctr">
              <a:buNone/>
              <a:defRPr sz="9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60" name="Text Placeholder 51">
            <a:extLst>
              <a:ext uri="{FF2B5EF4-FFF2-40B4-BE49-F238E27FC236}">
                <a16:creationId xmlns:a16="http://schemas.microsoft.com/office/drawing/2014/main" id="{E9730E82-F317-686A-8777-D81705BCC706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4722876" y="3950208"/>
            <a:ext cx="2770632" cy="2206752"/>
          </a:xfrm>
          <a:noFill/>
        </p:spPr>
        <p:txBody>
          <a:bodyPr lIns="91440" rIns="91440" anchor="t">
            <a:noAutofit/>
          </a:bodyPr>
          <a:lstStyle>
            <a:lvl1pPr marL="347472" indent="-347472" algn="l">
              <a:spcBef>
                <a:spcPts val="360"/>
              </a:spcBef>
              <a:buFont typeface="Arial" panose="020B0604020202020204" pitchFamily="34" charset="0"/>
              <a:buChar char="•"/>
              <a:defRPr sz="15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0" name="Text Placeholder 4">
            <a:extLst>
              <a:ext uri="{FF2B5EF4-FFF2-40B4-BE49-F238E27FC236}">
                <a16:creationId xmlns:a16="http://schemas.microsoft.com/office/drawing/2014/main" id="{0E3B57F3-1903-446F-D989-D6CA342D0861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8092440" y="2743200"/>
            <a:ext cx="3328416" cy="3557016"/>
          </a:xfrm>
          <a:noFill/>
          <a:ln w="12700">
            <a:solidFill>
              <a:schemeClr val="accent4"/>
            </a:solidFill>
          </a:ln>
        </p:spPr>
        <p:txBody>
          <a:bodyPr tIns="685800" anchor="t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800" b="1" cap="all" spc="0" baseline="0">
                <a:solidFill>
                  <a:schemeClr val="accent6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5" name="Picture Placeholder 62">
            <a:extLst>
              <a:ext uri="{FF2B5EF4-FFF2-40B4-BE49-F238E27FC236}">
                <a16:creationId xmlns:a16="http://schemas.microsoft.com/office/drawing/2014/main" id="{D5BF3A8A-72F1-392E-855B-5B36E244A7FD}"/>
              </a:ext>
            </a:extLst>
          </p:cNvPr>
          <p:cNvSpPr>
            <a:spLocks noGrp="1" noChangeAspect="1"/>
          </p:cNvSpPr>
          <p:nvPr>
            <p:ph type="pic" sz="quarter" idx="24"/>
          </p:nvPr>
        </p:nvSpPr>
        <p:spPr>
          <a:xfrm>
            <a:off x="9290304" y="2258568"/>
            <a:ext cx="932688" cy="932688"/>
          </a:xfrm>
          <a:prstGeom prst="ellipse">
            <a:avLst/>
          </a:prstGeom>
          <a:solidFill>
            <a:schemeClr val="accent4"/>
          </a:solidFill>
        </p:spPr>
        <p:txBody>
          <a:bodyPr lIns="0" tIns="0" rIns="0" bIns="0" anchor="ctr">
            <a:noAutofit/>
          </a:bodyPr>
          <a:lstStyle>
            <a:lvl1pPr marL="0" indent="0" algn="ctr">
              <a:buNone/>
              <a:defRPr sz="9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61" name="Text Placeholder 51">
            <a:extLst>
              <a:ext uri="{FF2B5EF4-FFF2-40B4-BE49-F238E27FC236}">
                <a16:creationId xmlns:a16="http://schemas.microsoft.com/office/drawing/2014/main" id="{2AED5DDC-3165-FA12-0310-E3545223E292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8371332" y="3950208"/>
            <a:ext cx="2770632" cy="2206752"/>
          </a:xfrm>
          <a:noFill/>
        </p:spPr>
        <p:txBody>
          <a:bodyPr lIns="91440" rIns="91440" anchor="t">
            <a:noAutofit/>
          </a:bodyPr>
          <a:lstStyle>
            <a:lvl1pPr marL="347472" indent="-347472" algn="l">
              <a:spcBef>
                <a:spcPts val="360"/>
              </a:spcBef>
              <a:buFont typeface="Arial" panose="020B0604020202020204" pitchFamily="34" charset="0"/>
              <a:buChar char="•"/>
              <a:defRPr sz="15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26895411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Summar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Image 2" descr="preencoded.png">
            <a:extLst>
              <a:ext uri="{FF2B5EF4-FFF2-40B4-BE49-F238E27FC236}">
                <a16:creationId xmlns:a16="http://schemas.microsoft.com/office/drawing/2014/main" id="{ABC388A2-FFC7-1A87-02FB-C97B50161FD3}"/>
              </a:ext>
            </a:extLst>
          </p:cNvPr>
          <p:cNvSpPr/>
          <p:nvPr/>
        </p:nvSpPr>
        <p:spPr>
          <a:xfrm>
            <a:off x="8758238" y="-14287"/>
            <a:ext cx="3433763" cy="3452812"/>
          </a:xfrm>
          <a:custGeom>
            <a:avLst/>
            <a:gdLst>
              <a:gd name="connsiteX0" fmla="*/ 3433763 w 3433763"/>
              <a:gd name="connsiteY0" fmla="*/ 0 h 3452812"/>
              <a:gd name="connsiteX1" fmla="*/ 3433763 w 3433763"/>
              <a:gd name="connsiteY1" fmla="*/ 3452813 h 3452812"/>
              <a:gd name="connsiteX2" fmla="*/ 0 w 3433763"/>
              <a:gd name="connsiteY2" fmla="*/ 3452813 h 3452812"/>
              <a:gd name="connsiteX3" fmla="*/ 3433763 w 3433763"/>
              <a:gd name="connsiteY3" fmla="*/ 0 h 345281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433763" h="3452812">
                <a:moveTo>
                  <a:pt x="3433763" y="0"/>
                </a:moveTo>
                <a:lnTo>
                  <a:pt x="3433763" y="3452813"/>
                </a:lnTo>
                <a:lnTo>
                  <a:pt x="0" y="3452813"/>
                </a:lnTo>
                <a:cubicBezTo>
                  <a:pt x="0" y="1545912"/>
                  <a:pt x="1537383" y="0"/>
                  <a:pt x="3433763" y="0"/>
                </a:cubicBezTo>
                <a:close/>
              </a:path>
            </a:pathLst>
          </a:custGeom>
          <a:solidFill>
            <a:schemeClr val="accent1"/>
          </a:solidFill>
          <a:ln w="4756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25" name="Image 3" descr="preencoded.png">
            <a:extLst>
              <a:ext uri="{FF2B5EF4-FFF2-40B4-BE49-F238E27FC236}">
                <a16:creationId xmlns:a16="http://schemas.microsoft.com/office/drawing/2014/main" id="{D64C4994-B525-F4C0-B74F-D5E8296DFC43}"/>
              </a:ext>
            </a:extLst>
          </p:cNvPr>
          <p:cNvSpPr/>
          <p:nvPr/>
        </p:nvSpPr>
        <p:spPr>
          <a:xfrm>
            <a:off x="8758238" y="3438525"/>
            <a:ext cx="3433763" cy="3433762"/>
          </a:xfrm>
          <a:custGeom>
            <a:avLst/>
            <a:gdLst>
              <a:gd name="connsiteX0" fmla="*/ 0 w 3433763"/>
              <a:gd name="connsiteY0" fmla="*/ 0 h 3433762"/>
              <a:gd name="connsiteX1" fmla="*/ 3433763 w 3433763"/>
              <a:gd name="connsiteY1" fmla="*/ 0 h 3433762"/>
              <a:gd name="connsiteX2" fmla="*/ 3433763 w 3433763"/>
              <a:gd name="connsiteY2" fmla="*/ 3433763 h 3433762"/>
              <a:gd name="connsiteX3" fmla="*/ 0 w 3433763"/>
              <a:gd name="connsiteY3" fmla="*/ 0 h 34337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433763" h="3433762">
                <a:moveTo>
                  <a:pt x="0" y="0"/>
                </a:moveTo>
                <a:lnTo>
                  <a:pt x="3433763" y="0"/>
                </a:lnTo>
                <a:lnTo>
                  <a:pt x="3433763" y="3433763"/>
                </a:lnTo>
                <a:cubicBezTo>
                  <a:pt x="1537383" y="3433763"/>
                  <a:pt x="0" y="189638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756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26" name="Image 4" descr="preencoded.png">
            <a:extLst>
              <a:ext uri="{FF2B5EF4-FFF2-40B4-BE49-F238E27FC236}">
                <a16:creationId xmlns:a16="http://schemas.microsoft.com/office/drawing/2014/main" id="{9019DA73-2516-F3D2-ECDB-620C90483DB3}"/>
              </a:ext>
            </a:extLst>
          </p:cNvPr>
          <p:cNvSpPr/>
          <p:nvPr/>
        </p:nvSpPr>
        <p:spPr>
          <a:xfrm flipV="1">
            <a:off x="9991725" y="1247775"/>
            <a:ext cx="2200275" cy="2181225"/>
          </a:xfrm>
          <a:custGeom>
            <a:avLst/>
            <a:gdLst>
              <a:gd name="connsiteX0" fmla="*/ 0 w 2200275"/>
              <a:gd name="connsiteY0" fmla="*/ 0 h 2181225"/>
              <a:gd name="connsiteX1" fmla="*/ 2200275 w 2200275"/>
              <a:gd name="connsiteY1" fmla="*/ 2181225 h 2181225"/>
              <a:gd name="connsiteX2" fmla="*/ 2200275 w 2200275"/>
              <a:gd name="connsiteY2" fmla="*/ 0 h 2181225"/>
              <a:gd name="connsiteX3" fmla="*/ 0 w 2200275"/>
              <a:gd name="connsiteY3" fmla="*/ 0 h 21812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200275" h="2181225">
                <a:moveTo>
                  <a:pt x="0" y="0"/>
                </a:moveTo>
                <a:cubicBezTo>
                  <a:pt x="0" y="1204689"/>
                  <a:pt x="985061" y="2181225"/>
                  <a:pt x="2200275" y="2181225"/>
                </a:cubicBezTo>
                <a:lnTo>
                  <a:pt x="2200275" y="0"/>
                </a:lnTo>
                <a:lnTo>
                  <a:pt x="0" y="0"/>
                </a:lnTo>
                <a:close/>
              </a:path>
            </a:pathLst>
          </a:custGeom>
          <a:solidFill>
            <a:schemeClr val="accent4"/>
          </a:solidFill>
          <a:ln w="4763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53" name="Image 7" descr="preencoded.png">
            <a:extLst>
              <a:ext uri="{FF2B5EF4-FFF2-40B4-BE49-F238E27FC236}">
                <a16:creationId xmlns:a16="http://schemas.microsoft.com/office/drawing/2014/main" id="{FEA70E9F-C506-413C-11EF-5915A2296643}"/>
              </a:ext>
            </a:extLst>
          </p:cNvPr>
          <p:cNvSpPr/>
          <p:nvPr/>
        </p:nvSpPr>
        <p:spPr>
          <a:xfrm flipV="1">
            <a:off x="-20086" y="4580051"/>
            <a:ext cx="2277948" cy="2277948"/>
          </a:xfrm>
          <a:custGeom>
            <a:avLst/>
            <a:gdLst>
              <a:gd name="connsiteX0" fmla="*/ 0 w 2277948"/>
              <a:gd name="connsiteY0" fmla="*/ 2277948 h 2277948"/>
              <a:gd name="connsiteX1" fmla="*/ 2277948 w 2277948"/>
              <a:gd name="connsiteY1" fmla="*/ 0 h 2277948"/>
              <a:gd name="connsiteX2" fmla="*/ 0 w 2277948"/>
              <a:gd name="connsiteY2" fmla="*/ 0 h 2277948"/>
              <a:gd name="connsiteX3" fmla="*/ 0 w 2277948"/>
              <a:gd name="connsiteY3" fmla="*/ 2277948 h 22779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277948" h="2277948">
                <a:moveTo>
                  <a:pt x="0" y="2277948"/>
                </a:moveTo>
                <a:cubicBezTo>
                  <a:pt x="1258034" y="2277948"/>
                  <a:pt x="2277948" y="1258034"/>
                  <a:pt x="2277948" y="0"/>
                </a:cubicBezTo>
                <a:lnTo>
                  <a:pt x="0" y="0"/>
                </a:lnTo>
                <a:lnTo>
                  <a:pt x="0" y="2277948"/>
                </a:lnTo>
                <a:close/>
              </a:path>
            </a:pathLst>
          </a:custGeom>
          <a:solidFill>
            <a:schemeClr val="accent4"/>
          </a:solidFill>
          <a:ln w="5083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pic>
        <p:nvPicPr>
          <p:cNvPr id="21" name="Image 2" descr="preencoded.png">
            <a:extLst>
              <a:ext uri="{FF2B5EF4-FFF2-40B4-BE49-F238E27FC236}">
                <a16:creationId xmlns:a16="http://schemas.microsoft.com/office/drawing/2014/main" id="{A8B7F1F1-806C-8D65-7340-220A0C4653C8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9991886" y="3441269"/>
            <a:ext cx="2200114" cy="2200114"/>
          </a:xfrm>
          <a:prstGeom prst="rect">
            <a:avLst/>
          </a:prstGeom>
        </p:spPr>
      </p:pic>
      <p:sp>
        <p:nvSpPr>
          <p:cNvPr id="54" name="Image 2" descr="preencoded.png">
            <a:extLst>
              <a:ext uri="{FF2B5EF4-FFF2-40B4-BE49-F238E27FC236}">
                <a16:creationId xmlns:a16="http://schemas.microsoft.com/office/drawing/2014/main" id="{F19C81EC-0322-58A2-C455-6E2C84D1E6E8}"/>
              </a:ext>
            </a:extLst>
          </p:cNvPr>
          <p:cNvSpPr/>
          <p:nvPr/>
        </p:nvSpPr>
        <p:spPr>
          <a:xfrm>
            <a:off x="1707959" y="5667616"/>
            <a:ext cx="775021" cy="775021"/>
          </a:xfrm>
          <a:custGeom>
            <a:avLst/>
            <a:gdLst>
              <a:gd name="connsiteX0" fmla="*/ 387511 w 775021"/>
              <a:gd name="connsiteY0" fmla="*/ 775021 h 775021"/>
              <a:gd name="connsiteX1" fmla="*/ 775021 w 775021"/>
              <a:gd name="connsiteY1" fmla="*/ 387511 h 775021"/>
              <a:gd name="connsiteX2" fmla="*/ 387511 w 775021"/>
              <a:gd name="connsiteY2" fmla="*/ 0 h 775021"/>
              <a:gd name="connsiteX3" fmla="*/ 0 w 775021"/>
              <a:gd name="connsiteY3" fmla="*/ 387511 h 775021"/>
              <a:gd name="connsiteX4" fmla="*/ 387511 w 775021"/>
              <a:gd name="connsiteY4" fmla="*/ 775021 h 77502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75021" h="775021">
                <a:moveTo>
                  <a:pt x="387511" y="775021"/>
                </a:moveTo>
                <a:cubicBezTo>
                  <a:pt x="601527" y="775021"/>
                  <a:pt x="775021" y="601527"/>
                  <a:pt x="775021" y="387511"/>
                </a:cubicBezTo>
                <a:cubicBezTo>
                  <a:pt x="775021" y="173494"/>
                  <a:pt x="601527" y="0"/>
                  <a:pt x="387511" y="0"/>
                </a:cubicBezTo>
                <a:cubicBezTo>
                  <a:pt x="173494" y="0"/>
                  <a:pt x="0" y="173494"/>
                  <a:pt x="0" y="387511"/>
                </a:cubicBezTo>
                <a:cubicBezTo>
                  <a:pt x="0" y="601527"/>
                  <a:pt x="173494" y="775021"/>
                  <a:pt x="387511" y="775021"/>
                </a:cubicBezTo>
                <a:close/>
              </a:path>
            </a:pathLst>
          </a:custGeom>
          <a:solidFill>
            <a:schemeClr val="accent6"/>
          </a:solidFill>
          <a:ln w="3801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08760" y="1883664"/>
            <a:ext cx="6766560" cy="768096"/>
          </a:xfrm>
        </p:spPr>
        <p:txBody>
          <a:bodyPr>
            <a:noAutofit/>
          </a:bodyPr>
          <a:lstStyle>
            <a:lvl1pPr algn="l">
              <a:lnSpc>
                <a:spcPct val="100000"/>
              </a:lnSpc>
              <a:defRPr b="1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08760" y="2837688"/>
            <a:ext cx="5879592" cy="2700528"/>
          </a:xfrm>
        </p:spPr>
        <p:txBody>
          <a:bodyPr>
            <a:noAutofit/>
          </a:bodyPr>
          <a:lstStyle>
            <a:lvl1pPr marL="0" indent="0">
              <a:buNone/>
              <a:defRPr sz="1500"/>
            </a:lvl1pPr>
            <a:lvl2pPr>
              <a:defRPr sz="1500"/>
            </a:lvl2pPr>
            <a:lvl3pPr>
              <a:defRPr sz="1500"/>
            </a:lvl3pPr>
            <a:lvl4pPr>
              <a:defRPr sz="1500"/>
            </a:lvl4pPr>
            <a:lvl5pPr>
              <a:defRPr sz="15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1F9FD95-086F-282B-820C-8CDAD4A6EEB6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/>
        <p:txBody>
          <a:bodyPr/>
          <a:lstStyle/>
          <a:p>
            <a:r>
              <a:rPr lang="en-US"/>
              <a:t>Presentation title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4848579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Closing">
    <p:bg>
      <p:bgPr>
        <a:solidFill>
          <a:schemeClr val="accent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AEF1F750-031C-BDB7-BD7B-9CBE17406FDB}"/>
              </a:ext>
            </a:extLst>
          </p:cNvPr>
          <p:cNvSpPr/>
          <p:nvPr userDrawn="1"/>
        </p:nvSpPr>
        <p:spPr>
          <a:xfrm>
            <a:off x="0" y="0"/>
            <a:ext cx="8948738" cy="6858000"/>
          </a:xfrm>
          <a:custGeom>
            <a:avLst/>
            <a:gdLst>
              <a:gd name="connsiteX0" fmla="*/ 0 w 8948738"/>
              <a:gd name="connsiteY0" fmla="*/ 0 h 6858000"/>
              <a:gd name="connsiteX1" fmla="*/ 5932941 w 8948738"/>
              <a:gd name="connsiteY1" fmla="*/ 0 h 6858000"/>
              <a:gd name="connsiteX2" fmla="*/ 6047310 w 8948738"/>
              <a:gd name="connsiteY2" fmla="*/ 14613 h 6858000"/>
              <a:gd name="connsiteX3" fmla="*/ 8948738 w 8948738"/>
              <a:gd name="connsiteY3" fmla="*/ 3416480 h 6858000"/>
              <a:gd name="connsiteX4" fmla="*/ 5702202 w 8948738"/>
              <a:gd name="connsiteY4" fmla="*/ 6853523 h 6858000"/>
              <a:gd name="connsiteX5" fmla="*/ 5526113 w 8948738"/>
              <a:gd name="connsiteY5" fmla="*/ 6858000 h 6858000"/>
              <a:gd name="connsiteX6" fmla="*/ 0 w 8948738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8948738" h="6858000">
                <a:moveTo>
                  <a:pt x="0" y="0"/>
                </a:moveTo>
                <a:lnTo>
                  <a:pt x="5932941" y="0"/>
                </a:lnTo>
                <a:lnTo>
                  <a:pt x="6047310" y="14613"/>
                </a:lnTo>
                <a:cubicBezTo>
                  <a:pt x="7690210" y="267026"/>
                  <a:pt x="8948738" y="1693971"/>
                  <a:pt x="8948738" y="3416480"/>
                </a:cubicBezTo>
                <a:cubicBezTo>
                  <a:pt x="8948738" y="5257788"/>
                  <a:pt x="7510634" y="6761349"/>
                  <a:pt x="5702202" y="6853523"/>
                </a:cubicBezTo>
                <a:lnTo>
                  <a:pt x="5526113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bg1"/>
          </a:solidFill>
          <a:ln w="4760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9" name="Freeform: Shape 18" descr="preencoded.png">
            <a:extLst>
              <a:ext uri="{FF2B5EF4-FFF2-40B4-BE49-F238E27FC236}">
                <a16:creationId xmlns:a16="http://schemas.microsoft.com/office/drawing/2014/main" id="{FEB515B5-2D9F-58E1-6E3C-CCBF105D891E}"/>
              </a:ext>
            </a:extLst>
          </p:cNvPr>
          <p:cNvSpPr/>
          <p:nvPr userDrawn="1"/>
        </p:nvSpPr>
        <p:spPr>
          <a:xfrm>
            <a:off x="7538626" y="13142"/>
            <a:ext cx="4653374" cy="6831717"/>
          </a:xfrm>
          <a:custGeom>
            <a:avLst/>
            <a:gdLst>
              <a:gd name="connsiteX0" fmla="*/ 3416476 w 4653374"/>
              <a:gd name="connsiteY0" fmla="*/ 0 h 6831717"/>
              <a:gd name="connsiteX1" fmla="*/ 4653374 w 4653374"/>
              <a:gd name="connsiteY1" fmla="*/ 0 h 6831717"/>
              <a:gd name="connsiteX2" fmla="*/ 4653374 w 4653374"/>
              <a:gd name="connsiteY2" fmla="*/ 6831717 h 6831717"/>
              <a:gd name="connsiteX3" fmla="*/ 3416476 w 4653374"/>
              <a:gd name="connsiteY3" fmla="*/ 6831717 h 6831717"/>
              <a:gd name="connsiteX4" fmla="*/ 0 w 4653374"/>
              <a:gd name="connsiteY4" fmla="*/ 3415863 h 6831717"/>
              <a:gd name="connsiteX5" fmla="*/ 3416476 w 4653374"/>
              <a:gd name="connsiteY5" fmla="*/ 0 h 683171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653374" h="6831717">
                <a:moveTo>
                  <a:pt x="3416476" y="0"/>
                </a:moveTo>
                <a:lnTo>
                  <a:pt x="4653374" y="0"/>
                </a:lnTo>
                <a:lnTo>
                  <a:pt x="4653374" y="6831717"/>
                </a:lnTo>
                <a:lnTo>
                  <a:pt x="3416476" y="6831717"/>
                </a:lnTo>
                <a:cubicBezTo>
                  <a:pt x="1529612" y="6831717"/>
                  <a:pt x="0" y="5302406"/>
                  <a:pt x="0" y="3415863"/>
                </a:cubicBezTo>
                <a:cubicBezTo>
                  <a:pt x="0" y="1529335"/>
                  <a:pt x="1529607" y="0"/>
                  <a:pt x="3416476" y="0"/>
                </a:cubicBezTo>
                <a:close/>
              </a:path>
            </a:pathLst>
          </a:custGeom>
          <a:solidFill>
            <a:schemeClr val="accent1"/>
          </a:solidFill>
          <a:ln w="4777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pic>
        <p:nvPicPr>
          <p:cNvPr id="9" name="Image 2" descr="preencoded.png">
            <a:extLst>
              <a:ext uri="{FF2B5EF4-FFF2-40B4-BE49-F238E27FC236}">
                <a16:creationId xmlns:a16="http://schemas.microsoft.com/office/drawing/2014/main" id="{5CCFEDF9-5B69-87BA-8A33-35033DA4013F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8737234" y="-25041"/>
            <a:ext cx="3432191" cy="3432191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7048" y="1975104"/>
            <a:ext cx="4169664" cy="667512"/>
          </a:xfrm>
        </p:spPr>
        <p:txBody>
          <a:bodyPr tIns="0" anchor="ctr">
            <a:noAutofit/>
          </a:bodyPr>
          <a:lstStyle>
            <a:lvl1pPr algn="l">
              <a:defRPr sz="4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45336" y="2846832"/>
            <a:ext cx="4169664" cy="2176272"/>
          </a:xfrm>
        </p:spPr>
        <p:txBody>
          <a:bodyPr lIns="91440" tIns="0" rIns="91440" bIns="0">
            <a:noAutofit/>
          </a:bodyPr>
          <a:lstStyle>
            <a:lvl1pPr marL="0" indent="0" algn="l">
              <a:spcBef>
                <a:spcPts val="576"/>
              </a:spcBef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72898826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Image 0" descr="preencoded.png">
            <a:extLst>
              <a:ext uri="{FF2B5EF4-FFF2-40B4-BE49-F238E27FC236}">
                <a16:creationId xmlns:a16="http://schemas.microsoft.com/office/drawing/2014/main" id="{8D5D10FF-3DE5-39CA-FA9A-29A09DC47BFC}"/>
              </a:ext>
            </a:extLst>
          </p:cNvPr>
          <p:cNvSpPr/>
          <p:nvPr userDrawn="1"/>
        </p:nvSpPr>
        <p:spPr>
          <a:xfrm>
            <a:off x="-5568" y="-2784"/>
            <a:ext cx="3443288" cy="6891337"/>
          </a:xfrm>
          <a:custGeom>
            <a:avLst/>
            <a:gdLst>
              <a:gd name="connsiteX0" fmla="*/ 3443288 w 3443288"/>
              <a:gd name="connsiteY0" fmla="*/ 0 h 6891337"/>
              <a:gd name="connsiteX1" fmla="*/ 0 w 3443288"/>
              <a:gd name="connsiteY1" fmla="*/ 0 h 6891337"/>
              <a:gd name="connsiteX2" fmla="*/ 0 w 3443288"/>
              <a:gd name="connsiteY2" fmla="*/ 6891338 h 6891337"/>
              <a:gd name="connsiteX3" fmla="*/ 3443288 w 3443288"/>
              <a:gd name="connsiteY3" fmla="*/ 6891338 h 6891337"/>
              <a:gd name="connsiteX4" fmla="*/ 3443288 w 3443288"/>
              <a:gd name="connsiteY4" fmla="*/ 0 h 68913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443288" h="6891337">
                <a:moveTo>
                  <a:pt x="3443288" y="0"/>
                </a:moveTo>
                <a:lnTo>
                  <a:pt x="0" y="0"/>
                </a:lnTo>
                <a:lnTo>
                  <a:pt x="0" y="6891338"/>
                </a:lnTo>
                <a:lnTo>
                  <a:pt x="3443288" y="6891338"/>
                </a:lnTo>
                <a:lnTo>
                  <a:pt x="3443288" y="0"/>
                </a:lnTo>
                <a:close/>
              </a:path>
            </a:pathLst>
          </a:custGeom>
          <a:solidFill>
            <a:schemeClr val="accent3"/>
          </a:solidFill>
          <a:ln w="4756" cap="flat">
            <a:noFill/>
            <a:prstDash val="solid"/>
            <a:miter/>
          </a:ln>
        </p:spPr>
        <p:txBody>
          <a:bodyPr rtlCol="0" anchor="ctr">
            <a:noAutofit/>
          </a:bodyPr>
          <a:lstStyle/>
          <a:p>
            <a:endParaRPr lang="en-US" dirty="0"/>
          </a:p>
        </p:txBody>
      </p:sp>
      <p:pic>
        <p:nvPicPr>
          <p:cNvPr id="11" name="Image 1" descr="preencoded.png">
            <a:extLst>
              <a:ext uri="{FF2B5EF4-FFF2-40B4-BE49-F238E27FC236}">
                <a16:creationId xmlns:a16="http://schemas.microsoft.com/office/drawing/2014/main" id="{BFA89E6A-8342-AE30-45E0-BC1DFE3276CC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1703311" y="-2784"/>
            <a:ext cx="1734410" cy="5167313"/>
          </a:xfrm>
          <a:prstGeom prst="rect">
            <a:avLst/>
          </a:prstGeom>
        </p:spPr>
      </p:pic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A08309FA-889A-E2F2-1EDA-F872245F5FDF}"/>
              </a:ext>
            </a:extLst>
          </p:cNvPr>
          <p:cNvSpPr/>
          <p:nvPr userDrawn="1"/>
        </p:nvSpPr>
        <p:spPr>
          <a:xfrm>
            <a:off x="1721621" y="-2784"/>
            <a:ext cx="1716115" cy="1720853"/>
          </a:xfrm>
          <a:custGeom>
            <a:avLst/>
            <a:gdLst>
              <a:gd name="connsiteX0" fmla="*/ 93358 w 1716115"/>
              <a:gd name="connsiteY0" fmla="*/ 0 h 1720853"/>
              <a:gd name="connsiteX1" fmla="*/ 110348 w 1716115"/>
              <a:gd name="connsiteY1" fmla="*/ 0 h 1720853"/>
              <a:gd name="connsiteX2" fmla="*/ 1716029 w 1716115"/>
              <a:gd name="connsiteY2" fmla="*/ 1610112 h 1720853"/>
              <a:gd name="connsiteX3" fmla="*/ 1716029 w 1716115"/>
              <a:gd name="connsiteY3" fmla="*/ 1627151 h 1720853"/>
              <a:gd name="connsiteX4" fmla="*/ 1716115 w 1716115"/>
              <a:gd name="connsiteY4" fmla="*/ 1627237 h 1720853"/>
              <a:gd name="connsiteX5" fmla="*/ 93358 w 1716115"/>
              <a:gd name="connsiteY5" fmla="*/ 0 h 1720853"/>
              <a:gd name="connsiteX6" fmla="*/ 0 w 1716115"/>
              <a:gd name="connsiteY6" fmla="*/ 0 h 1720853"/>
              <a:gd name="connsiteX7" fmla="*/ 16989 w 1716115"/>
              <a:gd name="connsiteY7" fmla="*/ 0 h 1720853"/>
              <a:gd name="connsiteX8" fmla="*/ 1716114 w 1716115"/>
              <a:gd name="connsiteY8" fmla="*/ 1703814 h 1720853"/>
              <a:gd name="connsiteX9" fmla="*/ 1716114 w 1716115"/>
              <a:gd name="connsiteY9" fmla="*/ 1720853 h 1720853"/>
              <a:gd name="connsiteX10" fmla="*/ 0 w 1716115"/>
              <a:gd name="connsiteY10" fmla="*/ 0 h 1720853"/>
              <a:gd name="connsiteX11" fmla="*/ 186798 w 1716115"/>
              <a:gd name="connsiteY11" fmla="*/ 0 h 1720853"/>
              <a:gd name="connsiteX12" fmla="*/ 203788 w 1716115"/>
              <a:gd name="connsiteY12" fmla="*/ 0 h 1720853"/>
              <a:gd name="connsiteX13" fmla="*/ 1716109 w 1716115"/>
              <a:gd name="connsiteY13" fmla="*/ 1516501 h 1720853"/>
              <a:gd name="connsiteX14" fmla="*/ 1716109 w 1716115"/>
              <a:gd name="connsiteY14" fmla="*/ 1533535 h 1720853"/>
              <a:gd name="connsiteX15" fmla="*/ 186798 w 1716115"/>
              <a:gd name="connsiteY15" fmla="*/ 0 h 1720853"/>
              <a:gd name="connsiteX16" fmla="*/ 280155 w 1716115"/>
              <a:gd name="connsiteY16" fmla="*/ 0 h 1720853"/>
              <a:gd name="connsiteX17" fmla="*/ 297145 w 1716115"/>
              <a:gd name="connsiteY17" fmla="*/ 0 h 1720853"/>
              <a:gd name="connsiteX18" fmla="*/ 1716114 w 1716115"/>
              <a:gd name="connsiteY18" fmla="*/ 1422885 h 1720853"/>
              <a:gd name="connsiteX19" fmla="*/ 1716114 w 1716115"/>
              <a:gd name="connsiteY19" fmla="*/ 1439924 h 1720853"/>
              <a:gd name="connsiteX20" fmla="*/ 280155 w 1716115"/>
              <a:gd name="connsiteY20" fmla="*/ 0 h 1720853"/>
              <a:gd name="connsiteX21" fmla="*/ 373512 w 1716115"/>
              <a:gd name="connsiteY21" fmla="*/ 0 h 1720853"/>
              <a:gd name="connsiteX22" fmla="*/ 390502 w 1716115"/>
              <a:gd name="connsiteY22" fmla="*/ 0 h 1720853"/>
              <a:gd name="connsiteX23" fmla="*/ 1716029 w 1716115"/>
              <a:gd name="connsiteY23" fmla="*/ 1329184 h 1720853"/>
              <a:gd name="connsiteX24" fmla="*/ 1716029 w 1716115"/>
              <a:gd name="connsiteY24" fmla="*/ 1346223 h 1720853"/>
              <a:gd name="connsiteX25" fmla="*/ 1716114 w 1716115"/>
              <a:gd name="connsiteY25" fmla="*/ 1346308 h 1720853"/>
              <a:gd name="connsiteX26" fmla="*/ 373512 w 1716115"/>
              <a:gd name="connsiteY26" fmla="*/ 0 h 1720853"/>
              <a:gd name="connsiteX27" fmla="*/ 466953 w 1716115"/>
              <a:gd name="connsiteY27" fmla="*/ 0 h 1720853"/>
              <a:gd name="connsiteX28" fmla="*/ 483944 w 1716115"/>
              <a:gd name="connsiteY28" fmla="*/ 0 h 1720853"/>
              <a:gd name="connsiteX29" fmla="*/ 1716110 w 1716115"/>
              <a:gd name="connsiteY29" fmla="*/ 1235573 h 1720853"/>
              <a:gd name="connsiteX30" fmla="*/ 1716110 w 1716115"/>
              <a:gd name="connsiteY30" fmla="*/ 1252607 h 1720853"/>
              <a:gd name="connsiteX31" fmla="*/ 466953 w 1716115"/>
              <a:gd name="connsiteY31" fmla="*/ 0 h 1720853"/>
              <a:gd name="connsiteX32" fmla="*/ 560310 w 1716115"/>
              <a:gd name="connsiteY32" fmla="*/ 0 h 1720853"/>
              <a:gd name="connsiteX33" fmla="*/ 577297 w 1716115"/>
              <a:gd name="connsiteY33" fmla="*/ 0 h 1720853"/>
              <a:gd name="connsiteX34" fmla="*/ 1716109 w 1716115"/>
              <a:gd name="connsiteY34" fmla="*/ 1141957 h 1720853"/>
              <a:gd name="connsiteX35" fmla="*/ 1716109 w 1716115"/>
              <a:gd name="connsiteY35" fmla="*/ 1158991 h 1720853"/>
              <a:gd name="connsiteX36" fmla="*/ 560310 w 1716115"/>
              <a:gd name="connsiteY36" fmla="*/ 0 h 1720853"/>
              <a:gd name="connsiteX37" fmla="*/ 653668 w 1716115"/>
              <a:gd name="connsiteY37" fmla="*/ 0 h 1720853"/>
              <a:gd name="connsiteX38" fmla="*/ 670655 w 1716115"/>
              <a:gd name="connsiteY38" fmla="*/ 0 h 1720853"/>
              <a:gd name="connsiteX39" fmla="*/ 1716029 w 1716115"/>
              <a:gd name="connsiteY39" fmla="*/ 1048255 h 1720853"/>
              <a:gd name="connsiteX40" fmla="*/ 1716029 w 1716115"/>
              <a:gd name="connsiteY40" fmla="*/ 1065294 h 1720853"/>
              <a:gd name="connsiteX41" fmla="*/ 1716114 w 1716115"/>
              <a:gd name="connsiteY41" fmla="*/ 1065380 h 1720853"/>
              <a:gd name="connsiteX42" fmla="*/ 653668 w 1716115"/>
              <a:gd name="connsiteY42" fmla="*/ 0 h 1720853"/>
              <a:gd name="connsiteX43" fmla="*/ 747112 w 1716115"/>
              <a:gd name="connsiteY43" fmla="*/ 0 h 1720853"/>
              <a:gd name="connsiteX44" fmla="*/ 764104 w 1716115"/>
              <a:gd name="connsiteY44" fmla="*/ 0 h 1720853"/>
              <a:gd name="connsiteX45" fmla="*/ 1716115 w 1716115"/>
              <a:gd name="connsiteY45" fmla="*/ 954644 h 1720853"/>
              <a:gd name="connsiteX46" fmla="*/ 1716115 w 1716115"/>
              <a:gd name="connsiteY46" fmla="*/ 971678 h 1720853"/>
              <a:gd name="connsiteX47" fmla="*/ 747112 w 1716115"/>
              <a:gd name="connsiteY47" fmla="*/ 0 h 1720853"/>
              <a:gd name="connsiteX48" fmla="*/ 840465 w 1716115"/>
              <a:gd name="connsiteY48" fmla="*/ 0 h 1720853"/>
              <a:gd name="connsiteX49" fmla="*/ 857452 w 1716115"/>
              <a:gd name="connsiteY49" fmla="*/ 0 h 1720853"/>
              <a:gd name="connsiteX50" fmla="*/ 1716109 w 1716115"/>
              <a:gd name="connsiteY50" fmla="*/ 861028 h 1720853"/>
              <a:gd name="connsiteX51" fmla="*/ 1716109 w 1716115"/>
              <a:gd name="connsiteY51" fmla="*/ 878062 h 1720853"/>
              <a:gd name="connsiteX52" fmla="*/ 840465 w 1716115"/>
              <a:gd name="connsiteY52" fmla="*/ 0 h 1720853"/>
              <a:gd name="connsiteX53" fmla="*/ 933823 w 1716115"/>
              <a:gd name="connsiteY53" fmla="*/ 0 h 1720853"/>
              <a:gd name="connsiteX54" fmla="*/ 950810 w 1716115"/>
              <a:gd name="connsiteY54" fmla="*/ 0 h 1720853"/>
              <a:gd name="connsiteX55" fmla="*/ 1716114 w 1716115"/>
              <a:gd name="connsiteY55" fmla="*/ 767327 h 1720853"/>
              <a:gd name="connsiteX56" fmla="*/ 1716114 w 1716115"/>
              <a:gd name="connsiteY56" fmla="*/ 784366 h 1720853"/>
              <a:gd name="connsiteX57" fmla="*/ 1716114 w 1716115"/>
              <a:gd name="connsiteY57" fmla="*/ 784451 h 1720853"/>
              <a:gd name="connsiteX58" fmla="*/ 933823 w 1716115"/>
              <a:gd name="connsiteY58" fmla="*/ 0 h 1720853"/>
              <a:gd name="connsiteX59" fmla="*/ 1027262 w 1716115"/>
              <a:gd name="connsiteY59" fmla="*/ 0 h 1720853"/>
              <a:gd name="connsiteX60" fmla="*/ 1044254 w 1716115"/>
              <a:gd name="connsiteY60" fmla="*/ 0 h 1720853"/>
              <a:gd name="connsiteX61" fmla="*/ 1716110 w 1716115"/>
              <a:gd name="connsiteY61" fmla="*/ 673716 h 1720853"/>
              <a:gd name="connsiteX62" fmla="*/ 1716110 w 1716115"/>
              <a:gd name="connsiteY62" fmla="*/ 690750 h 1720853"/>
              <a:gd name="connsiteX63" fmla="*/ 1027262 w 1716115"/>
              <a:gd name="connsiteY63" fmla="*/ 0 h 1720853"/>
              <a:gd name="connsiteX64" fmla="*/ 1120625 w 1716115"/>
              <a:gd name="connsiteY64" fmla="*/ 0 h 1720853"/>
              <a:gd name="connsiteX65" fmla="*/ 1137612 w 1716115"/>
              <a:gd name="connsiteY65" fmla="*/ 0 h 1720853"/>
              <a:gd name="connsiteX66" fmla="*/ 1716115 w 1716115"/>
              <a:gd name="connsiteY66" fmla="*/ 580100 h 1720853"/>
              <a:gd name="connsiteX67" fmla="*/ 1716115 w 1716115"/>
              <a:gd name="connsiteY67" fmla="*/ 597134 h 1720853"/>
              <a:gd name="connsiteX68" fmla="*/ 1120625 w 1716115"/>
              <a:gd name="connsiteY68" fmla="*/ 0 h 1720853"/>
              <a:gd name="connsiteX69" fmla="*/ 1213978 w 1716115"/>
              <a:gd name="connsiteY69" fmla="*/ 0 h 1720853"/>
              <a:gd name="connsiteX70" fmla="*/ 1230965 w 1716115"/>
              <a:gd name="connsiteY70" fmla="*/ 0 h 1720853"/>
              <a:gd name="connsiteX71" fmla="*/ 1716109 w 1716115"/>
              <a:gd name="connsiteY71" fmla="*/ 486398 h 1720853"/>
              <a:gd name="connsiteX72" fmla="*/ 1716109 w 1716115"/>
              <a:gd name="connsiteY72" fmla="*/ 503437 h 1720853"/>
              <a:gd name="connsiteX73" fmla="*/ 1716109 w 1716115"/>
              <a:gd name="connsiteY73" fmla="*/ 503523 h 1720853"/>
              <a:gd name="connsiteX74" fmla="*/ 1213978 w 1716115"/>
              <a:gd name="connsiteY74" fmla="*/ 0 h 1720853"/>
              <a:gd name="connsiteX75" fmla="*/ 1307422 w 1716115"/>
              <a:gd name="connsiteY75" fmla="*/ 0 h 1720853"/>
              <a:gd name="connsiteX76" fmla="*/ 1324414 w 1716115"/>
              <a:gd name="connsiteY76" fmla="*/ 0 h 1720853"/>
              <a:gd name="connsiteX77" fmla="*/ 1716115 w 1716115"/>
              <a:gd name="connsiteY77" fmla="*/ 392784 h 1720853"/>
              <a:gd name="connsiteX78" fmla="*/ 1716115 w 1716115"/>
              <a:gd name="connsiteY78" fmla="*/ 409821 h 1720853"/>
              <a:gd name="connsiteX79" fmla="*/ 1307422 w 1716115"/>
              <a:gd name="connsiteY79" fmla="*/ 0 h 1720853"/>
              <a:gd name="connsiteX80" fmla="*/ 1400775 w 1716115"/>
              <a:gd name="connsiteY80" fmla="*/ 0 h 1720853"/>
              <a:gd name="connsiteX81" fmla="*/ 1417762 w 1716115"/>
              <a:gd name="connsiteY81" fmla="*/ 0 h 1720853"/>
              <a:gd name="connsiteX82" fmla="*/ 1716109 w 1716115"/>
              <a:gd name="connsiteY82" fmla="*/ 299170 h 1720853"/>
              <a:gd name="connsiteX83" fmla="*/ 1716109 w 1716115"/>
              <a:gd name="connsiteY83" fmla="*/ 316207 h 1720853"/>
              <a:gd name="connsiteX84" fmla="*/ 1400775 w 1716115"/>
              <a:gd name="connsiteY84" fmla="*/ 0 h 1720853"/>
              <a:gd name="connsiteX85" fmla="*/ 1494133 w 1716115"/>
              <a:gd name="connsiteY85" fmla="*/ 0 h 1720853"/>
              <a:gd name="connsiteX86" fmla="*/ 1511120 w 1716115"/>
              <a:gd name="connsiteY86" fmla="*/ 0 h 1720853"/>
              <a:gd name="connsiteX87" fmla="*/ 1716109 w 1716115"/>
              <a:gd name="connsiteY87" fmla="*/ 205556 h 1720853"/>
              <a:gd name="connsiteX88" fmla="*/ 1716109 w 1716115"/>
              <a:gd name="connsiteY88" fmla="*/ 222592 h 1720853"/>
              <a:gd name="connsiteX89" fmla="*/ 1494133 w 1716115"/>
              <a:gd name="connsiteY89" fmla="*/ 0 h 17208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</a:cxnLst>
            <a:rect l="l" t="t" r="r" b="b"/>
            <a:pathLst>
              <a:path w="1716115" h="1720853">
                <a:moveTo>
                  <a:pt x="93358" y="0"/>
                </a:moveTo>
                <a:lnTo>
                  <a:pt x="110348" y="0"/>
                </a:lnTo>
                <a:cubicBezTo>
                  <a:pt x="110348" y="887874"/>
                  <a:pt x="830686" y="1610112"/>
                  <a:pt x="1716029" y="1610112"/>
                </a:cubicBezTo>
                <a:lnTo>
                  <a:pt x="1716029" y="1627151"/>
                </a:lnTo>
                <a:lnTo>
                  <a:pt x="1716115" y="1627237"/>
                </a:lnTo>
                <a:cubicBezTo>
                  <a:pt x="821334" y="1627237"/>
                  <a:pt x="93358" y="897252"/>
                  <a:pt x="93358" y="0"/>
                </a:cubicBezTo>
                <a:close/>
                <a:moveTo>
                  <a:pt x="0" y="0"/>
                </a:moveTo>
                <a:lnTo>
                  <a:pt x="16989" y="0"/>
                </a:lnTo>
                <a:cubicBezTo>
                  <a:pt x="16989" y="939499"/>
                  <a:pt x="779202" y="1703814"/>
                  <a:pt x="1716114" y="1703814"/>
                </a:cubicBezTo>
                <a:lnTo>
                  <a:pt x="1716114" y="1720853"/>
                </a:lnTo>
                <a:cubicBezTo>
                  <a:pt x="769850" y="1720853"/>
                  <a:pt x="0" y="948877"/>
                  <a:pt x="0" y="0"/>
                </a:cubicBezTo>
                <a:close/>
                <a:moveTo>
                  <a:pt x="186798" y="0"/>
                </a:moveTo>
                <a:lnTo>
                  <a:pt x="203788" y="0"/>
                </a:lnTo>
                <a:cubicBezTo>
                  <a:pt x="203788" y="836248"/>
                  <a:pt x="882254" y="1516501"/>
                  <a:pt x="1716109" y="1516501"/>
                </a:cubicBezTo>
                <a:lnTo>
                  <a:pt x="1716109" y="1533535"/>
                </a:lnTo>
                <a:cubicBezTo>
                  <a:pt x="872812" y="1533535"/>
                  <a:pt x="186798" y="845626"/>
                  <a:pt x="186798" y="0"/>
                </a:cubicBezTo>
                <a:close/>
                <a:moveTo>
                  <a:pt x="280155" y="0"/>
                </a:moveTo>
                <a:lnTo>
                  <a:pt x="297145" y="0"/>
                </a:lnTo>
                <a:cubicBezTo>
                  <a:pt x="297145" y="784537"/>
                  <a:pt x="933652" y="1422885"/>
                  <a:pt x="1716114" y="1422885"/>
                </a:cubicBezTo>
                <a:lnTo>
                  <a:pt x="1716114" y="1439924"/>
                </a:lnTo>
                <a:cubicBezTo>
                  <a:pt x="924300" y="1439924"/>
                  <a:pt x="280155" y="794001"/>
                  <a:pt x="280155" y="0"/>
                </a:cubicBezTo>
                <a:close/>
                <a:moveTo>
                  <a:pt x="373512" y="0"/>
                </a:moveTo>
                <a:lnTo>
                  <a:pt x="390502" y="0"/>
                </a:lnTo>
                <a:cubicBezTo>
                  <a:pt x="390502" y="732911"/>
                  <a:pt x="985135" y="1329184"/>
                  <a:pt x="1716029" y="1329184"/>
                </a:cubicBezTo>
                <a:lnTo>
                  <a:pt x="1716029" y="1346223"/>
                </a:lnTo>
                <a:lnTo>
                  <a:pt x="1716114" y="1346308"/>
                </a:lnTo>
                <a:cubicBezTo>
                  <a:pt x="975783" y="1346308"/>
                  <a:pt x="373512" y="742375"/>
                  <a:pt x="373512" y="0"/>
                </a:cubicBezTo>
                <a:close/>
                <a:moveTo>
                  <a:pt x="466953" y="0"/>
                </a:moveTo>
                <a:lnTo>
                  <a:pt x="483944" y="0"/>
                </a:lnTo>
                <a:cubicBezTo>
                  <a:pt x="483944" y="681286"/>
                  <a:pt x="1036704" y="1235573"/>
                  <a:pt x="1716110" y="1235573"/>
                </a:cubicBezTo>
                <a:lnTo>
                  <a:pt x="1716110" y="1252607"/>
                </a:lnTo>
                <a:cubicBezTo>
                  <a:pt x="1027347" y="1252607"/>
                  <a:pt x="466953" y="690664"/>
                  <a:pt x="466953" y="0"/>
                </a:cubicBezTo>
                <a:close/>
                <a:moveTo>
                  <a:pt x="560310" y="0"/>
                </a:moveTo>
                <a:lnTo>
                  <a:pt x="577297" y="0"/>
                </a:lnTo>
                <a:cubicBezTo>
                  <a:pt x="577297" y="629660"/>
                  <a:pt x="1088188" y="1141957"/>
                  <a:pt x="1716109" y="1141957"/>
                </a:cubicBezTo>
                <a:lnTo>
                  <a:pt x="1716109" y="1158991"/>
                </a:lnTo>
                <a:cubicBezTo>
                  <a:pt x="1078835" y="1158991"/>
                  <a:pt x="560310" y="639038"/>
                  <a:pt x="560310" y="0"/>
                </a:cubicBezTo>
                <a:close/>
                <a:moveTo>
                  <a:pt x="653668" y="0"/>
                </a:moveTo>
                <a:lnTo>
                  <a:pt x="670655" y="0"/>
                </a:lnTo>
                <a:cubicBezTo>
                  <a:pt x="670655" y="578035"/>
                  <a:pt x="1139586" y="1048255"/>
                  <a:pt x="1716029" y="1048255"/>
                </a:cubicBezTo>
                <a:lnTo>
                  <a:pt x="1716029" y="1065294"/>
                </a:lnTo>
                <a:lnTo>
                  <a:pt x="1716114" y="1065380"/>
                </a:lnTo>
                <a:cubicBezTo>
                  <a:pt x="1130319" y="1065380"/>
                  <a:pt x="653668" y="587499"/>
                  <a:pt x="653668" y="0"/>
                </a:cubicBezTo>
                <a:close/>
                <a:moveTo>
                  <a:pt x="747112" y="0"/>
                </a:moveTo>
                <a:lnTo>
                  <a:pt x="764104" y="0"/>
                </a:lnTo>
                <a:cubicBezTo>
                  <a:pt x="764104" y="526409"/>
                  <a:pt x="1191155" y="954644"/>
                  <a:pt x="1716115" y="954644"/>
                </a:cubicBezTo>
                <a:lnTo>
                  <a:pt x="1716115" y="971678"/>
                </a:lnTo>
                <a:cubicBezTo>
                  <a:pt x="1181802" y="971678"/>
                  <a:pt x="747112" y="535787"/>
                  <a:pt x="747112" y="0"/>
                </a:cubicBezTo>
                <a:close/>
                <a:moveTo>
                  <a:pt x="840465" y="0"/>
                </a:moveTo>
                <a:lnTo>
                  <a:pt x="857452" y="0"/>
                </a:lnTo>
                <a:cubicBezTo>
                  <a:pt x="857452" y="474783"/>
                  <a:pt x="1242638" y="861028"/>
                  <a:pt x="1716109" y="861028"/>
                </a:cubicBezTo>
                <a:lnTo>
                  <a:pt x="1716109" y="878062"/>
                </a:lnTo>
                <a:cubicBezTo>
                  <a:pt x="1233281" y="878062"/>
                  <a:pt x="840465" y="484162"/>
                  <a:pt x="840465" y="0"/>
                </a:cubicBezTo>
                <a:close/>
                <a:moveTo>
                  <a:pt x="933823" y="0"/>
                </a:moveTo>
                <a:lnTo>
                  <a:pt x="950810" y="0"/>
                </a:lnTo>
                <a:cubicBezTo>
                  <a:pt x="950810" y="423157"/>
                  <a:pt x="1294121" y="767327"/>
                  <a:pt x="1716114" y="767327"/>
                </a:cubicBezTo>
                <a:lnTo>
                  <a:pt x="1716114" y="784366"/>
                </a:lnTo>
                <a:lnTo>
                  <a:pt x="1716114" y="784451"/>
                </a:lnTo>
                <a:cubicBezTo>
                  <a:pt x="1284769" y="784451"/>
                  <a:pt x="933823" y="432536"/>
                  <a:pt x="933823" y="0"/>
                </a:cubicBezTo>
                <a:close/>
                <a:moveTo>
                  <a:pt x="1027262" y="0"/>
                </a:moveTo>
                <a:lnTo>
                  <a:pt x="1044254" y="0"/>
                </a:lnTo>
                <a:cubicBezTo>
                  <a:pt x="1044254" y="371532"/>
                  <a:pt x="1345685" y="673716"/>
                  <a:pt x="1716110" y="673716"/>
                </a:cubicBezTo>
                <a:lnTo>
                  <a:pt x="1716110" y="690750"/>
                </a:lnTo>
                <a:cubicBezTo>
                  <a:pt x="1336248" y="690750"/>
                  <a:pt x="1027262" y="380824"/>
                  <a:pt x="1027262" y="0"/>
                </a:cubicBezTo>
                <a:close/>
                <a:moveTo>
                  <a:pt x="1120625" y="0"/>
                </a:moveTo>
                <a:lnTo>
                  <a:pt x="1137612" y="0"/>
                </a:lnTo>
                <a:cubicBezTo>
                  <a:pt x="1137612" y="319820"/>
                  <a:pt x="1397088" y="580100"/>
                  <a:pt x="1716115" y="580100"/>
                </a:cubicBezTo>
                <a:lnTo>
                  <a:pt x="1716115" y="597134"/>
                </a:lnTo>
                <a:cubicBezTo>
                  <a:pt x="1387736" y="597134"/>
                  <a:pt x="1120625" y="329285"/>
                  <a:pt x="1120625" y="0"/>
                </a:cubicBezTo>
                <a:close/>
                <a:moveTo>
                  <a:pt x="1213978" y="0"/>
                </a:moveTo>
                <a:lnTo>
                  <a:pt x="1230965" y="0"/>
                </a:lnTo>
                <a:cubicBezTo>
                  <a:pt x="1230965" y="268195"/>
                  <a:pt x="1448571" y="486398"/>
                  <a:pt x="1716109" y="486398"/>
                </a:cubicBezTo>
                <a:lnTo>
                  <a:pt x="1716109" y="503437"/>
                </a:lnTo>
                <a:lnTo>
                  <a:pt x="1716109" y="503523"/>
                </a:lnTo>
                <a:cubicBezTo>
                  <a:pt x="1439214" y="503523"/>
                  <a:pt x="1213978" y="277659"/>
                  <a:pt x="1213978" y="0"/>
                </a:cubicBezTo>
                <a:close/>
                <a:moveTo>
                  <a:pt x="1307422" y="0"/>
                </a:moveTo>
                <a:lnTo>
                  <a:pt x="1324414" y="0"/>
                </a:lnTo>
                <a:cubicBezTo>
                  <a:pt x="1324414" y="216569"/>
                  <a:pt x="1500141" y="392784"/>
                  <a:pt x="1716115" y="392784"/>
                </a:cubicBezTo>
                <a:lnTo>
                  <a:pt x="1716115" y="409821"/>
                </a:lnTo>
                <a:cubicBezTo>
                  <a:pt x="1490703" y="409821"/>
                  <a:pt x="1307422" y="225948"/>
                  <a:pt x="1307422" y="0"/>
                </a:cubicBezTo>
                <a:close/>
                <a:moveTo>
                  <a:pt x="1400775" y="0"/>
                </a:moveTo>
                <a:lnTo>
                  <a:pt x="1417762" y="0"/>
                </a:lnTo>
                <a:cubicBezTo>
                  <a:pt x="1417762" y="164944"/>
                  <a:pt x="1551619" y="299170"/>
                  <a:pt x="1716109" y="299170"/>
                </a:cubicBezTo>
                <a:lnTo>
                  <a:pt x="1716109" y="316207"/>
                </a:lnTo>
                <a:cubicBezTo>
                  <a:pt x="1542266" y="316207"/>
                  <a:pt x="1400775" y="174322"/>
                  <a:pt x="1400775" y="0"/>
                </a:cubicBezTo>
                <a:close/>
                <a:moveTo>
                  <a:pt x="1494133" y="0"/>
                </a:moveTo>
                <a:lnTo>
                  <a:pt x="1511120" y="0"/>
                </a:lnTo>
                <a:cubicBezTo>
                  <a:pt x="1511120" y="113318"/>
                  <a:pt x="1603017" y="205556"/>
                  <a:pt x="1716109" y="205556"/>
                </a:cubicBezTo>
                <a:lnTo>
                  <a:pt x="1716109" y="222592"/>
                </a:lnTo>
                <a:cubicBezTo>
                  <a:pt x="1593750" y="222592"/>
                  <a:pt x="1494133" y="122783"/>
                  <a:pt x="1494133" y="0"/>
                </a:cubicBezTo>
                <a:close/>
              </a:path>
            </a:pathLst>
          </a:custGeom>
          <a:solidFill>
            <a:schemeClr val="bg1">
              <a:alpha val="99000"/>
            </a:schemeClr>
          </a:solidFill>
          <a:ln w="4723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15" name="Image 5" descr="preencoded.png">
            <a:extLst>
              <a:ext uri="{FF2B5EF4-FFF2-40B4-BE49-F238E27FC236}">
                <a16:creationId xmlns:a16="http://schemas.microsoft.com/office/drawing/2014/main" id="{D9D7EB49-4BC9-040F-C4CC-5771C5FB312B}"/>
              </a:ext>
            </a:extLst>
          </p:cNvPr>
          <p:cNvSpPr/>
          <p:nvPr userDrawn="1"/>
        </p:nvSpPr>
        <p:spPr>
          <a:xfrm>
            <a:off x="-5568" y="3440504"/>
            <a:ext cx="3443288" cy="3448050"/>
          </a:xfrm>
          <a:custGeom>
            <a:avLst/>
            <a:gdLst>
              <a:gd name="connsiteX0" fmla="*/ 1721644 w 3443288"/>
              <a:gd name="connsiteY0" fmla="*/ 3448051 h 3448050"/>
              <a:gd name="connsiteX1" fmla="*/ 3443288 w 3443288"/>
              <a:gd name="connsiteY1" fmla="*/ 1724025 h 3448050"/>
              <a:gd name="connsiteX2" fmla="*/ 1721644 w 3443288"/>
              <a:gd name="connsiteY2" fmla="*/ 0 h 3448050"/>
              <a:gd name="connsiteX3" fmla="*/ 0 w 3443288"/>
              <a:gd name="connsiteY3" fmla="*/ 1724025 h 3448050"/>
              <a:gd name="connsiteX4" fmla="*/ 1721644 w 3443288"/>
              <a:gd name="connsiteY4" fmla="*/ 3448051 h 34480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443288" h="3448050">
                <a:moveTo>
                  <a:pt x="1721644" y="3448051"/>
                </a:moveTo>
                <a:cubicBezTo>
                  <a:pt x="2672482" y="3448051"/>
                  <a:pt x="3443288" y="2676178"/>
                  <a:pt x="3443288" y="1724025"/>
                </a:cubicBezTo>
                <a:cubicBezTo>
                  <a:pt x="3443288" y="771873"/>
                  <a:pt x="2672482" y="0"/>
                  <a:pt x="1721644" y="0"/>
                </a:cubicBezTo>
                <a:cubicBezTo>
                  <a:pt x="770806" y="0"/>
                  <a:pt x="0" y="771873"/>
                  <a:pt x="0" y="1724025"/>
                </a:cubicBezTo>
                <a:cubicBezTo>
                  <a:pt x="0" y="2676178"/>
                  <a:pt x="770806" y="3448051"/>
                  <a:pt x="1721644" y="3448051"/>
                </a:cubicBezTo>
                <a:close/>
              </a:path>
            </a:pathLst>
          </a:custGeom>
          <a:solidFill>
            <a:schemeClr val="accent6"/>
          </a:solidFill>
          <a:ln w="4756" cap="flat">
            <a:noFill/>
            <a:prstDash val="solid"/>
            <a:miter/>
          </a:ln>
        </p:spPr>
        <p:txBody>
          <a:bodyPr rtlCol="0" anchor="ctr">
            <a:noAutofit/>
          </a:bodyPr>
          <a:lstStyle/>
          <a:p>
            <a:endParaRPr lang="en-US" dirty="0"/>
          </a:p>
        </p:txBody>
      </p:sp>
      <p:pic>
        <p:nvPicPr>
          <p:cNvPr id="17" name="Image 6" descr="preencoded.png">
            <a:extLst>
              <a:ext uri="{FF2B5EF4-FFF2-40B4-BE49-F238E27FC236}">
                <a16:creationId xmlns:a16="http://schemas.microsoft.com/office/drawing/2014/main" id="{3CE04498-C285-EFB8-340C-1A064078152B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rcRect/>
          <a:stretch/>
        </p:blipFill>
        <p:spPr>
          <a:xfrm>
            <a:off x="1718457" y="3440504"/>
            <a:ext cx="1719263" cy="1724025"/>
          </a:xfrm>
          <a:prstGeom prst="rect">
            <a:avLst/>
          </a:prstGeom>
        </p:spPr>
      </p:pic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  <p:sp>
        <p:nvSpPr>
          <p:cNvPr id="18" name="Title 19">
            <a:extLst>
              <a:ext uri="{FF2B5EF4-FFF2-40B4-BE49-F238E27FC236}">
                <a16:creationId xmlns:a16="http://schemas.microsoft.com/office/drawing/2014/main" id="{9CBE0ADC-7FA0-F7E3-96EF-BBACB6A907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86784" y="1243584"/>
            <a:ext cx="8165592" cy="768096"/>
          </a:xfrm>
        </p:spPr>
        <p:txBody>
          <a:bodyPr>
            <a:noAutofit/>
          </a:bodyPr>
          <a:lstStyle>
            <a:lvl1pPr algn="l">
              <a:lnSpc>
                <a:spcPct val="100000"/>
              </a:lnSpc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Content Placeholder 3">
            <a:extLst>
              <a:ext uri="{FF2B5EF4-FFF2-40B4-BE49-F238E27FC236}">
                <a16:creationId xmlns:a16="http://schemas.microsoft.com/office/drawing/2014/main" id="{0F9C0517-D83A-CC55-35B8-B2F990C96D3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3685032" y="2255520"/>
            <a:ext cx="3741928" cy="4306380"/>
          </a:xfrm>
        </p:spPr>
        <p:txBody>
          <a:bodyPr lIns="45720" rIns="45720" bIns="45720">
            <a:noAutofit/>
          </a:bodyPr>
          <a:lstStyle>
            <a:lvl1pPr>
              <a:defRPr sz="1500"/>
            </a:lvl1pPr>
            <a:lvl2pPr>
              <a:defRPr sz="13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0" name="Content Placeholder 5">
            <a:extLst>
              <a:ext uri="{FF2B5EF4-FFF2-40B4-BE49-F238E27FC236}">
                <a16:creationId xmlns:a16="http://schemas.microsoft.com/office/drawing/2014/main" id="{CF8BFBBE-0EAE-B647-2648-A5FB0094BF6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7754112" y="2255520"/>
            <a:ext cx="3741928" cy="4306380"/>
          </a:xfrm>
        </p:spPr>
        <p:txBody>
          <a:bodyPr lIns="45720" rIns="45720" bIns="45720">
            <a:noAutofit/>
          </a:bodyPr>
          <a:lstStyle>
            <a:lvl1pPr>
              <a:defRPr sz="1500"/>
            </a:lvl1pPr>
            <a:lvl2pPr>
              <a:defRPr sz="13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50832128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: Shape 6">
            <a:extLst>
              <a:ext uri="{FF2B5EF4-FFF2-40B4-BE49-F238E27FC236}">
                <a16:creationId xmlns:a16="http://schemas.microsoft.com/office/drawing/2014/main" id="{2C6B5F91-ABF5-D0B6-E43F-40CEDC3A6DF8}"/>
              </a:ext>
            </a:extLst>
          </p:cNvPr>
          <p:cNvSpPr/>
          <p:nvPr userDrawn="1"/>
        </p:nvSpPr>
        <p:spPr>
          <a:xfrm>
            <a:off x="1" y="0"/>
            <a:ext cx="2242827" cy="2102966"/>
          </a:xfrm>
          <a:custGeom>
            <a:avLst/>
            <a:gdLst>
              <a:gd name="connsiteX0" fmla="*/ 2220549 w 2242827"/>
              <a:gd name="connsiteY0" fmla="*/ 0 h 2102966"/>
              <a:gd name="connsiteX1" fmla="*/ 2242827 w 2242827"/>
              <a:gd name="connsiteY1" fmla="*/ 0 h 2102966"/>
              <a:gd name="connsiteX2" fmla="*/ 2238641 w 2242827"/>
              <a:gd name="connsiteY2" fmla="*/ 82607 h 2102966"/>
              <a:gd name="connsiteX3" fmla="*/ 1 w 2242827"/>
              <a:gd name="connsiteY3" fmla="*/ 2102966 h 2102966"/>
              <a:gd name="connsiteX4" fmla="*/ 1 w 2242827"/>
              <a:gd name="connsiteY4" fmla="*/ 2080690 h 2102966"/>
              <a:gd name="connsiteX5" fmla="*/ 2216479 w 2242827"/>
              <a:gd name="connsiteY5" fmla="*/ 80336 h 2102966"/>
              <a:gd name="connsiteX6" fmla="*/ 2098030 w 2242827"/>
              <a:gd name="connsiteY6" fmla="*/ 0 h 2102966"/>
              <a:gd name="connsiteX7" fmla="*/ 2120412 w 2242827"/>
              <a:gd name="connsiteY7" fmla="*/ 0 h 2102966"/>
              <a:gd name="connsiteX8" fmla="*/ 2116859 w 2242827"/>
              <a:gd name="connsiteY8" fmla="*/ 70117 h 2102966"/>
              <a:gd name="connsiteX9" fmla="*/ 1 w 2242827"/>
              <a:gd name="connsiteY9" fmla="*/ 1980571 h 2102966"/>
              <a:gd name="connsiteX10" fmla="*/ 1 w 2242827"/>
              <a:gd name="connsiteY10" fmla="*/ 1958295 h 2102966"/>
              <a:gd name="connsiteX11" fmla="*/ 2094588 w 2242827"/>
              <a:gd name="connsiteY11" fmla="*/ 67938 h 2102966"/>
              <a:gd name="connsiteX12" fmla="*/ 1975608 w 2242827"/>
              <a:gd name="connsiteY12" fmla="*/ 0 h 2102966"/>
              <a:gd name="connsiteX13" fmla="*/ 1997887 w 2242827"/>
              <a:gd name="connsiteY13" fmla="*/ 0 h 2102966"/>
              <a:gd name="connsiteX14" fmla="*/ 1994968 w 2242827"/>
              <a:gd name="connsiteY14" fmla="*/ 57611 h 2102966"/>
              <a:gd name="connsiteX15" fmla="*/ 1 w 2242827"/>
              <a:gd name="connsiteY15" fmla="*/ 1858047 h 2102966"/>
              <a:gd name="connsiteX16" fmla="*/ 1 w 2242827"/>
              <a:gd name="connsiteY16" fmla="*/ 1835771 h 2102966"/>
              <a:gd name="connsiteX17" fmla="*/ 1972805 w 2242827"/>
              <a:gd name="connsiteY17" fmla="*/ 55322 h 2102966"/>
              <a:gd name="connsiteX18" fmla="*/ 1853193 w 2242827"/>
              <a:gd name="connsiteY18" fmla="*/ 0 h 2102966"/>
              <a:gd name="connsiteX19" fmla="*/ 1875472 w 2242827"/>
              <a:gd name="connsiteY19" fmla="*/ 0 h 2102966"/>
              <a:gd name="connsiteX20" fmla="*/ 1873186 w 2242827"/>
              <a:gd name="connsiteY20" fmla="*/ 45119 h 2102966"/>
              <a:gd name="connsiteX21" fmla="*/ 0 w 2242827"/>
              <a:gd name="connsiteY21" fmla="*/ 1735650 h 2102966"/>
              <a:gd name="connsiteX22" fmla="*/ 0 w 2242827"/>
              <a:gd name="connsiteY22" fmla="*/ 1713374 h 2102966"/>
              <a:gd name="connsiteX23" fmla="*/ 1851022 w 2242827"/>
              <a:gd name="connsiteY23" fmla="*/ 42848 h 2102966"/>
              <a:gd name="connsiteX24" fmla="*/ 1730668 w 2242827"/>
              <a:gd name="connsiteY24" fmla="*/ 0 h 2102966"/>
              <a:gd name="connsiteX25" fmla="*/ 1753056 w 2242827"/>
              <a:gd name="connsiteY25" fmla="*/ 0 h 2102966"/>
              <a:gd name="connsiteX26" fmla="*/ 1751404 w 2242827"/>
              <a:gd name="connsiteY26" fmla="*/ 32610 h 2102966"/>
              <a:gd name="connsiteX27" fmla="*/ 0 w 2242827"/>
              <a:gd name="connsiteY27" fmla="*/ 1613232 h 2102966"/>
              <a:gd name="connsiteX28" fmla="*/ 0 w 2242827"/>
              <a:gd name="connsiteY28" fmla="*/ 1590961 h 2102966"/>
              <a:gd name="connsiteX29" fmla="*/ 1729127 w 2242827"/>
              <a:gd name="connsiteY29" fmla="*/ 30432 h 2102966"/>
              <a:gd name="connsiteX30" fmla="*/ 1608247 w 2242827"/>
              <a:gd name="connsiteY30" fmla="*/ 0 h 2102966"/>
              <a:gd name="connsiteX31" fmla="*/ 1630525 w 2242827"/>
              <a:gd name="connsiteY31" fmla="*/ 0 h 2102966"/>
              <a:gd name="connsiteX32" fmla="*/ 1629507 w 2242827"/>
              <a:gd name="connsiteY32" fmla="*/ 20086 h 2102966"/>
              <a:gd name="connsiteX33" fmla="*/ 0 w 2242827"/>
              <a:gd name="connsiteY33" fmla="*/ 1490712 h 2102966"/>
              <a:gd name="connsiteX34" fmla="*/ 0 w 2242827"/>
              <a:gd name="connsiteY34" fmla="*/ 1468436 h 2102966"/>
              <a:gd name="connsiteX35" fmla="*/ 1607345 w 2242827"/>
              <a:gd name="connsiteY35" fmla="*/ 17816 h 2102966"/>
              <a:gd name="connsiteX36" fmla="*/ 1485833 w 2242827"/>
              <a:gd name="connsiteY36" fmla="*/ 0 h 2102966"/>
              <a:gd name="connsiteX37" fmla="*/ 1508109 w 2242827"/>
              <a:gd name="connsiteY37" fmla="*/ 0 h 2102966"/>
              <a:gd name="connsiteX38" fmla="*/ 1507724 w 2242827"/>
              <a:gd name="connsiteY38" fmla="*/ 7596 h 2102966"/>
              <a:gd name="connsiteX39" fmla="*/ 0 w 2242827"/>
              <a:gd name="connsiteY39" fmla="*/ 1368317 h 2102966"/>
              <a:gd name="connsiteX40" fmla="*/ 0 w 2242827"/>
              <a:gd name="connsiteY40" fmla="*/ 1346041 h 2102966"/>
              <a:gd name="connsiteX41" fmla="*/ 1485563 w 2242827"/>
              <a:gd name="connsiteY41" fmla="*/ 5325 h 2102966"/>
              <a:gd name="connsiteX42" fmla="*/ 1362591 w 2242827"/>
              <a:gd name="connsiteY42" fmla="*/ 0 h 2102966"/>
              <a:gd name="connsiteX43" fmla="*/ 1385194 w 2242827"/>
              <a:gd name="connsiteY43" fmla="*/ 0 h 2102966"/>
              <a:gd name="connsiteX44" fmla="*/ 1364797 w 2242827"/>
              <a:gd name="connsiteY44" fmla="*/ 133264 h 2102966"/>
              <a:gd name="connsiteX45" fmla="*/ 0 w 2242827"/>
              <a:gd name="connsiteY45" fmla="*/ 1245917 h 2102966"/>
              <a:gd name="connsiteX46" fmla="*/ 0 w 2242827"/>
              <a:gd name="connsiteY46" fmla="*/ 1223641 h 2102966"/>
              <a:gd name="connsiteX47" fmla="*/ 1342864 w 2242827"/>
              <a:gd name="connsiteY47" fmla="*/ 128894 h 2102966"/>
              <a:gd name="connsiteX48" fmla="*/ 1238878 w 2242827"/>
              <a:gd name="connsiteY48" fmla="*/ 0 h 2102966"/>
              <a:gd name="connsiteX49" fmla="*/ 1261388 w 2242827"/>
              <a:gd name="connsiteY49" fmla="*/ 0 h 2102966"/>
              <a:gd name="connsiteX50" fmla="*/ 1244763 w 2242827"/>
              <a:gd name="connsiteY50" fmla="*/ 108614 h 2102966"/>
              <a:gd name="connsiteX51" fmla="*/ 0 w 2242827"/>
              <a:gd name="connsiteY51" fmla="*/ 1123397 h 2102966"/>
              <a:gd name="connsiteX52" fmla="*/ 0 w 2242827"/>
              <a:gd name="connsiteY52" fmla="*/ 1101121 h 2102966"/>
              <a:gd name="connsiteX53" fmla="*/ 1222940 w 2242827"/>
              <a:gd name="connsiteY53" fmla="*/ 104135 h 2102966"/>
              <a:gd name="connsiteX54" fmla="*/ 1115178 w 2242827"/>
              <a:gd name="connsiteY54" fmla="*/ 0 h 2102966"/>
              <a:gd name="connsiteX55" fmla="*/ 1137688 w 2242827"/>
              <a:gd name="connsiteY55" fmla="*/ 0 h 2102966"/>
              <a:gd name="connsiteX56" fmla="*/ 1124836 w 2242827"/>
              <a:gd name="connsiteY56" fmla="*/ 83962 h 2102966"/>
              <a:gd name="connsiteX57" fmla="*/ 0 w 2242827"/>
              <a:gd name="connsiteY57" fmla="*/ 1000978 h 2102966"/>
              <a:gd name="connsiteX58" fmla="*/ 0 w 2242827"/>
              <a:gd name="connsiteY58" fmla="*/ 978703 h 2102966"/>
              <a:gd name="connsiteX59" fmla="*/ 1103012 w 2242827"/>
              <a:gd name="connsiteY59" fmla="*/ 79485 h 2102966"/>
              <a:gd name="connsiteX60" fmla="*/ 991375 w 2242827"/>
              <a:gd name="connsiteY60" fmla="*/ 0 h 2102966"/>
              <a:gd name="connsiteX61" fmla="*/ 1013997 w 2242827"/>
              <a:gd name="connsiteY61" fmla="*/ 0 h 2102966"/>
              <a:gd name="connsiteX62" fmla="*/ 1004915 w 2242827"/>
              <a:gd name="connsiteY62" fmla="*/ 59331 h 2102966"/>
              <a:gd name="connsiteX63" fmla="*/ 0 w 2242827"/>
              <a:gd name="connsiteY63" fmla="*/ 878583 h 2102966"/>
              <a:gd name="connsiteX64" fmla="*/ 0 w 2242827"/>
              <a:gd name="connsiteY64" fmla="*/ 856307 h 2102966"/>
              <a:gd name="connsiteX65" fmla="*/ 982981 w 2242827"/>
              <a:gd name="connsiteY65" fmla="*/ 54853 h 2102966"/>
              <a:gd name="connsiteX66" fmla="*/ 866108 w 2242827"/>
              <a:gd name="connsiteY66" fmla="*/ 0 h 2102966"/>
              <a:gd name="connsiteX67" fmla="*/ 888384 w 2242827"/>
              <a:gd name="connsiteY67" fmla="*/ 0 h 2102966"/>
              <a:gd name="connsiteX68" fmla="*/ 884876 w 2242827"/>
              <a:gd name="connsiteY68" fmla="*/ 34680 h 2102966"/>
              <a:gd name="connsiteX69" fmla="*/ 0 w 2242827"/>
              <a:gd name="connsiteY69" fmla="*/ 756058 h 2102966"/>
              <a:gd name="connsiteX70" fmla="*/ 0 w 2242827"/>
              <a:gd name="connsiteY70" fmla="*/ 733782 h 2102966"/>
              <a:gd name="connsiteX71" fmla="*/ 863057 w 2242827"/>
              <a:gd name="connsiteY71" fmla="*/ 30169 h 2102966"/>
              <a:gd name="connsiteX72" fmla="*/ 743692 w 2242827"/>
              <a:gd name="connsiteY72" fmla="*/ 0 h 2102966"/>
              <a:gd name="connsiteX73" fmla="*/ 765973 w 2242827"/>
              <a:gd name="connsiteY73" fmla="*/ 0 h 2102966"/>
              <a:gd name="connsiteX74" fmla="*/ 764957 w 2242827"/>
              <a:gd name="connsiteY74" fmla="*/ 10048 h 2102966"/>
              <a:gd name="connsiteX75" fmla="*/ 0 w 2242827"/>
              <a:gd name="connsiteY75" fmla="*/ 633662 h 2102966"/>
              <a:gd name="connsiteX76" fmla="*/ 0 w 2242827"/>
              <a:gd name="connsiteY76" fmla="*/ 611386 h 2102966"/>
              <a:gd name="connsiteX77" fmla="*/ 743129 w 2242827"/>
              <a:gd name="connsiteY77" fmla="*/ 5570 h 2102966"/>
              <a:gd name="connsiteX78" fmla="*/ 617163 w 2242827"/>
              <a:gd name="connsiteY78" fmla="*/ 0 h 2102966"/>
              <a:gd name="connsiteX79" fmla="*/ 640489 w 2242827"/>
              <a:gd name="connsiteY79" fmla="*/ 0 h 2102966"/>
              <a:gd name="connsiteX80" fmla="*/ 606611 w 2242827"/>
              <a:gd name="connsiteY80" fmla="*/ 108906 h 2102966"/>
              <a:gd name="connsiteX81" fmla="*/ 0 w 2242827"/>
              <a:gd name="connsiteY81" fmla="*/ 511248 h 2102966"/>
              <a:gd name="connsiteX82" fmla="*/ 0 w 2242827"/>
              <a:gd name="connsiteY82" fmla="*/ 488972 h 2102966"/>
              <a:gd name="connsiteX83" fmla="*/ 585980 w 2242827"/>
              <a:gd name="connsiteY83" fmla="*/ 100252 h 2102966"/>
              <a:gd name="connsiteX84" fmla="*/ 489561 w 2242827"/>
              <a:gd name="connsiteY84" fmla="*/ 0 h 2102966"/>
              <a:gd name="connsiteX85" fmla="*/ 512789 w 2242827"/>
              <a:gd name="connsiteY85" fmla="*/ 0 h 2102966"/>
              <a:gd name="connsiteX86" fmla="*/ 493721 w 2242827"/>
              <a:gd name="connsiteY86" fmla="*/ 61289 h 2102966"/>
              <a:gd name="connsiteX87" fmla="*/ 0 w 2242827"/>
              <a:gd name="connsiteY87" fmla="*/ 388735 h 2102966"/>
              <a:gd name="connsiteX88" fmla="*/ 0 w 2242827"/>
              <a:gd name="connsiteY88" fmla="*/ 366459 h 2102966"/>
              <a:gd name="connsiteX89" fmla="*/ 473199 w 2242827"/>
              <a:gd name="connsiteY89" fmla="*/ 52587 h 2102966"/>
              <a:gd name="connsiteX90" fmla="*/ 361966 w 2242827"/>
              <a:gd name="connsiteY90" fmla="*/ 0 h 2102966"/>
              <a:gd name="connsiteX91" fmla="*/ 385181 w 2242827"/>
              <a:gd name="connsiteY91" fmla="*/ 0 h 2102966"/>
              <a:gd name="connsiteX92" fmla="*/ 380937 w 2242827"/>
              <a:gd name="connsiteY92" fmla="*/ 13636 h 2102966"/>
              <a:gd name="connsiteX93" fmla="*/ 0 w 2242827"/>
              <a:gd name="connsiteY93" fmla="*/ 266328 h 2102966"/>
              <a:gd name="connsiteX94" fmla="*/ 0 w 2242827"/>
              <a:gd name="connsiteY94" fmla="*/ 244052 h 2102966"/>
              <a:gd name="connsiteX95" fmla="*/ 360416 w 2242827"/>
              <a:gd name="connsiteY95" fmla="*/ 4982 h 2102966"/>
              <a:gd name="connsiteX96" fmla="*/ 218905 w 2242827"/>
              <a:gd name="connsiteY96" fmla="*/ 0 h 2102966"/>
              <a:gd name="connsiteX97" fmla="*/ 249720 w 2242827"/>
              <a:gd name="connsiteY97" fmla="*/ 0 h 2102966"/>
              <a:gd name="connsiteX98" fmla="*/ 241311 w 2242827"/>
              <a:gd name="connsiteY98" fmla="*/ 15475 h 2102966"/>
              <a:gd name="connsiteX99" fmla="*/ 0 w 2242827"/>
              <a:gd name="connsiteY99" fmla="*/ 143932 h 2102966"/>
              <a:gd name="connsiteX100" fmla="*/ 0 w 2242827"/>
              <a:gd name="connsiteY100" fmla="*/ 121656 h 2102966"/>
              <a:gd name="connsiteX101" fmla="*/ 189966 w 2242827"/>
              <a:gd name="connsiteY101" fmla="*/ 42875 h 21029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</a:cxnLst>
            <a:rect l="l" t="t" r="r" b="b"/>
            <a:pathLst>
              <a:path w="2242827" h="2102966">
                <a:moveTo>
                  <a:pt x="2220549" y="0"/>
                </a:moveTo>
                <a:lnTo>
                  <a:pt x="2242827" y="0"/>
                </a:lnTo>
                <a:lnTo>
                  <a:pt x="2238641" y="82607"/>
                </a:lnTo>
                <a:cubicBezTo>
                  <a:pt x="2123193" y="1215807"/>
                  <a:pt x="1163255" y="2102966"/>
                  <a:pt x="1" y="2102966"/>
                </a:cubicBezTo>
                <a:lnTo>
                  <a:pt x="1" y="2080690"/>
                </a:lnTo>
                <a:cubicBezTo>
                  <a:pt x="1151759" y="2080690"/>
                  <a:pt x="2102176" y="1202330"/>
                  <a:pt x="2216479" y="80336"/>
                </a:cubicBezTo>
                <a:close/>
                <a:moveTo>
                  <a:pt x="2098030" y="0"/>
                </a:moveTo>
                <a:lnTo>
                  <a:pt x="2120412" y="0"/>
                </a:lnTo>
                <a:lnTo>
                  <a:pt x="2116859" y="70117"/>
                </a:lnTo>
                <a:cubicBezTo>
                  <a:pt x="2007691" y="1141666"/>
                  <a:pt x="1099966" y="1980571"/>
                  <a:pt x="1" y="1980571"/>
                </a:cubicBezTo>
                <a:lnTo>
                  <a:pt x="1" y="1958295"/>
                </a:lnTo>
                <a:cubicBezTo>
                  <a:pt x="1088470" y="1958295"/>
                  <a:pt x="1986577" y="1128187"/>
                  <a:pt x="2094588" y="67938"/>
                </a:cubicBezTo>
                <a:close/>
                <a:moveTo>
                  <a:pt x="1975608" y="0"/>
                </a:moveTo>
                <a:lnTo>
                  <a:pt x="1997887" y="0"/>
                </a:lnTo>
                <a:lnTo>
                  <a:pt x="1994968" y="57611"/>
                </a:lnTo>
                <a:cubicBezTo>
                  <a:pt x="1892090" y="1067493"/>
                  <a:pt x="1036676" y="1858047"/>
                  <a:pt x="1" y="1858047"/>
                </a:cubicBezTo>
                <a:lnTo>
                  <a:pt x="1" y="1835771"/>
                </a:lnTo>
                <a:cubicBezTo>
                  <a:pt x="1025181" y="1835771"/>
                  <a:pt x="1871073" y="1053919"/>
                  <a:pt x="1972805" y="55322"/>
                </a:cubicBezTo>
                <a:close/>
                <a:moveTo>
                  <a:pt x="1853193" y="0"/>
                </a:moveTo>
                <a:lnTo>
                  <a:pt x="1875472" y="0"/>
                </a:lnTo>
                <a:lnTo>
                  <a:pt x="1873186" y="45119"/>
                </a:lnTo>
                <a:cubicBezTo>
                  <a:pt x="1776588" y="993350"/>
                  <a:pt x="973388" y="1735650"/>
                  <a:pt x="0" y="1735650"/>
                </a:cubicBezTo>
                <a:lnTo>
                  <a:pt x="0" y="1713374"/>
                </a:lnTo>
                <a:cubicBezTo>
                  <a:pt x="961784" y="1713374"/>
                  <a:pt x="1755557" y="979877"/>
                  <a:pt x="1851022" y="42848"/>
                </a:cubicBezTo>
                <a:close/>
                <a:moveTo>
                  <a:pt x="1730668" y="0"/>
                </a:moveTo>
                <a:lnTo>
                  <a:pt x="1753056" y="0"/>
                </a:lnTo>
                <a:lnTo>
                  <a:pt x="1751404" y="32610"/>
                </a:lnTo>
                <a:cubicBezTo>
                  <a:pt x="1661086" y="919190"/>
                  <a:pt x="910098" y="1613232"/>
                  <a:pt x="0" y="1613232"/>
                </a:cubicBezTo>
                <a:lnTo>
                  <a:pt x="0" y="1590961"/>
                </a:lnTo>
                <a:cubicBezTo>
                  <a:pt x="898495" y="1590961"/>
                  <a:pt x="1639954" y="905712"/>
                  <a:pt x="1729127" y="30432"/>
                </a:cubicBezTo>
                <a:close/>
                <a:moveTo>
                  <a:pt x="1608247" y="0"/>
                </a:moveTo>
                <a:lnTo>
                  <a:pt x="1630525" y="0"/>
                </a:lnTo>
                <a:lnTo>
                  <a:pt x="1629507" y="20086"/>
                </a:lnTo>
                <a:cubicBezTo>
                  <a:pt x="1545469" y="844919"/>
                  <a:pt x="846701" y="1490712"/>
                  <a:pt x="0" y="1490712"/>
                </a:cubicBezTo>
                <a:lnTo>
                  <a:pt x="0" y="1468436"/>
                </a:lnTo>
                <a:cubicBezTo>
                  <a:pt x="835206" y="1468436"/>
                  <a:pt x="1524451" y="831445"/>
                  <a:pt x="1607345" y="17816"/>
                </a:cubicBezTo>
                <a:close/>
                <a:moveTo>
                  <a:pt x="1485833" y="0"/>
                </a:moveTo>
                <a:lnTo>
                  <a:pt x="1508109" y="0"/>
                </a:lnTo>
                <a:lnTo>
                  <a:pt x="1507724" y="7596"/>
                </a:lnTo>
                <a:cubicBezTo>
                  <a:pt x="1429966" y="770778"/>
                  <a:pt x="783416" y="1368317"/>
                  <a:pt x="0" y="1368317"/>
                </a:cubicBezTo>
                <a:lnTo>
                  <a:pt x="0" y="1346041"/>
                </a:lnTo>
                <a:cubicBezTo>
                  <a:pt x="771917" y="1346041"/>
                  <a:pt x="1408949" y="757304"/>
                  <a:pt x="1485563" y="5325"/>
                </a:cubicBezTo>
                <a:close/>
                <a:moveTo>
                  <a:pt x="1362591" y="0"/>
                </a:moveTo>
                <a:lnTo>
                  <a:pt x="1385194" y="0"/>
                </a:lnTo>
                <a:lnTo>
                  <a:pt x="1364797" y="133264"/>
                </a:lnTo>
                <a:cubicBezTo>
                  <a:pt x="1234684" y="767432"/>
                  <a:pt x="672215" y="1245917"/>
                  <a:pt x="0" y="1245917"/>
                </a:cubicBezTo>
                <a:lnTo>
                  <a:pt x="0" y="1223641"/>
                </a:lnTo>
                <a:cubicBezTo>
                  <a:pt x="661385" y="1223641"/>
                  <a:pt x="1214835" y="752908"/>
                  <a:pt x="1342864" y="128894"/>
                </a:cubicBezTo>
                <a:close/>
                <a:moveTo>
                  <a:pt x="1238878" y="0"/>
                </a:moveTo>
                <a:lnTo>
                  <a:pt x="1261388" y="0"/>
                </a:lnTo>
                <a:lnTo>
                  <a:pt x="1244763" y="108614"/>
                </a:lnTo>
                <a:cubicBezTo>
                  <a:pt x="1126083" y="687031"/>
                  <a:pt x="613049" y="1123397"/>
                  <a:pt x="0" y="1123397"/>
                </a:cubicBezTo>
                <a:lnTo>
                  <a:pt x="0" y="1101121"/>
                </a:lnTo>
                <a:cubicBezTo>
                  <a:pt x="602316" y="1101121"/>
                  <a:pt x="1106344" y="672419"/>
                  <a:pt x="1222940" y="104135"/>
                </a:cubicBezTo>
                <a:close/>
                <a:moveTo>
                  <a:pt x="1115178" y="0"/>
                </a:moveTo>
                <a:lnTo>
                  <a:pt x="1137688" y="0"/>
                </a:lnTo>
                <a:lnTo>
                  <a:pt x="1124836" y="83962"/>
                </a:lnTo>
                <a:cubicBezTo>
                  <a:pt x="1017592" y="606647"/>
                  <a:pt x="553979" y="1000978"/>
                  <a:pt x="0" y="1000978"/>
                </a:cubicBezTo>
                <a:lnTo>
                  <a:pt x="0" y="978703"/>
                </a:lnTo>
                <a:cubicBezTo>
                  <a:pt x="543246" y="978703"/>
                  <a:pt x="997852" y="592039"/>
                  <a:pt x="1103012" y="79485"/>
                </a:cubicBezTo>
                <a:close/>
                <a:moveTo>
                  <a:pt x="991375" y="0"/>
                </a:moveTo>
                <a:lnTo>
                  <a:pt x="1013997" y="0"/>
                </a:lnTo>
                <a:lnTo>
                  <a:pt x="1004915" y="59331"/>
                </a:lnTo>
                <a:cubicBezTo>
                  <a:pt x="909100" y="526286"/>
                  <a:pt x="494909" y="878583"/>
                  <a:pt x="0" y="878583"/>
                </a:cubicBezTo>
                <a:lnTo>
                  <a:pt x="0" y="856307"/>
                </a:lnTo>
                <a:cubicBezTo>
                  <a:pt x="484176" y="856307"/>
                  <a:pt x="889272" y="511676"/>
                  <a:pt x="982981" y="54853"/>
                </a:cubicBezTo>
                <a:close/>
                <a:moveTo>
                  <a:pt x="866108" y="0"/>
                </a:moveTo>
                <a:lnTo>
                  <a:pt x="888384" y="0"/>
                </a:lnTo>
                <a:lnTo>
                  <a:pt x="884876" y="34680"/>
                </a:lnTo>
                <a:cubicBezTo>
                  <a:pt x="800495" y="445883"/>
                  <a:pt x="435739" y="756058"/>
                  <a:pt x="0" y="756058"/>
                </a:cubicBezTo>
                <a:lnTo>
                  <a:pt x="0" y="733782"/>
                </a:lnTo>
                <a:cubicBezTo>
                  <a:pt x="425107" y="733782"/>
                  <a:pt x="780781" y="431187"/>
                  <a:pt x="863057" y="30169"/>
                </a:cubicBezTo>
                <a:close/>
                <a:moveTo>
                  <a:pt x="743692" y="0"/>
                </a:moveTo>
                <a:lnTo>
                  <a:pt x="765973" y="0"/>
                </a:lnTo>
                <a:lnTo>
                  <a:pt x="764957" y="10048"/>
                </a:lnTo>
                <a:cubicBezTo>
                  <a:pt x="692029" y="365521"/>
                  <a:pt x="376767" y="633662"/>
                  <a:pt x="0" y="633662"/>
                </a:cubicBezTo>
                <a:lnTo>
                  <a:pt x="0" y="611386"/>
                </a:lnTo>
                <a:cubicBezTo>
                  <a:pt x="365938" y="611386"/>
                  <a:pt x="672265" y="350911"/>
                  <a:pt x="743129" y="5570"/>
                </a:cubicBezTo>
                <a:close/>
                <a:moveTo>
                  <a:pt x="617163" y="0"/>
                </a:moveTo>
                <a:lnTo>
                  <a:pt x="640489" y="0"/>
                </a:lnTo>
                <a:lnTo>
                  <a:pt x="606611" y="108906"/>
                </a:lnTo>
                <a:cubicBezTo>
                  <a:pt x="506524" y="345128"/>
                  <a:pt x="272312" y="511248"/>
                  <a:pt x="0" y="511248"/>
                </a:cubicBezTo>
                <a:lnTo>
                  <a:pt x="0" y="488972"/>
                </a:lnTo>
                <a:cubicBezTo>
                  <a:pt x="263030" y="488972"/>
                  <a:pt x="489290" y="328485"/>
                  <a:pt x="585980" y="100252"/>
                </a:cubicBezTo>
                <a:close/>
                <a:moveTo>
                  <a:pt x="489561" y="0"/>
                </a:moveTo>
                <a:lnTo>
                  <a:pt x="512789" y="0"/>
                </a:lnTo>
                <a:lnTo>
                  <a:pt x="493721" y="61289"/>
                </a:lnTo>
                <a:cubicBezTo>
                  <a:pt x="412246" y="253561"/>
                  <a:pt x="221597" y="388735"/>
                  <a:pt x="0" y="388735"/>
                </a:cubicBezTo>
                <a:lnTo>
                  <a:pt x="0" y="366459"/>
                </a:lnTo>
                <a:cubicBezTo>
                  <a:pt x="212399" y="366459"/>
                  <a:pt x="395116" y="236854"/>
                  <a:pt x="473199" y="52587"/>
                </a:cubicBezTo>
                <a:close/>
                <a:moveTo>
                  <a:pt x="361966" y="0"/>
                </a:moveTo>
                <a:lnTo>
                  <a:pt x="385181" y="0"/>
                </a:lnTo>
                <a:lnTo>
                  <a:pt x="380937" y="13636"/>
                </a:lnTo>
                <a:cubicBezTo>
                  <a:pt x="318070" y="161973"/>
                  <a:pt x="170965" y="266328"/>
                  <a:pt x="0" y="266328"/>
                </a:cubicBezTo>
                <a:lnTo>
                  <a:pt x="0" y="244052"/>
                </a:lnTo>
                <a:cubicBezTo>
                  <a:pt x="161767" y="244052"/>
                  <a:pt x="300940" y="145329"/>
                  <a:pt x="360416" y="4982"/>
                </a:cubicBezTo>
                <a:close/>
                <a:moveTo>
                  <a:pt x="218905" y="0"/>
                </a:moveTo>
                <a:lnTo>
                  <a:pt x="249720" y="0"/>
                </a:lnTo>
                <a:lnTo>
                  <a:pt x="241311" y="15475"/>
                </a:lnTo>
                <a:cubicBezTo>
                  <a:pt x="188962" y="92909"/>
                  <a:pt x="100349" y="143932"/>
                  <a:pt x="0" y="143932"/>
                </a:cubicBezTo>
                <a:lnTo>
                  <a:pt x="0" y="121656"/>
                </a:lnTo>
                <a:cubicBezTo>
                  <a:pt x="74091" y="121656"/>
                  <a:pt x="141290" y="91533"/>
                  <a:pt x="189966" y="42875"/>
                </a:cubicBezTo>
                <a:close/>
              </a:path>
            </a:pathLst>
          </a:custGeom>
          <a:solidFill>
            <a:schemeClr val="accent3">
              <a:lumMod val="20000"/>
              <a:lumOff val="80000"/>
            </a:schemeClr>
          </a:solidFill>
          <a:ln w="4588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A52D64F1-27B6-A1E5-4F44-A6029FAB307B}"/>
              </a:ext>
            </a:extLst>
          </p:cNvPr>
          <p:cNvSpPr/>
          <p:nvPr userDrawn="1"/>
        </p:nvSpPr>
        <p:spPr>
          <a:xfrm flipH="1" flipV="1">
            <a:off x="9949173" y="4755034"/>
            <a:ext cx="2242827" cy="2102966"/>
          </a:xfrm>
          <a:custGeom>
            <a:avLst/>
            <a:gdLst>
              <a:gd name="connsiteX0" fmla="*/ 2220549 w 2242827"/>
              <a:gd name="connsiteY0" fmla="*/ 0 h 2102966"/>
              <a:gd name="connsiteX1" fmla="*/ 2242827 w 2242827"/>
              <a:gd name="connsiteY1" fmla="*/ 0 h 2102966"/>
              <a:gd name="connsiteX2" fmla="*/ 2238641 w 2242827"/>
              <a:gd name="connsiteY2" fmla="*/ 82607 h 2102966"/>
              <a:gd name="connsiteX3" fmla="*/ 1 w 2242827"/>
              <a:gd name="connsiteY3" fmla="*/ 2102966 h 2102966"/>
              <a:gd name="connsiteX4" fmla="*/ 1 w 2242827"/>
              <a:gd name="connsiteY4" fmla="*/ 2080690 h 2102966"/>
              <a:gd name="connsiteX5" fmla="*/ 2216479 w 2242827"/>
              <a:gd name="connsiteY5" fmla="*/ 80336 h 2102966"/>
              <a:gd name="connsiteX6" fmla="*/ 2098030 w 2242827"/>
              <a:gd name="connsiteY6" fmla="*/ 0 h 2102966"/>
              <a:gd name="connsiteX7" fmla="*/ 2120412 w 2242827"/>
              <a:gd name="connsiteY7" fmla="*/ 0 h 2102966"/>
              <a:gd name="connsiteX8" fmla="*/ 2116859 w 2242827"/>
              <a:gd name="connsiteY8" fmla="*/ 70117 h 2102966"/>
              <a:gd name="connsiteX9" fmla="*/ 1 w 2242827"/>
              <a:gd name="connsiteY9" fmla="*/ 1980571 h 2102966"/>
              <a:gd name="connsiteX10" fmla="*/ 1 w 2242827"/>
              <a:gd name="connsiteY10" fmla="*/ 1958295 h 2102966"/>
              <a:gd name="connsiteX11" fmla="*/ 2094588 w 2242827"/>
              <a:gd name="connsiteY11" fmla="*/ 67938 h 2102966"/>
              <a:gd name="connsiteX12" fmla="*/ 1975608 w 2242827"/>
              <a:gd name="connsiteY12" fmla="*/ 0 h 2102966"/>
              <a:gd name="connsiteX13" fmla="*/ 1997887 w 2242827"/>
              <a:gd name="connsiteY13" fmla="*/ 0 h 2102966"/>
              <a:gd name="connsiteX14" fmla="*/ 1994968 w 2242827"/>
              <a:gd name="connsiteY14" fmla="*/ 57611 h 2102966"/>
              <a:gd name="connsiteX15" fmla="*/ 1 w 2242827"/>
              <a:gd name="connsiteY15" fmla="*/ 1858047 h 2102966"/>
              <a:gd name="connsiteX16" fmla="*/ 1 w 2242827"/>
              <a:gd name="connsiteY16" fmla="*/ 1835771 h 2102966"/>
              <a:gd name="connsiteX17" fmla="*/ 1972805 w 2242827"/>
              <a:gd name="connsiteY17" fmla="*/ 55322 h 2102966"/>
              <a:gd name="connsiteX18" fmla="*/ 1853193 w 2242827"/>
              <a:gd name="connsiteY18" fmla="*/ 0 h 2102966"/>
              <a:gd name="connsiteX19" fmla="*/ 1875472 w 2242827"/>
              <a:gd name="connsiteY19" fmla="*/ 0 h 2102966"/>
              <a:gd name="connsiteX20" fmla="*/ 1873186 w 2242827"/>
              <a:gd name="connsiteY20" fmla="*/ 45119 h 2102966"/>
              <a:gd name="connsiteX21" fmla="*/ 0 w 2242827"/>
              <a:gd name="connsiteY21" fmla="*/ 1735650 h 2102966"/>
              <a:gd name="connsiteX22" fmla="*/ 0 w 2242827"/>
              <a:gd name="connsiteY22" fmla="*/ 1713374 h 2102966"/>
              <a:gd name="connsiteX23" fmla="*/ 1851022 w 2242827"/>
              <a:gd name="connsiteY23" fmla="*/ 42848 h 2102966"/>
              <a:gd name="connsiteX24" fmla="*/ 1730668 w 2242827"/>
              <a:gd name="connsiteY24" fmla="*/ 0 h 2102966"/>
              <a:gd name="connsiteX25" fmla="*/ 1753056 w 2242827"/>
              <a:gd name="connsiteY25" fmla="*/ 0 h 2102966"/>
              <a:gd name="connsiteX26" fmla="*/ 1751404 w 2242827"/>
              <a:gd name="connsiteY26" fmla="*/ 32610 h 2102966"/>
              <a:gd name="connsiteX27" fmla="*/ 0 w 2242827"/>
              <a:gd name="connsiteY27" fmla="*/ 1613232 h 2102966"/>
              <a:gd name="connsiteX28" fmla="*/ 0 w 2242827"/>
              <a:gd name="connsiteY28" fmla="*/ 1590961 h 2102966"/>
              <a:gd name="connsiteX29" fmla="*/ 1729127 w 2242827"/>
              <a:gd name="connsiteY29" fmla="*/ 30432 h 2102966"/>
              <a:gd name="connsiteX30" fmla="*/ 1608247 w 2242827"/>
              <a:gd name="connsiteY30" fmla="*/ 0 h 2102966"/>
              <a:gd name="connsiteX31" fmla="*/ 1630525 w 2242827"/>
              <a:gd name="connsiteY31" fmla="*/ 0 h 2102966"/>
              <a:gd name="connsiteX32" fmla="*/ 1629507 w 2242827"/>
              <a:gd name="connsiteY32" fmla="*/ 20086 h 2102966"/>
              <a:gd name="connsiteX33" fmla="*/ 0 w 2242827"/>
              <a:gd name="connsiteY33" fmla="*/ 1490712 h 2102966"/>
              <a:gd name="connsiteX34" fmla="*/ 0 w 2242827"/>
              <a:gd name="connsiteY34" fmla="*/ 1468436 h 2102966"/>
              <a:gd name="connsiteX35" fmla="*/ 1607345 w 2242827"/>
              <a:gd name="connsiteY35" fmla="*/ 17816 h 2102966"/>
              <a:gd name="connsiteX36" fmla="*/ 1485833 w 2242827"/>
              <a:gd name="connsiteY36" fmla="*/ 0 h 2102966"/>
              <a:gd name="connsiteX37" fmla="*/ 1508109 w 2242827"/>
              <a:gd name="connsiteY37" fmla="*/ 0 h 2102966"/>
              <a:gd name="connsiteX38" fmla="*/ 1507724 w 2242827"/>
              <a:gd name="connsiteY38" fmla="*/ 7596 h 2102966"/>
              <a:gd name="connsiteX39" fmla="*/ 0 w 2242827"/>
              <a:gd name="connsiteY39" fmla="*/ 1368317 h 2102966"/>
              <a:gd name="connsiteX40" fmla="*/ 0 w 2242827"/>
              <a:gd name="connsiteY40" fmla="*/ 1346041 h 2102966"/>
              <a:gd name="connsiteX41" fmla="*/ 1485563 w 2242827"/>
              <a:gd name="connsiteY41" fmla="*/ 5325 h 2102966"/>
              <a:gd name="connsiteX42" fmla="*/ 1362591 w 2242827"/>
              <a:gd name="connsiteY42" fmla="*/ 0 h 2102966"/>
              <a:gd name="connsiteX43" fmla="*/ 1385194 w 2242827"/>
              <a:gd name="connsiteY43" fmla="*/ 0 h 2102966"/>
              <a:gd name="connsiteX44" fmla="*/ 1364797 w 2242827"/>
              <a:gd name="connsiteY44" fmla="*/ 133264 h 2102966"/>
              <a:gd name="connsiteX45" fmla="*/ 0 w 2242827"/>
              <a:gd name="connsiteY45" fmla="*/ 1245917 h 2102966"/>
              <a:gd name="connsiteX46" fmla="*/ 0 w 2242827"/>
              <a:gd name="connsiteY46" fmla="*/ 1223641 h 2102966"/>
              <a:gd name="connsiteX47" fmla="*/ 1342864 w 2242827"/>
              <a:gd name="connsiteY47" fmla="*/ 128894 h 2102966"/>
              <a:gd name="connsiteX48" fmla="*/ 1238878 w 2242827"/>
              <a:gd name="connsiteY48" fmla="*/ 0 h 2102966"/>
              <a:gd name="connsiteX49" fmla="*/ 1261388 w 2242827"/>
              <a:gd name="connsiteY49" fmla="*/ 0 h 2102966"/>
              <a:gd name="connsiteX50" fmla="*/ 1244763 w 2242827"/>
              <a:gd name="connsiteY50" fmla="*/ 108614 h 2102966"/>
              <a:gd name="connsiteX51" fmla="*/ 0 w 2242827"/>
              <a:gd name="connsiteY51" fmla="*/ 1123397 h 2102966"/>
              <a:gd name="connsiteX52" fmla="*/ 0 w 2242827"/>
              <a:gd name="connsiteY52" fmla="*/ 1101121 h 2102966"/>
              <a:gd name="connsiteX53" fmla="*/ 1222940 w 2242827"/>
              <a:gd name="connsiteY53" fmla="*/ 104135 h 2102966"/>
              <a:gd name="connsiteX54" fmla="*/ 1115178 w 2242827"/>
              <a:gd name="connsiteY54" fmla="*/ 0 h 2102966"/>
              <a:gd name="connsiteX55" fmla="*/ 1137688 w 2242827"/>
              <a:gd name="connsiteY55" fmla="*/ 0 h 2102966"/>
              <a:gd name="connsiteX56" fmla="*/ 1124836 w 2242827"/>
              <a:gd name="connsiteY56" fmla="*/ 83962 h 2102966"/>
              <a:gd name="connsiteX57" fmla="*/ 0 w 2242827"/>
              <a:gd name="connsiteY57" fmla="*/ 1000978 h 2102966"/>
              <a:gd name="connsiteX58" fmla="*/ 0 w 2242827"/>
              <a:gd name="connsiteY58" fmla="*/ 978703 h 2102966"/>
              <a:gd name="connsiteX59" fmla="*/ 1103012 w 2242827"/>
              <a:gd name="connsiteY59" fmla="*/ 79485 h 2102966"/>
              <a:gd name="connsiteX60" fmla="*/ 991375 w 2242827"/>
              <a:gd name="connsiteY60" fmla="*/ 0 h 2102966"/>
              <a:gd name="connsiteX61" fmla="*/ 1013997 w 2242827"/>
              <a:gd name="connsiteY61" fmla="*/ 0 h 2102966"/>
              <a:gd name="connsiteX62" fmla="*/ 1004915 w 2242827"/>
              <a:gd name="connsiteY62" fmla="*/ 59331 h 2102966"/>
              <a:gd name="connsiteX63" fmla="*/ 0 w 2242827"/>
              <a:gd name="connsiteY63" fmla="*/ 878583 h 2102966"/>
              <a:gd name="connsiteX64" fmla="*/ 0 w 2242827"/>
              <a:gd name="connsiteY64" fmla="*/ 856307 h 2102966"/>
              <a:gd name="connsiteX65" fmla="*/ 982981 w 2242827"/>
              <a:gd name="connsiteY65" fmla="*/ 54853 h 2102966"/>
              <a:gd name="connsiteX66" fmla="*/ 866108 w 2242827"/>
              <a:gd name="connsiteY66" fmla="*/ 0 h 2102966"/>
              <a:gd name="connsiteX67" fmla="*/ 888384 w 2242827"/>
              <a:gd name="connsiteY67" fmla="*/ 0 h 2102966"/>
              <a:gd name="connsiteX68" fmla="*/ 884876 w 2242827"/>
              <a:gd name="connsiteY68" fmla="*/ 34680 h 2102966"/>
              <a:gd name="connsiteX69" fmla="*/ 0 w 2242827"/>
              <a:gd name="connsiteY69" fmla="*/ 756058 h 2102966"/>
              <a:gd name="connsiteX70" fmla="*/ 0 w 2242827"/>
              <a:gd name="connsiteY70" fmla="*/ 733782 h 2102966"/>
              <a:gd name="connsiteX71" fmla="*/ 863057 w 2242827"/>
              <a:gd name="connsiteY71" fmla="*/ 30169 h 2102966"/>
              <a:gd name="connsiteX72" fmla="*/ 743692 w 2242827"/>
              <a:gd name="connsiteY72" fmla="*/ 0 h 2102966"/>
              <a:gd name="connsiteX73" fmla="*/ 765973 w 2242827"/>
              <a:gd name="connsiteY73" fmla="*/ 0 h 2102966"/>
              <a:gd name="connsiteX74" fmla="*/ 764957 w 2242827"/>
              <a:gd name="connsiteY74" fmla="*/ 10048 h 2102966"/>
              <a:gd name="connsiteX75" fmla="*/ 0 w 2242827"/>
              <a:gd name="connsiteY75" fmla="*/ 633662 h 2102966"/>
              <a:gd name="connsiteX76" fmla="*/ 0 w 2242827"/>
              <a:gd name="connsiteY76" fmla="*/ 611386 h 2102966"/>
              <a:gd name="connsiteX77" fmla="*/ 743129 w 2242827"/>
              <a:gd name="connsiteY77" fmla="*/ 5570 h 2102966"/>
              <a:gd name="connsiteX78" fmla="*/ 617163 w 2242827"/>
              <a:gd name="connsiteY78" fmla="*/ 0 h 2102966"/>
              <a:gd name="connsiteX79" fmla="*/ 640489 w 2242827"/>
              <a:gd name="connsiteY79" fmla="*/ 0 h 2102966"/>
              <a:gd name="connsiteX80" fmla="*/ 606611 w 2242827"/>
              <a:gd name="connsiteY80" fmla="*/ 108906 h 2102966"/>
              <a:gd name="connsiteX81" fmla="*/ 0 w 2242827"/>
              <a:gd name="connsiteY81" fmla="*/ 511248 h 2102966"/>
              <a:gd name="connsiteX82" fmla="*/ 0 w 2242827"/>
              <a:gd name="connsiteY82" fmla="*/ 488972 h 2102966"/>
              <a:gd name="connsiteX83" fmla="*/ 585980 w 2242827"/>
              <a:gd name="connsiteY83" fmla="*/ 100252 h 2102966"/>
              <a:gd name="connsiteX84" fmla="*/ 489561 w 2242827"/>
              <a:gd name="connsiteY84" fmla="*/ 0 h 2102966"/>
              <a:gd name="connsiteX85" fmla="*/ 512789 w 2242827"/>
              <a:gd name="connsiteY85" fmla="*/ 0 h 2102966"/>
              <a:gd name="connsiteX86" fmla="*/ 493721 w 2242827"/>
              <a:gd name="connsiteY86" fmla="*/ 61289 h 2102966"/>
              <a:gd name="connsiteX87" fmla="*/ 0 w 2242827"/>
              <a:gd name="connsiteY87" fmla="*/ 388735 h 2102966"/>
              <a:gd name="connsiteX88" fmla="*/ 0 w 2242827"/>
              <a:gd name="connsiteY88" fmla="*/ 366459 h 2102966"/>
              <a:gd name="connsiteX89" fmla="*/ 473199 w 2242827"/>
              <a:gd name="connsiteY89" fmla="*/ 52587 h 2102966"/>
              <a:gd name="connsiteX90" fmla="*/ 361966 w 2242827"/>
              <a:gd name="connsiteY90" fmla="*/ 0 h 2102966"/>
              <a:gd name="connsiteX91" fmla="*/ 385181 w 2242827"/>
              <a:gd name="connsiteY91" fmla="*/ 0 h 2102966"/>
              <a:gd name="connsiteX92" fmla="*/ 380937 w 2242827"/>
              <a:gd name="connsiteY92" fmla="*/ 13636 h 2102966"/>
              <a:gd name="connsiteX93" fmla="*/ 0 w 2242827"/>
              <a:gd name="connsiteY93" fmla="*/ 266328 h 2102966"/>
              <a:gd name="connsiteX94" fmla="*/ 0 w 2242827"/>
              <a:gd name="connsiteY94" fmla="*/ 244052 h 2102966"/>
              <a:gd name="connsiteX95" fmla="*/ 360416 w 2242827"/>
              <a:gd name="connsiteY95" fmla="*/ 4982 h 2102966"/>
              <a:gd name="connsiteX96" fmla="*/ 218905 w 2242827"/>
              <a:gd name="connsiteY96" fmla="*/ 0 h 2102966"/>
              <a:gd name="connsiteX97" fmla="*/ 249720 w 2242827"/>
              <a:gd name="connsiteY97" fmla="*/ 0 h 2102966"/>
              <a:gd name="connsiteX98" fmla="*/ 241311 w 2242827"/>
              <a:gd name="connsiteY98" fmla="*/ 15475 h 2102966"/>
              <a:gd name="connsiteX99" fmla="*/ 0 w 2242827"/>
              <a:gd name="connsiteY99" fmla="*/ 143932 h 2102966"/>
              <a:gd name="connsiteX100" fmla="*/ 0 w 2242827"/>
              <a:gd name="connsiteY100" fmla="*/ 121656 h 2102966"/>
              <a:gd name="connsiteX101" fmla="*/ 189966 w 2242827"/>
              <a:gd name="connsiteY101" fmla="*/ 42875 h 21029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</a:cxnLst>
            <a:rect l="l" t="t" r="r" b="b"/>
            <a:pathLst>
              <a:path w="2242827" h="2102966">
                <a:moveTo>
                  <a:pt x="2220549" y="0"/>
                </a:moveTo>
                <a:lnTo>
                  <a:pt x="2242827" y="0"/>
                </a:lnTo>
                <a:lnTo>
                  <a:pt x="2238641" y="82607"/>
                </a:lnTo>
                <a:cubicBezTo>
                  <a:pt x="2123193" y="1215807"/>
                  <a:pt x="1163255" y="2102966"/>
                  <a:pt x="1" y="2102966"/>
                </a:cubicBezTo>
                <a:lnTo>
                  <a:pt x="1" y="2080690"/>
                </a:lnTo>
                <a:cubicBezTo>
                  <a:pt x="1151759" y="2080690"/>
                  <a:pt x="2102176" y="1202330"/>
                  <a:pt x="2216479" y="80336"/>
                </a:cubicBezTo>
                <a:close/>
                <a:moveTo>
                  <a:pt x="2098030" y="0"/>
                </a:moveTo>
                <a:lnTo>
                  <a:pt x="2120412" y="0"/>
                </a:lnTo>
                <a:lnTo>
                  <a:pt x="2116859" y="70117"/>
                </a:lnTo>
                <a:cubicBezTo>
                  <a:pt x="2007691" y="1141666"/>
                  <a:pt x="1099966" y="1980571"/>
                  <a:pt x="1" y="1980571"/>
                </a:cubicBezTo>
                <a:lnTo>
                  <a:pt x="1" y="1958295"/>
                </a:lnTo>
                <a:cubicBezTo>
                  <a:pt x="1088470" y="1958295"/>
                  <a:pt x="1986577" y="1128187"/>
                  <a:pt x="2094588" y="67938"/>
                </a:cubicBezTo>
                <a:close/>
                <a:moveTo>
                  <a:pt x="1975608" y="0"/>
                </a:moveTo>
                <a:lnTo>
                  <a:pt x="1997887" y="0"/>
                </a:lnTo>
                <a:lnTo>
                  <a:pt x="1994968" y="57611"/>
                </a:lnTo>
                <a:cubicBezTo>
                  <a:pt x="1892090" y="1067493"/>
                  <a:pt x="1036676" y="1858047"/>
                  <a:pt x="1" y="1858047"/>
                </a:cubicBezTo>
                <a:lnTo>
                  <a:pt x="1" y="1835771"/>
                </a:lnTo>
                <a:cubicBezTo>
                  <a:pt x="1025181" y="1835771"/>
                  <a:pt x="1871073" y="1053919"/>
                  <a:pt x="1972805" y="55322"/>
                </a:cubicBezTo>
                <a:close/>
                <a:moveTo>
                  <a:pt x="1853193" y="0"/>
                </a:moveTo>
                <a:lnTo>
                  <a:pt x="1875472" y="0"/>
                </a:lnTo>
                <a:lnTo>
                  <a:pt x="1873186" y="45119"/>
                </a:lnTo>
                <a:cubicBezTo>
                  <a:pt x="1776588" y="993350"/>
                  <a:pt x="973388" y="1735650"/>
                  <a:pt x="0" y="1735650"/>
                </a:cubicBezTo>
                <a:lnTo>
                  <a:pt x="0" y="1713374"/>
                </a:lnTo>
                <a:cubicBezTo>
                  <a:pt x="961784" y="1713374"/>
                  <a:pt x="1755557" y="979877"/>
                  <a:pt x="1851022" y="42848"/>
                </a:cubicBezTo>
                <a:close/>
                <a:moveTo>
                  <a:pt x="1730668" y="0"/>
                </a:moveTo>
                <a:lnTo>
                  <a:pt x="1753056" y="0"/>
                </a:lnTo>
                <a:lnTo>
                  <a:pt x="1751404" y="32610"/>
                </a:lnTo>
                <a:cubicBezTo>
                  <a:pt x="1661086" y="919190"/>
                  <a:pt x="910098" y="1613232"/>
                  <a:pt x="0" y="1613232"/>
                </a:cubicBezTo>
                <a:lnTo>
                  <a:pt x="0" y="1590961"/>
                </a:lnTo>
                <a:cubicBezTo>
                  <a:pt x="898495" y="1590961"/>
                  <a:pt x="1639954" y="905712"/>
                  <a:pt x="1729127" y="30432"/>
                </a:cubicBezTo>
                <a:close/>
                <a:moveTo>
                  <a:pt x="1608247" y="0"/>
                </a:moveTo>
                <a:lnTo>
                  <a:pt x="1630525" y="0"/>
                </a:lnTo>
                <a:lnTo>
                  <a:pt x="1629507" y="20086"/>
                </a:lnTo>
                <a:cubicBezTo>
                  <a:pt x="1545469" y="844919"/>
                  <a:pt x="846701" y="1490712"/>
                  <a:pt x="0" y="1490712"/>
                </a:cubicBezTo>
                <a:lnTo>
                  <a:pt x="0" y="1468436"/>
                </a:lnTo>
                <a:cubicBezTo>
                  <a:pt x="835206" y="1468436"/>
                  <a:pt x="1524451" y="831445"/>
                  <a:pt x="1607345" y="17816"/>
                </a:cubicBezTo>
                <a:close/>
                <a:moveTo>
                  <a:pt x="1485833" y="0"/>
                </a:moveTo>
                <a:lnTo>
                  <a:pt x="1508109" y="0"/>
                </a:lnTo>
                <a:lnTo>
                  <a:pt x="1507724" y="7596"/>
                </a:lnTo>
                <a:cubicBezTo>
                  <a:pt x="1429966" y="770778"/>
                  <a:pt x="783416" y="1368317"/>
                  <a:pt x="0" y="1368317"/>
                </a:cubicBezTo>
                <a:lnTo>
                  <a:pt x="0" y="1346041"/>
                </a:lnTo>
                <a:cubicBezTo>
                  <a:pt x="771917" y="1346041"/>
                  <a:pt x="1408949" y="757304"/>
                  <a:pt x="1485563" y="5325"/>
                </a:cubicBezTo>
                <a:close/>
                <a:moveTo>
                  <a:pt x="1362591" y="0"/>
                </a:moveTo>
                <a:lnTo>
                  <a:pt x="1385194" y="0"/>
                </a:lnTo>
                <a:lnTo>
                  <a:pt x="1364797" y="133264"/>
                </a:lnTo>
                <a:cubicBezTo>
                  <a:pt x="1234684" y="767432"/>
                  <a:pt x="672215" y="1245917"/>
                  <a:pt x="0" y="1245917"/>
                </a:cubicBezTo>
                <a:lnTo>
                  <a:pt x="0" y="1223641"/>
                </a:lnTo>
                <a:cubicBezTo>
                  <a:pt x="661385" y="1223641"/>
                  <a:pt x="1214835" y="752908"/>
                  <a:pt x="1342864" y="128894"/>
                </a:cubicBezTo>
                <a:close/>
                <a:moveTo>
                  <a:pt x="1238878" y="0"/>
                </a:moveTo>
                <a:lnTo>
                  <a:pt x="1261388" y="0"/>
                </a:lnTo>
                <a:lnTo>
                  <a:pt x="1244763" y="108614"/>
                </a:lnTo>
                <a:cubicBezTo>
                  <a:pt x="1126083" y="687031"/>
                  <a:pt x="613049" y="1123397"/>
                  <a:pt x="0" y="1123397"/>
                </a:cubicBezTo>
                <a:lnTo>
                  <a:pt x="0" y="1101121"/>
                </a:lnTo>
                <a:cubicBezTo>
                  <a:pt x="602316" y="1101121"/>
                  <a:pt x="1106344" y="672419"/>
                  <a:pt x="1222940" y="104135"/>
                </a:cubicBezTo>
                <a:close/>
                <a:moveTo>
                  <a:pt x="1115178" y="0"/>
                </a:moveTo>
                <a:lnTo>
                  <a:pt x="1137688" y="0"/>
                </a:lnTo>
                <a:lnTo>
                  <a:pt x="1124836" y="83962"/>
                </a:lnTo>
                <a:cubicBezTo>
                  <a:pt x="1017592" y="606647"/>
                  <a:pt x="553979" y="1000978"/>
                  <a:pt x="0" y="1000978"/>
                </a:cubicBezTo>
                <a:lnTo>
                  <a:pt x="0" y="978703"/>
                </a:lnTo>
                <a:cubicBezTo>
                  <a:pt x="543246" y="978703"/>
                  <a:pt x="997852" y="592039"/>
                  <a:pt x="1103012" y="79485"/>
                </a:cubicBezTo>
                <a:close/>
                <a:moveTo>
                  <a:pt x="991375" y="0"/>
                </a:moveTo>
                <a:lnTo>
                  <a:pt x="1013997" y="0"/>
                </a:lnTo>
                <a:lnTo>
                  <a:pt x="1004915" y="59331"/>
                </a:lnTo>
                <a:cubicBezTo>
                  <a:pt x="909100" y="526286"/>
                  <a:pt x="494909" y="878583"/>
                  <a:pt x="0" y="878583"/>
                </a:cubicBezTo>
                <a:lnTo>
                  <a:pt x="0" y="856307"/>
                </a:lnTo>
                <a:cubicBezTo>
                  <a:pt x="484176" y="856307"/>
                  <a:pt x="889272" y="511676"/>
                  <a:pt x="982981" y="54853"/>
                </a:cubicBezTo>
                <a:close/>
                <a:moveTo>
                  <a:pt x="866108" y="0"/>
                </a:moveTo>
                <a:lnTo>
                  <a:pt x="888384" y="0"/>
                </a:lnTo>
                <a:lnTo>
                  <a:pt x="884876" y="34680"/>
                </a:lnTo>
                <a:cubicBezTo>
                  <a:pt x="800495" y="445883"/>
                  <a:pt x="435739" y="756058"/>
                  <a:pt x="0" y="756058"/>
                </a:cubicBezTo>
                <a:lnTo>
                  <a:pt x="0" y="733782"/>
                </a:lnTo>
                <a:cubicBezTo>
                  <a:pt x="425107" y="733782"/>
                  <a:pt x="780781" y="431187"/>
                  <a:pt x="863057" y="30169"/>
                </a:cubicBezTo>
                <a:close/>
                <a:moveTo>
                  <a:pt x="743692" y="0"/>
                </a:moveTo>
                <a:lnTo>
                  <a:pt x="765973" y="0"/>
                </a:lnTo>
                <a:lnTo>
                  <a:pt x="764957" y="10048"/>
                </a:lnTo>
                <a:cubicBezTo>
                  <a:pt x="692029" y="365521"/>
                  <a:pt x="376767" y="633662"/>
                  <a:pt x="0" y="633662"/>
                </a:cubicBezTo>
                <a:lnTo>
                  <a:pt x="0" y="611386"/>
                </a:lnTo>
                <a:cubicBezTo>
                  <a:pt x="365938" y="611386"/>
                  <a:pt x="672265" y="350911"/>
                  <a:pt x="743129" y="5570"/>
                </a:cubicBezTo>
                <a:close/>
                <a:moveTo>
                  <a:pt x="617163" y="0"/>
                </a:moveTo>
                <a:lnTo>
                  <a:pt x="640489" y="0"/>
                </a:lnTo>
                <a:lnTo>
                  <a:pt x="606611" y="108906"/>
                </a:lnTo>
                <a:cubicBezTo>
                  <a:pt x="506524" y="345128"/>
                  <a:pt x="272312" y="511248"/>
                  <a:pt x="0" y="511248"/>
                </a:cubicBezTo>
                <a:lnTo>
                  <a:pt x="0" y="488972"/>
                </a:lnTo>
                <a:cubicBezTo>
                  <a:pt x="263030" y="488972"/>
                  <a:pt x="489290" y="328485"/>
                  <a:pt x="585980" y="100252"/>
                </a:cubicBezTo>
                <a:close/>
                <a:moveTo>
                  <a:pt x="489561" y="0"/>
                </a:moveTo>
                <a:lnTo>
                  <a:pt x="512789" y="0"/>
                </a:lnTo>
                <a:lnTo>
                  <a:pt x="493721" y="61289"/>
                </a:lnTo>
                <a:cubicBezTo>
                  <a:pt x="412246" y="253561"/>
                  <a:pt x="221597" y="388735"/>
                  <a:pt x="0" y="388735"/>
                </a:cubicBezTo>
                <a:lnTo>
                  <a:pt x="0" y="366459"/>
                </a:lnTo>
                <a:cubicBezTo>
                  <a:pt x="212399" y="366459"/>
                  <a:pt x="395116" y="236854"/>
                  <a:pt x="473199" y="52587"/>
                </a:cubicBezTo>
                <a:close/>
                <a:moveTo>
                  <a:pt x="361966" y="0"/>
                </a:moveTo>
                <a:lnTo>
                  <a:pt x="385181" y="0"/>
                </a:lnTo>
                <a:lnTo>
                  <a:pt x="380937" y="13636"/>
                </a:lnTo>
                <a:cubicBezTo>
                  <a:pt x="318070" y="161973"/>
                  <a:pt x="170965" y="266328"/>
                  <a:pt x="0" y="266328"/>
                </a:cubicBezTo>
                <a:lnTo>
                  <a:pt x="0" y="244052"/>
                </a:lnTo>
                <a:cubicBezTo>
                  <a:pt x="161767" y="244052"/>
                  <a:pt x="300940" y="145329"/>
                  <a:pt x="360416" y="4982"/>
                </a:cubicBezTo>
                <a:close/>
                <a:moveTo>
                  <a:pt x="218905" y="0"/>
                </a:moveTo>
                <a:lnTo>
                  <a:pt x="249720" y="0"/>
                </a:lnTo>
                <a:lnTo>
                  <a:pt x="241311" y="15475"/>
                </a:lnTo>
                <a:cubicBezTo>
                  <a:pt x="188962" y="92909"/>
                  <a:pt x="100349" y="143932"/>
                  <a:pt x="0" y="143932"/>
                </a:cubicBezTo>
                <a:lnTo>
                  <a:pt x="0" y="121656"/>
                </a:lnTo>
                <a:cubicBezTo>
                  <a:pt x="74091" y="121656"/>
                  <a:pt x="141290" y="91533"/>
                  <a:pt x="189966" y="42875"/>
                </a:cubicBezTo>
                <a:close/>
              </a:path>
            </a:pathLst>
          </a:custGeom>
          <a:solidFill>
            <a:schemeClr val="accent3">
              <a:lumMod val="20000"/>
              <a:lumOff val="80000"/>
            </a:schemeClr>
          </a:solidFill>
          <a:ln w="4588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71868441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reeform: Shape 5">
            <a:extLst>
              <a:ext uri="{FF2B5EF4-FFF2-40B4-BE49-F238E27FC236}">
                <a16:creationId xmlns:a16="http://schemas.microsoft.com/office/drawing/2014/main" id="{A626DE4B-D4E5-B36A-89FA-7C0E87AFC31D}"/>
              </a:ext>
            </a:extLst>
          </p:cNvPr>
          <p:cNvSpPr/>
          <p:nvPr userDrawn="1"/>
        </p:nvSpPr>
        <p:spPr>
          <a:xfrm>
            <a:off x="1" y="0"/>
            <a:ext cx="2242827" cy="2102966"/>
          </a:xfrm>
          <a:custGeom>
            <a:avLst/>
            <a:gdLst>
              <a:gd name="connsiteX0" fmla="*/ 2220549 w 2242827"/>
              <a:gd name="connsiteY0" fmla="*/ 0 h 2102966"/>
              <a:gd name="connsiteX1" fmla="*/ 2242827 w 2242827"/>
              <a:gd name="connsiteY1" fmla="*/ 0 h 2102966"/>
              <a:gd name="connsiteX2" fmla="*/ 2238641 w 2242827"/>
              <a:gd name="connsiteY2" fmla="*/ 82607 h 2102966"/>
              <a:gd name="connsiteX3" fmla="*/ 1 w 2242827"/>
              <a:gd name="connsiteY3" fmla="*/ 2102966 h 2102966"/>
              <a:gd name="connsiteX4" fmla="*/ 1 w 2242827"/>
              <a:gd name="connsiteY4" fmla="*/ 2080690 h 2102966"/>
              <a:gd name="connsiteX5" fmla="*/ 2216479 w 2242827"/>
              <a:gd name="connsiteY5" fmla="*/ 80336 h 2102966"/>
              <a:gd name="connsiteX6" fmla="*/ 2098030 w 2242827"/>
              <a:gd name="connsiteY6" fmla="*/ 0 h 2102966"/>
              <a:gd name="connsiteX7" fmla="*/ 2120412 w 2242827"/>
              <a:gd name="connsiteY7" fmla="*/ 0 h 2102966"/>
              <a:gd name="connsiteX8" fmla="*/ 2116859 w 2242827"/>
              <a:gd name="connsiteY8" fmla="*/ 70117 h 2102966"/>
              <a:gd name="connsiteX9" fmla="*/ 1 w 2242827"/>
              <a:gd name="connsiteY9" fmla="*/ 1980571 h 2102966"/>
              <a:gd name="connsiteX10" fmla="*/ 1 w 2242827"/>
              <a:gd name="connsiteY10" fmla="*/ 1958295 h 2102966"/>
              <a:gd name="connsiteX11" fmla="*/ 2094588 w 2242827"/>
              <a:gd name="connsiteY11" fmla="*/ 67938 h 2102966"/>
              <a:gd name="connsiteX12" fmla="*/ 1975608 w 2242827"/>
              <a:gd name="connsiteY12" fmla="*/ 0 h 2102966"/>
              <a:gd name="connsiteX13" fmla="*/ 1997887 w 2242827"/>
              <a:gd name="connsiteY13" fmla="*/ 0 h 2102966"/>
              <a:gd name="connsiteX14" fmla="*/ 1994968 w 2242827"/>
              <a:gd name="connsiteY14" fmla="*/ 57611 h 2102966"/>
              <a:gd name="connsiteX15" fmla="*/ 1 w 2242827"/>
              <a:gd name="connsiteY15" fmla="*/ 1858047 h 2102966"/>
              <a:gd name="connsiteX16" fmla="*/ 1 w 2242827"/>
              <a:gd name="connsiteY16" fmla="*/ 1835771 h 2102966"/>
              <a:gd name="connsiteX17" fmla="*/ 1972805 w 2242827"/>
              <a:gd name="connsiteY17" fmla="*/ 55322 h 2102966"/>
              <a:gd name="connsiteX18" fmla="*/ 1853193 w 2242827"/>
              <a:gd name="connsiteY18" fmla="*/ 0 h 2102966"/>
              <a:gd name="connsiteX19" fmla="*/ 1875472 w 2242827"/>
              <a:gd name="connsiteY19" fmla="*/ 0 h 2102966"/>
              <a:gd name="connsiteX20" fmla="*/ 1873186 w 2242827"/>
              <a:gd name="connsiteY20" fmla="*/ 45119 h 2102966"/>
              <a:gd name="connsiteX21" fmla="*/ 0 w 2242827"/>
              <a:gd name="connsiteY21" fmla="*/ 1735650 h 2102966"/>
              <a:gd name="connsiteX22" fmla="*/ 0 w 2242827"/>
              <a:gd name="connsiteY22" fmla="*/ 1713374 h 2102966"/>
              <a:gd name="connsiteX23" fmla="*/ 1851022 w 2242827"/>
              <a:gd name="connsiteY23" fmla="*/ 42848 h 2102966"/>
              <a:gd name="connsiteX24" fmla="*/ 1730668 w 2242827"/>
              <a:gd name="connsiteY24" fmla="*/ 0 h 2102966"/>
              <a:gd name="connsiteX25" fmla="*/ 1753056 w 2242827"/>
              <a:gd name="connsiteY25" fmla="*/ 0 h 2102966"/>
              <a:gd name="connsiteX26" fmla="*/ 1751404 w 2242827"/>
              <a:gd name="connsiteY26" fmla="*/ 32610 h 2102966"/>
              <a:gd name="connsiteX27" fmla="*/ 0 w 2242827"/>
              <a:gd name="connsiteY27" fmla="*/ 1613232 h 2102966"/>
              <a:gd name="connsiteX28" fmla="*/ 0 w 2242827"/>
              <a:gd name="connsiteY28" fmla="*/ 1590961 h 2102966"/>
              <a:gd name="connsiteX29" fmla="*/ 1729127 w 2242827"/>
              <a:gd name="connsiteY29" fmla="*/ 30432 h 2102966"/>
              <a:gd name="connsiteX30" fmla="*/ 1608247 w 2242827"/>
              <a:gd name="connsiteY30" fmla="*/ 0 h 2102966"/>
              <a:gd name="connsiteX31" fmla="*/ 1630525 w 2242827"/>
              <a:gd name="connsiteY31" fmla="*/ 0 h 2102966"/>
              <a:gd name="connsiteX32" fmla="*/ 1629507 w 2242827"/>
              <a:gd name="connsiteY32" fmla="*/ 20086 h 2102966"/>
              <a:gd name="connsiteX33" fmla="*/ 0 w 2242827"/>
              <a:gd name="connsiteY33" fmla="*/ 1490712 h 2102966"/>
              <a:gd name="connsiteX34" fmla="*/ 0 w 2242827"/>
              <a:gd name="connsiteY34" fmla="*/ 1468436 h 2102966"/>
              <a:gd name="connsiteX35" fmla="*/ 1607345 w 2242827"/>
              <a:gd name="connsiteY35" fmla="*/ 17816 h 2102966"/>
              <a:gd name="connsiteX36" fmla="*/ 1485833 w 2242827"/>
              <a:gd name="connsiteY36" fmla="*/ 0 h 2102966"/>
              <a:gd name="connsiteX37" fmla="*/ 1508109 w 2242827"/>
              <a:gd name="connsiteY37" fmla="*/ 0 h 2102966"/>
              <a:gd name="connsiteX38" fmla="*/ 1507724 w 2242827"/>
              <a:gd name="connsiteY38" fmla="*/ 7596 h 2102966"/>
              <a:gd name="connsiteX39" fmla="*/ 0 w 2242827"/>
              <a:gd name="connsiteY39" fmla="*/ 1368317 h 2102966"/>
              <a:gd name="connsiteX40" fmla="*/ 0 w 2242827"/>
              <a:gd name="connsiteY40" fmla="*/ 1346041 h 2102966"/>
              <a:gd name="connsiteX41" fmla="*/ 1485563 w 2242827"/>
              <a:gd name="connsiteY41" fmla="*/ 5325 h 2102966"/>
              <a:gd name="connsiteX42" fmla="*/ 1362591 w 2242827"/>
              <a:gd name="connsiteY42" fmla="*/ 0 h 2102966"/>
              <a:gd name="connsiteX43" fmla="*/ 1385194 w 2242827"/>
              <a:gd name="connsiteY43" fmla="*/ 0 h 2102966"/>
              <a:gd name="connsiteX44" fmla="*/ 1364797 w 2242827"/>
              <a:gd name="connsiteY44" fmla="*/ 133264 h 2102966"/>
              <a:gd name="connsiteX45" fmla="*/ 0 w 2242827"/>
              <a:gd name="connsiteY45" fmla="*/ 1245917 h 2102966"/>
              <a:gd name="connsiteX46" fmla="*/ 0 w 2242827"/>
              <a:gd name="connsiteY46" fmla="*/ 1223641 h 2102966"/>
              <a:gd name="connsiteX47" fmla="*/ 1342864 w 2242827"/>
              <a:gd name="connsiteY47" fmla="*/ 128894 h 2102966"/>
              <a:gd name="connsiteX48" fmla="*/ 1238878 w 2242827"/>
              <a:gd name="connsiteY48" fmla="*/ 0 h 2102966"/>
              <a:gd name="connsiteX49" fmla="*/ 1261388 w 2242827"/>
              <a:gd name="connsiteY49" fmla="*/ 0 h 2102966"/>
              <a:gd name="connsiteX50" fmla="*/ 1244763 w 2242827"/>
              <a:gd name="connsiteY50" fmla="*/ 108614 h 2102966"/>
              <a:gd name="connsiteX51" fmla="*/ 0 w 2242827"/>
              <a:gd name="connsiteY51" fmla="*/ 1123397 h 2102966"/>
              <a:gd name="connsiteX52" fmla="*/ 0 w 2242827"/>
              <a:gd name="connsiteY52" fmla="*/ 1101121 h 2102966"/>
              <a:gd name="connsiteX53" fmla="*/ 1222940 w 2242827"/>
              <a:gd name="connsiteY53" fmla="*/ 104135 h 2102966"/>
              <a:gd name="connsiteX54" fmla="*/ 1115178 w 2242827"/>
              <a:gd name="connsiteY54" fmla="*/ 0 h 2102966"/>
              <a:gd name="connsiteX55" fmla="*/ 1137688 w 2242827"/>
              <a:gd name="connsiteY55" fmla="*/ 0 h 2102966"/>
              <a:gd name="connsiteX56" fmla="*/ 1124836 w 2242827"/>
              <a:gd name="connsiteY56" fmla="*/ 83962 h 2102966"/>
              <a:gd name="connsiteX57" fmla="*/ 0 w 2242827"/>
              <a:gd name="connsiteY57" fmla="*/ 1000978 h 2102966"/>
              <a:gd name="connsiteX58" fmla="*/ 0 w 2242827"/>
              <a:gd name="connsiteY58" fmla="*/ 978703 h 2102966"/>
              <a:gd name="connsiteX59" fmla="*/ 1103012 w 2242827"/>
              <a:gd name="connsiteY59" fmla="*/ 79485 h 2102966"/>
              <a:gd name="connsiteX60" fmla="*/ 991375 w 2242827"/>
              <a:gd name="connsiteY60" fmla="*/ 0 h 2102966"/>
              <a:gd name="connsiteX61" fmla="*/ 1013997 w 2242827"/>
              <a:gd name="connsiteY61" fmla="*/ 0 h 2102966"/>
              <a:gd name="connsiteX62" fmla="*/ 1004915 w 2242827"/>
              <a:gd name="connsiteY62" fmla="*/ 59331 h 2102966"/>
              <a:gd name="connsiteX63" fmla="*/ 0 w 2242827"/>
              <a:gd name="connsiteY63" fmla="*/ 878583 h 2102966"/>
              <a:gd name="connsiteX64" fmla="*/ 0 w 2242827"/>
              <a:gd name="connsiteY64" fmla="*/ 856307 h 2102966"/>
              <a:gd name="connsiteX65" fmla="*/ 982981 w 2242827"/>
              <a:gd name="connsiteY65" fmla="*/ 54853 h 2102966"/>
              <a:gd name="connsiteX66" fmla="*/ 866108 w 2242827"/>
              <a:gd name="connsiteY66" fmla="*/ 0 h 2102966"/>
              <a:gd name="connsiteX67" fmla="*/ 888384 w 2242827"/>
              <a:gd name="connsiteY67" fmla="*/ 0 h 2102966"/>
              <a:gd name="connsiteX68" fmla="*/ 884876 w 2242827"/>
              <a:gd name="connsiteY68" fmla="*/ 34680 h 2102966"/>
              <a:gd name="connsiteX69" fmla="*/ 0 w 2242827"/>
              <a:gd name="connsiteY69" fmla="*/ 756058 h 2102966"/>
              <a:gd name="connsiteX70" fmla="*/ 0 w 2242827"/>
              <a:gd name="connsiteY70" fmla="*/ 733782 h 2102966"/>
              <a:gd name="connsiteX71" fmla="*/ 863057 w 2242827"/>
              <a:gd name="connsiteY71" fmla="*/ 30169 h 2102966"/>
              <a:gd name="connsiteX72" fmla="*/ 743692 w 2242827"/>
              <a:gd name="connsiteY72" fmla="*/ 0 h 2102966"/>
              <a:gd name="connsiteX73" fmla="*/ 765973 w 2242827"/>
              <a:gd name="connsiteY73" fmla="*/ 0 h 2102966"/>
              <a:gd name="connsiteX74" fmla="*/ 764957 w 2242827"/>
              <a:gd name="connsiteY74" fmla="*/ 10048 h 2102966"/>
              <a:gd name="connsiteX75" fmla="*/ 0 w 2242827"/>
              <a:gd name="connsiteY75" fmla="*/ 633662 h 2102966"/>
              <a:gd name="connsiteX76" fmla="*/ 0 w 2242827"/>
              <a:gd name="connsiteY76" fmla="*/ 611386 h 2102966"/>
              <a:gd name="connsiteX77" fmla="*/ 743129 w 2242827"/>
              <a:gd name="connsiteY77" fmla="*/ 5570 h 2102966"/>
              <a:gd name="connsiteX78" fmla="*/ 617163 w 2242827"/>
              <a:gd name="connsiteY78" fmla="*/ 0 h 2102966"/>
              <a:gd name="connsiteX79" fmla="*/ 640489 w 2242827"/>
              <a:gd name="connsiteY79" fmla="*/ 0 h 2102966"/>
              <a:gd name="connsiteX80" fmla="*/ 606611 w 2242827"/>
              <a:gd name="connsiteY80" fmla="*/ 108906 h 2102966"/>
              <a:gd name="connsiteX81" fmla="*/ 0 w 2242827"/>
              <a:gd name="connsiteY81" fmla="*/ 511248 h 2102966"/>
              <a:gd name="connsiteX82" fmla="*/ 0 w 2242827"/>
              <a:gd name="connsiteY82" fmla="*/ 488972 h 2102966"/>
              <a:gd name="connsiteX83" fmla="*/ 585980 w 2242827"/>
              <a:gd name="connsiteY83" fmla="*/ 100252 h 2102966"/>
              <a:gd name="connsiteX84" fmla="*/ 489561 w 2242827"/>
              <a:gd name="connsiteY84" fmla="*/ 0 h 2102966"/>
              <a:gd name="connsiteX85" fmla="*/ 512789 w 2242827"/>
              <a:gd name="connsiteY85" fmla="*/ 0 h 2102966"/>
              <a:gd name="connsiteX86" fmla="*/ 493721 w 2242827"/>
              <a:gd name="connsiteY86" fmla="*/ 61289 h 2102966"/>
              <a:gd name="connsiteX87" fmla="*/ 0 w 2242827"/>
              <a:gd name="connsiteY87" fmla="*/ 388735 h 2102966"/>
              <a:gd name="connsiteX88" fmla="*/ 0 w 2242827"/>
              <a:gd name="connsiteY88" fmla="*/ 366459 h 2102966"/>
              <a:gd name="connsiteX89" fmla="*/ 473199 w 2242827"/>
              <a:gd name="connsiteY89" fmla="*/ 52587 h 2102966"/>
              <a:gd name="connsiteX90" fmla="*/ 361966 w 2242827"/>
              <a:gd name="connsiteY90" fmla="*/ 0 h 2102966"/>
              <a:gd name="connsiteX91" fmla="*/ 385181 w 2242827"/>
              <a:gd name="connsiteY91" fmla="*/ 0 h 2102966"/>
              <a:gd name="connsiteX92" fmla="*/ 380937 w 2242827"/>
              <a:gd name="connsiteY92" fmla="*/ 13636 h 2102966"/>
              <a:gd name="connsiteX93" fmla="*/ 0 w 2242827"/>
              <a:gd name="connsiteY93" fmla="*/ 266328 h 2102966"/>
              <a:gd name="connsiteX94" fmla="*/ 0 w 2242827"/>
              <a:gd name="connsiteY94" fmla="*/ 244052 h 2102966"/>
              <a:gd name="connsiteX95" fmla="*/ 360416 w 2242827"/>
              <a:gd name="connsiteY95" fmla="*/ 4982 h 2102966"/>
              <a:gd name="connsiteX96" fmla="*/ 218905 w 2242827"/>
              <a:gd name="connsiteY96" fmla="*/ 0 h 2102966"/>
              <a:gd name="connsiteX97" fmla="*/ 249720 w 2242827"/>
              <a:gd name="connsiteY97" fmla="*/ 0 h 2102966"/>
              <a:gd name="connsiteX98" fmla="*/ 241311 w 2242827"/>
              <a:gd name="connsiteY98" fmla="*/ 15475 h 2102966"/>
              <a:gd name="connsiteX99" fmla="*/ 0 w 2242827"/>
              <a:gd name="connsiteY99" fmla="*/ 143932 h 2102966"/>
              <a:gd name="connsiteX100" fmla="*/ 0 w 2242827"/>
              <a:gd name="connsiteY100" fmla="*/ 121656 h 2102966"/>
              <a:gd name="connsiteX101" fmla="*/ 189966 w 2242827"/>
              <a:gd name="connsiteY101" fmla="*/ 42875 h 21029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</a:cxnLst>
            <a:rect l="l" t="t" r="r" b="b"/>
            <a:pathLst>
              <a:path w="2242827" h="2102966">
                <a:moveTo>
                  <a:pt x="2220549" y="0"/>
                </a:moveTo>
                <a:lnTo>
                  <a:pt x="2242827" y="0"/>
                </a:lnTo>
                <a:lnTo>
                  <a:pt x="2238641" y="82607"/>
                </a:lnTo>
                <a:cubicBezTo>
                  <a:pt x="2123193" y="1215807"/>
                  <a:pt x="1163255" y="2102966"/>
                  <a:pt x="1" y="2102966"/>
                </a:cubicBezTo>
                <a:lnTo>
                  <a:pt x="1" y="2080690"/>
                </a:lnTo>
                <a:cubicBezTo>
                  <a:pt x="1151759" y="2080690"/>
                  <a:pt x="2102176" y="1202330"/>
                  <a:pt x="2216479" y="80336"/>
                </a:cubicBezTo>
                <a:close/>
                <a:moveTo>
                  <a:pt x="2098030" y="0"/>
                </a:moveTo>
                <a:lnTo>
                  <a:pt x="2120412" y="0"/>
                </a:lnTo>
                <a:lnTo>
                  <a:pt x="2116859" y="70117"/>
                </a:lnTo>
                <a:cubicBezTo>
                  <a:pt x="2007691" y="1141666"/>
                  <a:pt x="1099966" y="1980571"/>
                  <a:pt x="1" y="1980571"/>
                </a:cubicBezTo>
                <a:lnTo>
                  <a:pt x="1" y="1958295"/>
                </a:lnTo>
                <a:cubicBezTo>
                  <a:pt x="1088470" y="1958295"/>
                  <a:pt x="1986577" y="1128187"/>
                  <a:pt x="2094588" y="67938"/>
                </a:cubicBezTo>
                <a:close/>
                <a:moveTo>
                  <a:pt x="1975608" y="0"/>
                </a:moveTo>
                <a:lnTo>
                  <a:pt x="1997887" y="0"/>
                </a:lnTo>
                <a:lnTo>
                  <a:pt x="1994968" y="57611"/>
                </a:lnTo>
                <a:cubicBezTo>
                  <a:pt x="1892090" y="1067493"/>
                  <a:pt x="1036676" y="1858047"/>
                  <a:pt x="1" y="1858047"/>
                </a:cubicBezTo>
                <a:lnTo>
                  <a:pt x="1" y="1835771"/>
                </a:lnTo>
                <a:cubicBezTo>
                  <a:pt x="1025181" y="1835771"/>
                  <a:pt x="1871073" y="1053919"/>
                  <a:pt x="1972805" y="55322"/>
                </a:cubicBezTo>
                <a:close/>
                <a:moveTo>
                  <a:pt x="1853193" y="0"/>
                </a:moveTo>
                <a:lnTo>
                  <a:pt x="1875472" y="0"/>
                </a:lnTo>
                <a:lnTo>
                  <a:pt x="1873186" y="45119"/>
                </a:lnTo>
                <a:cubicBezTo>
                  <a:pt x="1776588" y="993350"/>
                  <a:pt x="973388" y="1735650"/>
                  <a:pt x="0" y="1735650"/>
                </a:cubicBezTo>
                <a:lnTo>
                  <a:pt x="0" y="1713374"/>
                </a:lnTo>
                <a:cubicBezTo>
                  <a:pt x="961784" y="1713374"/>
                  <a:pt x="1755557" y="979877"/>
                  <a:pt x="1851022" y="42848"/>
                </a:cubicBezTo>
                <a:close/>
                <a:moveTo>
                  <a:pt x="1730668" y="0"/>
                </a:moveTo>
                <a:lnTo>
                  <a:pt x="1753056" y="0"/>
                </a:lnTo>
                <a:lnTo>
                  <a:pt x="1751404" y="32610"/>
                </a:lnTo>
                <a:cubicBezTo>
                  <a:pt x="1661086" y="919190"/>
                  <a:pt x="910098" y="1613232"/>
                  <a:pt x="0" y="1613232"/>
                </a:cubicBezTo>
                <a:lnTo>
                  <a:pt x="0" y="1590961"/>
                </a:lnTo>
                <a:cubicBezTo>
                  <a:pt x="898495" y="1590961"/>
                  <a:pt x="1639954" y="905712"/>
                  <a:pt x="1729127" y="30432"/>
                </a:cubicBezTo>
                <a:close/>
                <a:moveTo>
                  <a:pt x="1608247" y="0"/>
                </a:moveTo>
                <a:lnTo>
                  <a:pt x="1630525" y="0"/>
                </a:lnTo>
                <a:lnTo>
                  <a:pt x="1629507" y="20086"/>
                </a:lnTo>
                <a:cubicBezTo>
                  <a:pt x="1545469" y="844919"/>
                  <a:pt x="846701" y="1490712"/>
                  <a:pt x="0" y="1490712"/>
                </a:cubicBezTo>
                <a:lnTo>
                  <a:pt x="0" y="1468436"/>
                </a:lnTo>
                <a:cubicBezTo>
                  <a:pt x="835206" y="1468436"/>
                  <a:pt x="1524451" y="831445"/>
                  <a:pt x="1607345" y="17816"/>
                </a:cubicBezTo>
                <a:close/>
                <a:moveTo>
                  <a:pt x="1485833" y="0"/>
                </a:moveTo>
                <a:lnTo>
                  <a:pt x="1508109" y="0"/>
                </a:lnTo>
                <a:lnTo>
                  <a:pt x="1507724" y="7596"/>
                </a:lnTo>
                <a:cubicBezTo>
                  <a:pt x="1429966" y="770778"/>
                  <a:pt x="783416" y="1368317"/>
                  <a:pt x="0" y="1368317"/>
                </a:cubicBezTo>
                <a:lnTo>
                  <a:pt x="0" y="1346041"/>
                </a:lnTo>
                <a:cubicBezTo>
                  <a:pt x="771917" y="1346041"/>
                  <a:pt x="1408949" y="757304"/>
                  <a:pt x="1485563" y="5325"/>
                </a:cubicBezTo>
                <a:close/>
                <a:moveTo>
                  <a:pt x="1362591" y="0"/>
                </a:moveTo>
                <a:lnTo>
                  <a:pt x="1385194" y="0"/>
                </a:lnTo>
                <a:lnTo>
                  <a:pt x="1364797" y="133264"/>
                </a:lnTo>
                <a:cubicBezTo>
                  <a:pt x="1234684" y="767432"/>
                  <a:pt x="672215" y="1245917"/>
                  <a:pt x="0" y="1245917"/>
                </a:cubicBezTo>
                <a:lnTo>
                  <a:pt x="0" y="1223641"/>
                </a:lnTo>
                <a:cubicBezTo>
                  <a:pt x="661385" y="1223641"/>
                  <a:pt x="1214835" y="752908"/>
                  <a:pt x="1342864" y="128894"/>
                </a:cubicBezTo>
                <a:close/>
                <a:moveTo>
                  <a:pt x="1238878" y="0"/>
                </a:moveTo>
                <a:lnTo>
                  <a:pt x="1261388" y="0"/>
                </a:lnTo>
                <a:lnTo>
                  <a:pt x="1244763" y="108614"/>
                </a:lnTo>
                <a:cubicBezTo>
                  <a:pt x="1126083" y="687031"/>
                  <a:pt x="613049" y="1123397"/>
                  <a:pt x="0" y="1123397"/>
                </a:cubicBezTo>
                <a:lnTo>
                  <a:pt x="0" y="1101121"/>
                </a:lnTo>
                <a:cubicBezTo>
                  <a:pt x="602316" y="1101121"/>
                  <a:pt x="1106344" y="672419"/>
                  <a:pt x="1222940" y="104135"/>
                </a:cubicBezTo>
                <a:close/>
                <a:moveTo>
                  <a:pt x="1115178" y="0"/>
                </a:moveTo>
                <a:lnTo>
                  <a:pt x="1137688" y="0"/>
                </a:lnTo>
                <a:lnTo>
                  <a:pt x="1124836" y="83962"/>
                </a:lnTo>
                <a:cubicBezTo>
                  <a:pt x="1017592" y="606647"/>
                  <a:pt x="553979" y="1000978"/>
                  <a:pt x="0" y="1000978"/>
                </a:cubicBezTo>
                <a:lnTo>
                  <a:pt x="0" y="978703"/>
                </a:lnTo>
                <a:cubicBezTo>
                  <a:pt x="543246" y="978703"/>
                  <a:pt x="997852" y="592039"/>
                  <a:pt x="1103012" y="79485"/>
                </a:cubicBezTo>
                <a:close/>
                <a:moveTo>
                  <a:pt x="991375" y="0"/>
                </a:moveTo>
                <a:lnTo>
                  <a:pt x="1013997" y="0"/>
                </a:lnTo>
                <a:lnTo>
                  <a:pt x="1004915" y="59331"/>
                </a:lnTo>
                <a:cubicBezTo>
                  <a:pt x="909100" y="526286"/>
                  <a:pt x="494909" y="878583"/>
                  <a:pt x="0" y="878583"/>
                </a:cubicBezTo>
                <a:lnTo>
                  <a:pt x="0" y="856307"/>
                </a:lnTo>
                <a:cubicBezTo>
                  <a:pt x="484176" y="856307"/>
                  <a:pt x="889272" y="511676"/>
                  <a:pt x="982981" y="54853"/>
                </a:cubicBezTo>
                <a:close/>
                <a:moveTo>
                  <a:pt x="866108" y="0"/>
                </a:moveTo>
                <a:lnTo>
                  <a:pt x="888384" y="0"/>
                </a:lnTo>
                <a:lnTo>
                  <a:pt x="884876" y="34680"/>
                </a:lnTo>
                <a:cubicBezTo>
                  <a:pt x="800495" y="445883"/>
                  <a:pt x="435739" y="756058"/>
                  <a:pt x="0" y="756058"/>
                </a:cubicBezTo>
                <a:lnTo>
                  <a:pt x="0" y="733782"/>
                </a:lnTo>
                <a:cubicBezTo>
                  <a:pt x="425107" y="733782"/>
                  <a:pt x="780781" y="431187"/>
                  <a:pt x="863057" y="30169"/>
                </a:cubicBezTo>
                <a:close/>
                <a:moveTo>
                  <a:pt x="743692" y="0"/>
                </a:moveTo>
                <a:lnTo>
                  <a:pt x="765973" y="0"/>
                </a:lnTo>
                <a:lnTo>
                  <a:pt x="764957" y="10048"/>
                </a:lnTo>
                <a:cubicBezTo>
                  <a:pt x="692029" y="365521"/>
                  <a:pt x="376767" y="633662"/>
                  <a:pt x="0" y="633662"/>
                </a:cubicBezTo>
                <a:lnTo>
                  <a:pt x="0" y="611386"/>
                </a:lnTo>
                <a:cubicBezTo>
                  <a:pt x="365938" y="611386"/>
                  <a:pt x="672265" y="350911"/>
                  <a:pt x="743129" y="5570"/>
                </a:cubicBezTo>
                <a:close/>
                <a:moveTo>
                  <a:pt x="617163" y="0"/>
                </a:moveTo>
                <a:lnTo>
                  <a:pt x="640489" y="0"/>
                </a:lnTo>
                <a:lnTo>
                  <a:pt x="606611" y="108906"/>
                </a:lnTo>
                <a:cubicBezTo>
                  <a:pt x="506524" y="345128"/>
                  <a:pt x="272312" y="511248"/>
                  <a:pt x="0" y="511248"/>
                </a:cubicBezTo>
                <a:lnTo>
                  <a:pt x="0" y="488972"/>
                </a:lnTo>
                <a:cubicBezTo>
                  <a:pt x="263030" y="488972"/>
                  <a:pt x="489290" y="328485"/>
                  <a:pt x="585980" y="100252"/>
                </a:cubicBezTo>
                <a:close/>
                <a:moveTo>
                  <a:pt x="489561" y="0"/>
                </a:moveTo>
                <a:lnTo>
                  <a:pt x="512789" y="0"/>
                </a:lnTo>
                <a:lnTo>
                  <a:pt x="493721" y="61289"/>
                </a:lnTo>
                <a:cubicBezTo>
                  <a:pt x="412246" y="253561"/>
                  <a:pt x="221597" y="388735"/>
                  <a:pt x="0" y="388735"/>
                </a:cubicBezTo>
                <a:lnTo>
                  <a:pt x="0" y="366459"/>
                </a:lnTo>
                <a:cubicBezTo>
                  <a:pt x="212399" y="366459"/>
                  <a:pt x="395116" y="236854"/>
                  <a:pt x="473199" y="52587"/>
                </a:cubicBezTo>
                <a:close/>
                <a:moveTo>
                  <a:pt x="361966" y="0"/>
                </a:moveTo>
                <a:lnTo>
                  <a:pt x="385181" y="0"/>
                </a:lnTo>
                <a:lnTo>
                  <a:pt x="380937" y="13636"/>
                </a:lnTo>
                <a:cubicBezTo>
                  <a:pt x="318070" y="161973"/>
                  <a:pt x="170965" y="266328"/>
                  <a:pt x="0" y="266328"/>
                </a:cubicBezTo>
                <a:lnTo>
                  <a:pt x="0" y="244052"/>
                </a:lnTo>
                <a:cubicBezTo>
                  <a:pt x="161767" y="244052"/>
                  <a:pt x="300940" y="145329"/>
                  <a:pt x="360416" y="4982"/>
                </a:cubicBezTo>
                <a:close/>
                <a:moveTo>
                  <a:pt x="218905" y="0"/>
                </a:moveTo>
                <a:lnTo>
                  <a:pt x="249720" y="0"/>
                </a:lnTo>
                <a:lnTo>
                  <a:pt x="241311" y="15475"/>
                </a:lnTo>
                <a:cubicBezTo>
                  <a:pt x="188962" y="92909"/>
                  <a:pt x="100349" y="143932"/>
                  <a:pt x="0" y="143932"/>
                </a:cubicBezTo>
                <a:lnTo>
                  <a:pt x="0" y="121656"/>
                </a:lnTo>
                <a:cubicBezTo>
                  <a:pt x="74091" y="121656"/>
                  <a:pt x="141290" y="91533"/>
                  <a:pt x="189966" y="42875"/>
                </a:cubicBezTo>
                <a:close/>
              </a:path>
            </a:pathLst>
          </a:custGeom>
          <a:solidFill>
            <a:schemeClr val="accent3">
              <a:lumMod val="20000"/>
              <a:lumOff val="80000"/>
            </a:schemeClr>
          </a:solidFill>
          <a:ln w="4588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95243571-BE64-3777-F992-88FC43A60537}"/>
              </a:ext>
            </a:extLst>
          </p:cNvPr>
          <p:cNvSpPr/>
          <p:nvPr userDrawn="1"/>
        </p:nvSpPr>
        <p:spPr>
          <a:xfrm flipH="1" flipV="1">
            <a:off x="9949173" y="4755034"/>
            <a:ext cx="2242827" cy="2102966"/>
          </a:xfrm>
          <a:custGeom>
            <a:avLst/>
            <a:gdLst>
              <a:gd name="connsiteX0" fmla="*/ 2220549 w 2242827"/>
              <a:gd name="connsiteY0" fmla="*/ 0 h 2102966"/>
              <a:gd name="connsiteX1" fmla="*/ 2242827 w 2242827"/>
              <a:gd name="connsiteY1" fmla="*/ 0 h 2102966"/>
              <a:gd name="connsiteX2" fmla="*/ 2238641 w 2242827"/>
              <a:gd name="connsiteY2" fmla="*/ 82607 h 2102966"/>
              <a:gd name="connsiteX3" fmla="*/ 1 w 2242827"/>
              <a:gd name="connsiteY3" fmla="*/ 2102966 h 2102966"/>
              <a:gd name="connsiteX4" fmla="*/ 1 w 2242827"/>
              <a:gd name="connsiteY4" fmla="*/ 2080690 h 2102966"/>
              <a:gd name="connsiteX5" fmla="*/ 2216479 w 2242827"/>
              <a:gd name="connsiteY5" fmla="*/ 80336 h 2102966"/>
              <a:gd name="connsiteX6" fmla="*/ 2098030 w 2242827"/>
              <a:gd name="connsiteY6" fmla="*/ 0 h 2102966"/>
              <a:gd name="connsiteX7" fmla="*/ 2120412 w 2242827"/>
              <a:gd name="connsiteY7" fmla="*/ 0 h 2102966"/>
              <a:gd name="connsiteX8" fmla="*/ 2116859 w 2242827"/>
              <a:gd name="connsiteY8" fmla="*/ 70117 h 2102966"/>
              <a:gd name="connsiteX9" fmla="*/ 1 w 2242827"/>
              <a:gd name="connsiteY9" fmla="*/ 1980571 h 2102966"/>
              <a:gd name="connsiteX10" fmla="*/ 1 w 2242827"/>
              <a:gd name="connsiteY10" fmla="*/ 1958295 h 2102966"/>
              <a:gd name="connsiteX11" fmla="*/ 2094588 w 2242827"/>
              <a:gd name="connsiteY11" fmla="*/ 67938 h 2102966"/>
              <a:gd name="connsiteX12" fmla="*/ 1975608 w 2242827"/>
              <a:gd name="connsiteY12" fmla="*/ 0 h 2102966"/>
              <a:gd name="connsiteX13" fmla="*/ 1997887 w 2242827"/>
              <a:gd name="connsiteY13" fmla="*/ 0 h 2102966"/>
              <a:gd name="connsiteX14" fmla="*/ 1994968 w 2242827"/>
              <a:gd name="connsiteY14" fmla="*/ 57611 h 2102966"/>
              <a:gd name="connsiteX15" fmla="*/ 1 w 2242827"/>
              <a:gd name="connsiteY15" fmla="*/ 1858047 h 2102966"/>
              <a:gd name="connsiteX16" fmla="*/ 1 w 2242827"/>
              <a:gd name="connsiteY16" fmla="*/ 1835771 h 2102966"/>
              <a:gd name="connsiteX17" fmla="*/ 1972805 w 2242827"/>
              <a:gd name="connsiteY17" fmla="*/ 55322 h 2102966"/>
              <a:gd name="connsiteX18" fmla="*/ 1853193 w 2242827"/>
              <a:gd name="connsiteY18" fmla="*/ 0 h 2102966"/>
              <a:gd name="connsiteX19" fmla="*/ 1875472 w 2242827"/>
              <a:gd name="connsiteY19" fmla="*/ 0 h 2102966"/>
              <a:gd name="connsiteX20" fmla="*/ 1873186 w 2242827"/>
              <a:gd name="connsiteY20" fmla="*/ 45119 h 2102966"/>
              <a:gd name="connsiteX21" fmla="*/ 0 w 2242827"/>
              <a:gd name="connsiteY21" fmla="*/ 1735650 h 2102966"/>
              <a:gd name="connsiteX22" fmla="*/ 0 w 2242827"/>
              <a:gd name="connsiteY22" fmla="*/ 1713374 h 2102966"/>
              <a:gd name="connsiteX23" fmla="*/ 1851022 w 2242827"/>
              <a:gd name="connsiteY23" fmla="*/ 42848 h 2102966"/>
              <a:gd name="connsiteX24" fmla="*/ 1730668 w 2242827"/>
              <a:gd name="connsiteY24" fmla="*/ 0 h 2102966"/>
              <a:gd name="connsiteX25" fmla="*/ 1753056 w 2242827"/>
              <a:gd name="connsiteY25" fmla="*/ 0 h 2102966"/>
              <a:gd name="connsiteX26" fmla="*/ 1751404 w 2242827"/>
              <a:gd name="connsiteY26" fmla="*/ 32610 h 2102966"/>
              <a:gd name="connsiteX27" fmla="*/ 0 w 2242827"/>
              <a:gd name="connsiteY27" fmla="*/ 1613232 h 2102966"/>
              <a:gd name="connsiteX28" fmla="*/ 0 w 2242827"/>
              <a:gd name="connsiteY28" fmla="*/ 1590961 h 2102966"/>
              <a:gd name="connsiteX29" fmla="*/ 1729127 w 2242827"/>
              <a:gd name="connsiteY29" fmla="*/ 30432 h 2102966"/>
              <a:gd name="connsiteX30" fmla="*/ 1608247 w 2242827"/>
              <a:gd name="connsiteY30" fmla="*/ 0 h 2102966"/>
              <a:gd name="connsiteX31" fmla="*/ 1630525 w 2242827"/>
              <a:gd name="connsiteY31" fmla="*/ 0 h 2102966"/>
              <a:gd name="connsiteX32" fmla="*/ 1629507 w 2242827"/>
              <a:gd name="connsiteY32" fmla="*/ 20086 h 2102966"/>
              <a:gd name="connsiteX33" fmla="*/ 0 w 2242827"/>
              <a:gd name="connsiteY33" fmla="*/ 1490712 h 2102966"/>
              <a:gd name="connsiteX34" fmla="*/ 0 w 2242827"/>
              <a:gd name="connsiteY34" fmla="*/ 1468436 h 2102966"/>
              <a:gd name="connsiteX35" fmla="*/ 1607345 w 2242827"/>
              <a:gd name="connsiteY35" fmla="*/ 17816 h 2102966"/>
              <a:gd name="connsiteX36" fmla="*/ 1485833 w 2242827"/>
              <a:gd name="connsiteY36" fmla="*/ 0 h 2102966"/>
              <a:gd name="connsiteX37" fmla="*/ 1508109 w 2242827"/>
              <a:gd name="connsiteY37" fmla="*/ 0 h 2102966"/>
              <a:gd name="connsiteX38" fmla="*/ 1507724 w 2242827"/>
              <a:gd name="connsiteY38" fmla="*/ 7596 h 2102966"/>
              <a:gd name="connsiteX39" fmla="*/ 0 w 2242827"/>
              <a:gd name="connsiteY39" fmla="*/ 1368317 h 2102966"/>
              <a:gd name="connsiteX40" fmla="*/ 0 w 2242827"/>
              <a:gd name="connsiteY40" fmla="*/ 1346041 h 2102966"/>
              <a:gd name="connsiteX41" fmla="*/ 1485563 w 2242827"/>
              <a:gd name="connsiteY41" fmla="*/ 5325 h 2102966"/>
              <a:gd name="connsiteX42" fmla="*/ 1362591 w 2242827"/>
              <a:gd name="connsiteY42" fmla="*/ 0 h 2102966"/>
              <a:gd name="connsiteX43" fmla="*/ 1385194 w 2242827"/>
              <a:gd name="connsiteY43" fmla="*/ 0 h 2102966"/>
              <a:gd name="connsiteX44" fmla="*/ 1364797 w 2242827"/>
              <a:gd name="connsiteY44" fmla="*/ 133264 h 2102966"/>
              <a:gd name="connsiteX45" fmla="*/ 0 w 2242827"/>
              <a:gd name="connsiteY45" fmla="*/ 1245917 h 2102966"/>
              <a:gd name="connsiteX46" fmla="*/ 0 w 2242827"/>
              <a:gd name="connsiteY46" fmla="*/ 1223641 h 2102966"/>
              <a:gd name="connsiteX47" fmla="*/ 1342864 w 2242827"/>
              <a:gd name="connsiteY47" fmla="*/ 128894 h 2102966"/>
              <a:gd name="connsiteX48" fmla="*/ 1238878 w 2242827"/>
              <a:gd name="connsiteY48" fmla="*/ 0 h 2102966"/>
              <a:gd name="connsiteX49" fmla="*/ 1261388 w 2242827"/>
              <a:gd name="connsiteY49" fmla="*/ 0 h 2102966"/>
              <a:gd name="connsiteX50" fmla="*/ 1244763 w 2242827"/>
              <a:gd name="connsiteY50" fmla="*/ 108614 h 2102966"/>
              <a:gd name="connsiteX51" fmla="*/ 0 w 2242827"/>
              <a:gd name="connsiteY51" fmla="*/ 1123397 h 2102966"/>
              <a:gd name="connsiteX52" fmla="*/ 0 w 2242827"/>
              <a:gd name="connsiteY52" fmla="*/ 1101121 h 2102966"/>
              <a:gd name="connsiteX53" fmla="*/ 1222940 w 2242827"/>
              <a:gd name="connsiteY53" fmla="*/ 104135 h 2102966"/>
              <a:gd name="connsiteX54" fmla="*/ 1115178 w 2242827"/>
              <a:gd name="connsiteY54" fmla="*/ 0 h 2102966"/>
              <a:gd name="connsiteX55" fmla="*/ 1137688 w 2242827"/>
              <a:gd name="connsiteY55" fmla="*/ 0 h 2102966"/>
              <a:gd name="connsiteX56" fmla="*/ 1124836 w 2242827"/>
              <a:gd name="connsiteY56" fmla="*/ 83962 h 2102966"/>
              <a:gd name="connsiteX57" fmla="*/ 0 w 2242827"/>
              <a:gd name="connsiteY57" fmla="*/ 1000978 h 2102966"/>
              <a:gd name="connsiteX58" fmla="*/ 0 w 2242827"/>
              <a:gd name="connsiteY58" fmla="*/ 978703 h 2102966"/>
              <a:gd name="connsiteX59" fmla="*/ 1103012 w 2242827"/>
              <a:gd name="connsiteY59" fmla="*/ 79485 h 2102966"/>
              <a:gd name="connsiteX60" fmla="*/ 991375 w 2242827"/>
              <a:gd name="connsiteY60" fmla="*/ 0 h 2102966"/>
              <a:gd name="connsiteX61" fmla="*/ 1013997 w 2242827"/>
              <a:gd name="connsiteY61" fmla="*/ 0 h 2102966"/>
              <a:gd name="connsiteX62" fmla="*/ 1004915 w 2242827"/>
              <a:gd name="connsiteY62" fmla="*/ 59331 h 2102966"/>
              <a:gd name="connsiteX63" fmla="*/ 0 w 2242827"/>
              <a:gd name="connsiteY63" fmla="*/ 878583 h 2102966"/>
              <a:gd name="connsiteX64" fmla="*/ 0 w 2242827"/>
              <a:gd name="connsiteY64" fmla="*/ 856307 h 2102966"/>
              <a:gd name="connsiteX65" fmla="*/ 982981 w 2242827"/>
              <a:gd name="connsiteY65" fmla="*/ 54853 h 2102966"/>
              <a:gd name="connsiteX66" fmla="*/ 866108 w 2242827"/>
              <a:gd name="connsiteY66" fmla="*/ 0 h 2102966"/>
              <a:gd name="connsiteX67" fmla="*/ 888384 w 2242827"/>
              <a:gd name="connsiteY67" fmla="*/ 0 h 2102966"/>
              <a:gd name="connsiteX68" fmla="*/ 884876 w 2242827"/>
              <a:gd name="connsiteY68" fmla="*/ 34680 h 2102966"/>
              <a:gd name="connsiteX69" fmla="*/ 0 w 2242827"/>
              <a:gd name="connsiteY69" fmla="*/ 756058 h 2102966"/>
              <a:gd name="connsiteX70" fmla="*/ 0 w 2242827"/>
              <a:gd name="connsiteY70" fmla="*/ 733782 h 2102966"/>
              <a:gd name="connsiteX71" fmla="*/ 863057 w 2242827"/>
              <a:gd name="connsiteY71" fmla="*/ 30169 h 2102966"/>
              <a:gd name="connsiteX72" fmla="*/ 743692 w 2242827"/>
              <a:gd name="connsiteY72" fmla="*/ 0 h 2102966"/>
              <a:gd name="connsiteX73" fmla="*/ 765973 w 2242827"/>
              <a:gd name="connsiteY73" fmla="*/ 0 h 2102966"/>
              <a:gd name="connsiteX74" fmla="*/ 764957 w 2242827"/>
              <a:gd name="connsiteY74" fmla="*/ 10048 h 2102966"/>
              <a:gd name="connsiteX75" fmla="*/ 0 w 2242827"/>
              <a:gd name="connsiteY75" fmla="*/ 633662 h 2102966"/>
              <a:gd name="connsiteX76" fmla="*/ 0 w 2242827"/>
              <a:gd name="connsiteY76" fmla="*/ 611386 h 2102966"/>
              <a:gd name="connsiteX77" fmla="*/ 743129 w 2242827"/>
              <a:gd name="connsiteY77" fmla="*/ 5570 h 2102966"/>
              <a:gd name="connsiteX78" fmla="*/ 617163 w 2242827"/>
              <a:gd name="connsiteY78" fmla="*/ 0 h 2102966"/>
              <a:gd name="connsiteX79" fmla="*/ 640489 w 2242827"/>
              <a:gd name="connsiteY79" fmla="*/ 0 h 2102966"/>
              <a:gd name="connsiteX80" fmla="*/ 606611 w 2242827"/>
              <a:gd name="connsiteY80" fmla="*/ 108906 h 2102966"/>
              <a:gd name="connsiteX81" fmla="*/ 0 w 2242827"/>
              <a:gd name="connsiteY81" fmla="*/ 511248 h 2102966"/>
              <a:gd name="connsiteX82" fmla="*/ 0 w 2242827"/>
              <a:gd name="connsiteY82" fmla="*/ 488972 h 2102966"/>
              <a:gd name="connsiteX83" fmla="*/ 585980 w 2242827"/>
              <a:gd name="connsiteY83" fmla="*/ 100252 h 2102966"/>
              <a:gd name="connsiteX84" fmla="*/ 489561 w 2242827"/>
              <a:gd name="connsiteY84" fmla="*/ 0 h 2102966"/>
              <a:gd name="connsiteX85" fmla="*/ 512789 w 2242827"/>
              <a:gd name="connsiteY85" fmla="*/ 0 h 2102966"/>
              <a:gd name="connsiteX86" fmla="*/ 493721 w 2242827"/>
              <a:gd name="connsiteY86" fmla="*/ 61289 h 2102966"/>
              <a:gd name="connsiteX87" fmla="*/ 0 w 2242827"/>
              <a:gd name="connsiteY87" fmla="*/ 388735 h 2102966"/>
              <a:gd name="connsiteX88" fmla="*/ 0 w 2242827"/>
              <a:gd name="connsiteY88" fmla="*/ 366459 h 2102966"/>
              <a:gd name="connsiteX89" fmla="*/ 473199 w 2242827"/>
              <a:gd name="connsiteY89" fmla="*/ 52587 h 2102966"/>
              <a:gd name="connsiteX90" fmla="*/ 361966 w 2242827"/>
              <a:gd name="connsiteY90" fmla="*/ 0 h 2102966"/>
              <a:gd name="connsiteX91" fmla="*/ 385181 w 2242827"/>
              <a:gd name="connsiteY91" fmla="*/ 0 h 2102966"/>
              <a:gd name="connsiteX92" fmla="*/ 380937 w 2242827"/>
              <a:gd name="connsiteY92" fmla="*/ 13636 h 2102966"/>
              <a:gd name="connsiteX93" fmla="*/ 0 w 2242827"/>
              <a:gd name="connsiteY93" fmla="*/ 266328 h 2102966"/>
              <a:gd name="connsiteX94" fmla="*/ 0 w 2242827"/>
              <a:gd name="connsiteY94" fmla="*/ 244052 h 2102966"/>
              <a:gd name="connsiteX95" fmla="*/ 360416 w 2242827"/>
              <a:gd name="connsiteY95" fmla="*/ 4982 h 2102966"/>
              <a:gd name="connsiteX96" fmla="*/ 218905 w 2242827"/>
              <a:gd name="connsiteY96" fmla="*/ 0 h 2102966"/>
              <a:gd name="connsiteX97" fmla="*/ 249720 w 2242827"/>
              <a:gd name="connsiteY97" fmla="*/ 0 h 2102966"/>
              <a:gd name="connsiteX98" fmla="*/ 241311 w 2242827"/>
              <a:gd name="connsiteY98" fmla="*/ 15475 h 2102966"/>
              <a:gd name="connsiteX99" fmla="*/ 0 w 2242827"/>
              <a:gd name="connsiteY99" fmla="*/ 143932 h 2102966"/>
              <a:gd name="connsiteX100" fmla="*/ 0 w 2242827"/>
              <a:gd name="connsiteY100" fmla="*/ 121656 h 2102966"/>
              <a:gd name="connsiteX101" fmla="*/ 189966 w 2242827"/>
              <a:gd name="connsiteY101" fmla="*/ 42875 h 21029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</a:cxnLst>
            <a:rect l="l" t="t" r="r" b="b"/>
            <a:pathLst>
              <a:path w="2242827" h="2102966">
                <a:moveTo>
                  <a:pt x="2220549" y="0"/>
                </a:moveTo>
                <a:lnTo>
                  <a:pt x="2242827" y="0"/>
                </a:lnTo>
                <a:lnTo>
                  <a:pt x="2238641" y="82607"/>
                </a:lnTo>
                <a:cubicBezTo>
                  <a:pt x="2123193" y="1215807"/>
                  <a:pt x="1163255" y="2102966"/>
                  <a:pt x="1" y="2102966"/>
                </a:cubicBezTo>
                <a:lnTo>
                  <a:pt x="1" y="2080690"/>
                </a:lnTo>
                <a:cubicBezTo>
                  <a:pt x="1151759" y="2080690"/>
                  <a:pt x="2102176" y="1202330"/>
                  <a:pt x="2216479" y="80336"/>
                </a:cubicBezTo>
                <a:close/>
                <a:moveTo>
                  <a:pt x="2098030" y="0"/>
                </a:moveTo>
                <a:lnTo>
                  <a:pt x="2120412" y="0"/>
                </a:lnTo>
                <a:lnTo>
                  <a:pt x="2116859" y="70117"/>
                </a:lnTo>
                <a:cubicBezTo>
                  <a:pt x="2007691" y="1141666"/>
                  <a:pt x="1099966" y="1980571"/>
                  <a:pt x="1" y="1980571"/>
                </a:cubicBezTo>
                <a:lnTo>
                  <a:pt x="1" y="1958295"/>
                </a:lnTo>
                <a:cubicBezTo>
                  <a:pt x="1088470" y="1958295"/>
                  <a:pt x="1986577" y="1128187"/>
                  <a:pt x="2094588" y="67938"/>
                </a:cubicBezTo>
                <a:close/>
                <a:moveTo>
                  <a:pt x="1975608" y="0"/>
                </a:moveTo>
                <a:lnTo>
                  <a:pt x="1997887" y="0"/>
                </a:lnTo>
                <a:lnTo>
                  <a:pt x="1994968" y="57611"/>
                </a:lnTo>
                <a:cubicBezTo>
                  <a:pt x="1892090" y="1067493"/>
                  <a:pt x="1036676" y="1858047"/>
                  <a:pt x="1" y="1858047"/>
                </a:cubicBezTo>
                <a:lnTo>
                  <a:pt x="1" y="1835771"/>
                </a:lnTo>
                <a:cubicBezTo>
                  <a:pt x="1025181" y="1835771"/>
                  <a:pt x="1871073" y="1053919"/>
                  <a:pt x="1972805" y="55322"/>
                </a:cubicBezTo>
                <a:close/>
                <a:moveTo>
                  <a:pt x="1853193" y="0"/>
                </a:moveTo>
                <a:lnTo>
                  <a:pt x="1875472" y="0"/>
                </a:lnTo>
                <a:lnTo>
                  <a:pt x="1873186" y="45119"/>
                </a:lnTo>
                <a:cubicBezTo>
                  <a:pt x="1776588" y="993350"/>
                  <a:pt x="973388" y="1735650"/>
                  <a:pt x="0" y="1735650"/>
                </a:cubicBezTo>
                <a:lnTo>
                  <a:pt x="0" y="1713374"/>
                </a:lnTo>
                <a:cubicBezTo>
                  <a:pt x="961784" y="1713374"/>
                  <a:pt x="1755557" y="979877"/>
                  <a:pt x="1851022" y="42848"/>
                </a:cubicBezTo>
                <a:close/>
                <a:moveTo>
                  <a:pt x="1730668" y="0"/>
                </a:moveTo>
                <a:lnTo>
                  <a:pt x="1753056" y="0"/>
                </a:lnTo>
                <a:lnTo>
                  <a:pt x="1751404" y="32610"/>
                </a:lnTo>
                <a:cubicBezTo>
                  <a:pt x="1661086" y="919190"/>
                  <a:pt x="910098" y="1613232"/>
                  <a:pt x="0" y="1613232"/>
                </a:cubicBezTo>
                <a:lnTo>
                  <a:pt x="0" y="1590961"/>
                </a:lnTo>
                <a:cubicBezTo>
                  <a:pt x="898495" y="1590961"/>
                  <a:pt x="1639954" y="905712"/>
                  <a:pt x="1729127" y="30432"/>
                </a:cubicBezTo>
                <a:close/>
                <a:moveTo>
                  <a:pt x="1608247" y="0"/>
                </a:moveTo>
                <a:lnTo>
                  <a:pt x="1630525" y="0"/>
                </a:lnTo>
                <a:lnTo>
                  <a:pt x="1629507" y="20086"/>
                </a:lnTo>
                <a:cubicBezTo>
                  <a:pt x="1545469" y="844919"/>
                  <a:pt x="846701" y="1490712"/>
                  <a:pt x="0" y="1490712"/>
                </a:cubicBezTo>
                <a:lnTo>
                  <a:pt x="0" y="1468436"/>
                </a:lnTo>
                <a:cubicBezTo>
                  <a:pt x="835206" y="1468436"/>
                  <a:pt x="1524451" y="831445"/>
                  <a:pt x="1607345" y="17816"/>
                </a:cubicBezTo>
                <a:close/>
                <a:moveTo>
                  <a:pt x="1485833" y="0"/>
                </a:moveTo>
                <a:lnTo>
                  <a:pt x="1508109" y="0"/>
                </a:lnTo>
                <a:lnTo>
                  <a:pt x="1507724" y="7596"/>
                </a:lnTo>
                <a:cubicBezTo>
                  <a:pt x="1429966" y="770778"/>
                  <a:pt x="783416" y="1368317"/>
                  <a:pt x="0" y="1368317"/>
                </a:cubicBezTo>
                <a:lnTo>
                  <a:pt x="0" y="1346041"/>
                </a:lnTo>
                <a:cubicBezTo>
                  <a:pt x="771917" y="1346041"/>
                  <a:pt x="1408949" y="757304"/>
                  <a:pt x="1485563" y="5325"/>
                </a:cubicBezTo>
                <a:close/>
                <a:moveTo>
                  <a:pt x="1362591" y="0"/>
                </a:moveTo>
                <a:lnTo>
                  <a:pt x="1385194" y="0"/>
                </a:lnTo>
                <a:lnTo>
                  <a:pt x="1364797" y="133264"/>
                </a:lnTo>
                <a:cubicBezTo>
                  <a:pt x="1234684" y="767432"/>
                  <a:pt x="672215" y="1245917"/>
                  <a:pt x="0" y="1245917"/>
                </a:cubicBezTo>
                <a:lnTo>
                  <a:pt x="0" y="1223641"/>
                </a:lnTo>
                <a:cubicBezTo>
                  <a:pt x="661385" y="1223641"/>
                  <a:pt x="1214835" y="752908"/>
                  <a:pt x="1342864" y="128894"/>
                </a:cubicBezTo>
                <a:close/>
                <a:moveTo>
                  <a:pt x="1238878" y="0"/>
                </a:moveTo>
                <a:lnTo>
                  <a:pt x="1261388" y="0"/>
                </a:lnTo>
                <a:lnTo>
                  <a:pt x="1244763" y="108614"/>
                </a:lnTo>
                <a:cubicBezTo>
                  <a:pt x="1126083" y="687031"/>
                  <a:pt x="613049" y="1123397"/>
                  <a:pt x="0" y="1123397"/>
                </a:cubicBezTo>
                <a:lnTo>
                  <a:pt x="0" y="1101121"/>
                </a:lnTo>
                <a:cubicBezTo>
                  <a:pt x="602316" y="1101121"/>
                  <a:pt x="1106344" y="672419"/>
                  <a:pt x="1222940" y="104135"/>
                </a:cubicBezTo>
                <a:close/>
                <a:moveTo>
                  <a:pt x="1115178" y="0"/>
                </a:moveTo>
                <a:lnTo>
                  <a:pt x="1137688" y="0"/>
                </a:lnTo>
                <a:lnTo>
                  <a:pt x="1124836" y="83962"/>
                </a:lnTo>
                <a:cubicBezTo>
                  <a:pt x="1017592" y="606647"/>
                  <a:pt x="553979" y="1000978"/>
                  <a:pt x="0" y="1000978"/>
                </a:cubicBezTo>
                <a:lnTo>
                  <a:pt x="0" y="978703"/>
                </a:lnTo>
                <a:cubicBezTo>
                  <a:pt x="543246" y="978703"/>
                  <a:pt x="997852" y="592039"/>
                  <a:pt x="1103012" y="79485"/>
                </a:cubicBezTo>
                <a:close/>
                <a:moveTo>
                  <a:pt x="991375" y="0"/>
                </a:moveTo>
                <a:lnTo>
                  <a:pt x="1013997" y="0"/>
                </a:lnTo>
                <a:lnTo>
                  <a:pt x="1004915" y="59331"/>
                </a:lnTo>
                <a:cubicBezTo>
                  <a:pt x="909100" y="526286"/>
                  <a:pt x="494909" y="878583"/>
                  <a:pt x="0" y="878583"/>
                </a:cubicBezTo>
                <a:lnTo>
                  <a:pt x="0" y="856307"/>
                </a:lnTo>
                <a:cubicBezTo>
                  <a:pt x="484176" y="856307"/>
                  <a:pt x="889272" y="511676"/>
                  <a:pt x="982981" y="54853"/>
                </a:cubicBezTo>
                <a:close/>
                <a:moveTo>
                  <a:pt x="866108" y="0"/>
                </a:moveTo>
                <a:lnTo>
                  <a:pt x="888384" y="0"/>
                </a:lnTo>
                <a:lnTo>
                  <a:pt x="884876" y="34680"/>
                </a:lnTo>
                <a:cubicBezTo>
                  <a:pt x="800495" y="445883"/>
                  <a:pt x="435739" y="756058"/>
                  <a:pt x="0" y="756058"/>
                </a:cubicBezTo>
                <a:lnTo>
                  <a:pt x="0" y="733782"/>
                </a:lnTo>
                <a:cubicBezTo>
                  <a:pt x="425107" y="733782"/>
                  <a:pt x="780781" y="431187"/>
                  <a:pt x="863057" y="30169"/>
                </a:cubicBezTo>
                <a:close/>
                <a:moveTo>
                  <a:pt x="743692" y="0"/>
                </a:moveTo>
                <a:lnTo>
                  <a:pt x="765973" y="0"/>
                </a:lnTo>
                <a:lnTo>
                  <a:pt x="764957" y="10048"/>
                </a:lnTo>
                <a:cubicBezTo>
                  <a:pt x="692029" y="365521"/>
                  <a:pt x="376767" y="633662"/>
                  <a:pt x="0" y="633662"/>
                </a:cubicBezTo>
                <a:lnTo>
                  <a:pt x="0" y="611386"/>
                </a:lnTo>
                <a:cubicBezTo>
                  <a:pt x="365938" y="611386"/>
                  <a:pt x="672265" y="350911"/>
                  <a:pt x="743129" y="5570"/>
                </a:cubicBezTo>
                <a:close/>
                <a:moveTo>
                  <a:pt x="617163" y="0"/>
                </a:moveTo>
                <a:lnTo>
                  <a:pt x="640489" y="0"/>
                </a:lnTo>
                <a:lnTo>
                  <a:pt x="606611" y="108906"/>
                </a:lnTo>
                <a:cubicBezTo>
                  <a:pt x="506524" y="345128"/>
                  <a:pt x="272312" y="511248"/>
                  <a:pt x="0" y="511248"/>
                </a:cubicBezTo>
                <a:lnTo>
                  <a:pt x="0" y="488972"/>
                </a:lnTo>
                <a:cubicBezTo>
                  <a:pt x="263030" y="488972"/>
                  <a:pt x="489290" y="328485"/>
                  <a:pt x="585980" y="100252"/>
                </a:cubicBezTo>
                <a:close/>
                <a:moveTo>
                  <a:pt x="489561" y="0"/>
                </a:moveTo>
                <a:lnTo>
                  <a:pt x="512789" y="0"/>
                </a:lnTo>
                <a:lnTo>
                  <a:pt x="493721" y="61289"/>
                </a:lnTo>
                <a:cubicBezTo>
                  <a:pt x="412246" y="253561"/>
                  <a:pt x="221597" y="388735"/>
                  <a:pt x="0" y="388735"/>
                </a:cubicBezTo>
                <a:lnTo>
                  <a:pt x="0" y="366459"/>
                </a:lnTo>
                <a:cubicBezTo>
                  <a:pt x="212399" y="366459"/>
                  <a:pt x="395116" y="236854"/>
                  <a:pt x="473199" y="52587"/>
                </a:cubicBezTo>
                <a:close/>
                <a:moveTo>
                  <a:pt x="361966" y="0"/>
                </a:moveTo>
                <a:lnTo>
                  <a:pt x="385181" y="0"/>
                </a:lnTo>
                <a:lnTo>
                  <a:pt x="380937" y="13636"/>
                </a:lnTo>
                <a:cubicBezTo>
                  <a:pt x="318070" y="161973"/>
                  <a:pt x="170965" y="266328"/>
                  <a:pt x="0" y="266328"/>
                </a:cubicBezTo>
                <a:lnTo>
                  <a:pt x="0" y="244052"/>
                </a:lnTo>
                <a:cubicBezTo>
                  <a:pt x="161767" y="244052"/>
                  <a:pt x="300940" y="145329"/>
                  <a:pt x="360416" y="4982"/>
                </a:cubicBezTo>
                <a:close/>
                <a:moveTo>
                  <a:pt x="218905" y="0"/>
                </a:moveTo>
                <a:lnTo>
                  <a:pt x="249720" y="0"/>
                </a:lnTo>
                <a:lnTo>
                  <a:pt x="241311" y="15475"/>
                </a:lnTo>
                <a:cubicBezTo>
                  <a:pt x="188962" y="92909"/>
                  <a:pt x="100349" y="143932"/>
                  <a:pt x="0" y="143932"/>
                </a:cubicBezTo>
                <a:lnTo>
                  <a:pt x="0" y="121656"/>
                </a:lnTo>
                <a:cubicBezTo>
                  <a:pt x="74091" y="121656"/>
                  <a:pt x="141290" y="91533"/>
                  <a:pt x="189966" y="42875"/>
                </a:cubicBezTo>
                <a:close/>
              </a:path>
            </a:pathLst>
          </a:custGeom>
          <a:solidFill>
            <a:schemeClr val="accent3">
              <a:lumMod val="20000"/>
              <a:lumOff val="80000"/>
            </a:schemeClr>
          </a:solidFill>
          <a:ln w="4588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81182869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ADFAE2CB-0EAD-E788-FCB7-FB12F6939199}"/>
              </a:ext>
            </a:extLst>
          </p:cNvPr>
          <p:cNvSpPr/>
          <p:nvPr userDrawn="1"/>
        </p:nvSpPr>
        <p:spPr>
          <a:xfrm flipH="1" flipV="1">
            <a:off x="9949173" y="4755034"/>
            <a:ext cx="2242827" cy="2102966"/>
          </a:xfrm>
          <a:custGeom>
            <a:avLst/>
            <a:gdLst>
              <a:gd name="connsiteX0" fmla="*/ 2220549 w 2242827"/>
              <a:gd name="connsiteY0" fmla="*/ 0 h 2102966"/>
              <a:gd name="connsiteX1" fmla="*/ 2242827 w 2242827"/>
              <a:gd name="connsiteY1" fmla="*/ 0 h 2102966"/>
              <a:gd name="connsiteX2" fmla="*/ 2238641 w 2242827"/>
              <a:gd name="connsiteY2" fmla="*/ 82607 h 2102966"/>
              <a:gd name="connsiteX3" fmla="*/ 1 w 2242827"/>
              <a:gd name="connsiteY3" fmla="*/ 2102966 h 2102966"/>
              <a:gd name="connsiteX4" fmla="*/ 1 w 2242827"/>
              <a:gd name="connsiteY4" fmla="*/ 2080690 h 2102966"/>
              <a:gd name="connsiteX5" fmla="*/ 2216479 w 2242827"/>
              <a:gd name="connsiteY5" fmla="*/ 80336 h 2102966"/>
              <a:gd name="connsiteX6" fmla="*/ 2098030 w 2242827"/>
              <a:gd name="connsiteY6" fmla="*/ 0 h 2102966"/>
              <a:gd name="connsiteX7" fmla="*/ 2120412 w 2242827"/>
              <a:gd name="connsiteY7" fmla="*/ 0 h 2102966"/>
              <a:gd name="connsiteX8" fmla="*/ 2116859 w 2242827"/>
              <a:gd name="connsiteY8" fmla="*/ 70117 h 2102966"/>
              <a:gd name="connsiteX9" fmla="*/ 1 w 2242827"/>
              <a:gd name="connsiteY9" fmla="*/ 1980571 h 2102966"/>
              <a:gd name="connsiteX10" fmla="*/ 1 w 2242827"/>
              <a:gd name="connsiteY10" fmla="*/ 1958295 h 2102966"/>
              <a:gd name="connsiteX11" fmla="*/ 2094588 w 2242827"/>
              <a:gd name="connsiteY11" fmla="*/ 67938 h 2102966"/>
              <a:gd name="connsiteX12" fmla="*/ 1975608 w 2242827"/>
              <a:gd name="connsiteY12" fmla="*/ 0 h 2102966"/>
              <a:gd name="connsiteX13" fmla="*/ 1997887 w 2242827"/>
              <a:gd name="connsiteY13" fmla="*/ 0 h 2102966"/>
              <a:gd name="connsiteX14" fmla="*/ 1994968 w 2242827"/>
              <a:gd name="connsiteY14" fmla="*/ 57611 h 2102966"/>
              <a:gd name="connsiteX15" fmla="*/ 1 w 2242827"/>
              <a:gd name="connsiteY15" fmla="*/ 1858047 h 2102966"/>
              <a:gd name="connsiteX16" fmla="*/ 1 w 2242827"/>
              <a:gd name="connsiteY16" fmla="*/ 1835771 h 2102966"/>
              <a:gd name="connsiteX17" fmla="*/ 1972805 w 2242827"/>
              <a:gd name="connsiteY17" fmla="*/ 55322 h 2102966"/>
              <a:gd name="connsiteX18" fmla="*/ 1853193 w 2242827"/>
              <a:gd name="connsiteY18" fmla="*/ 0 h 2102966"/>
              <a:gd name="connsiteX19" fmla="*/ 1875472 w 2242827"/>
              <a:gd name="connsiteY19" fmla="*/ 0 h 2102966"/>
              <a:gd name="connsiteX20" fmla="*/ 1873186 w 2242827"/>
              <a:gd name="connsiteY20" fmla="*/ 45119 h 2102966"/>
              <a:gd name="connsiteX21" fmla="*/ 0 w 2242827"/>
              <a:gd name="connsiteY21" fmla="*/ 1735650 h 2102966"/>
              <a:gd name="connsiteX22" fmla="*/ 0 w 2242827"/>
              <a:gd name="connsiteY22" fmla="*/ 1713374 h 2102966"/>
              <a:gd name="connsiteX23" fmla="*/ 1851022 w 2242827"/>
              <a:gd name="connsiteY23" fmla="*/ 42848 h 2102966"/>
              <a:gd name="connsiteX24" fmla="*/ 1730668 w 2242827"/>
              <a:gd name="connsiteY24" fmla="*/ 0 h 2102966"/>
              <a:gd name="connsiteX25" fmla="*/ 1753056 w 2242827"/>
              <a:gd name="connsiteY25" fmla="*/ 0 h 2102966"/>
              <a:gd name="connsiteX26" fmla="*/ 1751404 w 2242827"/>
              <a:gd name="connsiteY26" fmla="*/ 32610 h 2102966"/>
              <a:gd name="connsiteX27" fmla="*/ 0 w 2242827"/>
              <a:gd name="connsiteY27" fmla="*/ 1613232 h 2102966"/>
              <a:gd name="connsiteX28" fmla="*/ 0 w 2242827"/>
              <a:gd name="connsiteY28" fmla="*/ 1590961 h 2102966"/>
              <a:gd name="connsiteX29" fmla="*/ 1729127 w 2242827"/>
              <a:gd name="connsiteY29" fmla="*/ 30432 h 2102966"/>
              <a:gd name="connsiteX30" fmla="*/ 1608247 w 2242827"/>
              <a:gd name="connsiteY30" fmla="*/ 0 h 2102966"/>
              <a:gd name="connsiteX31" fmla="*/ 1630525 w 2242827"/>
              <a:gd name="connsiteY31" fmla="*/ 0 h 2102966"/>
              <a:gd name="connsiteX32" fmla="*/ 1629507 w 2242827"/>
              <a:gd name="connsiteY32" fmla="*/ 20086 h 2102966"/>
              <a:gd name="connsiteX33" fmla="*/ 0 w 2242827"/>
              <a:gd name="connsiteY33" fmla="*/ 1490712 h 2102966"/>
              <a:gd name="connsiteX34" fmla="*/ 0 w 2242827"/>
              <a:gd name="connsiteY34" fmla="*/ 1468436 h 2102966"/>
              <a:gd name="connsiteX35" fmla="*/ 1607345 w 2242827"/>
              <a:gd name="connsiteY35" fmla="*/ 17816 h 2102966"/>
              <a:gd name="connsiteX36" fmla="*/ 1485833 w 2242827"/>
              <a:gd name="connsiteY36" fmla="*/ 0 h 2102966"/>
              <a:gd name="connsiteX37" fmla="*/ 1508109 w 2242827"/>
              <a:gd name="connsiteY37" fmla="*/ 0 h 2102966"/>
              <a:gd name="connsiteX38" fmla="*/ 1507724 w 2242827"/>
              <a:gd name="connsiteY38" fmla="*/ 7596 h 2102966"/>
              <a:gd name="connsiteX39" fmla="*/ 0 w 2242827"/>
              <a:gd name="connsiteY39" fmla="*/ 1368317 h 2102966"/>
              <a:gd name="connsiteX40" fmla="*/ 0 w 2242827"/>
              <a:gd name="connsiteY40" fmla="*/ 1346041 h 2102966"/>
              <a:gd name="connsiteX41" fmla="*/ 1485563 w 2242827"/>
              <a:gd name="connsiteY41" fmla="*/ 5325 h 2102966"/>
              <a:gd name="connsiteX42" fmla="*/ 1362591 w 2242827"/>
              <a:gd name="connsiteY42" fmla="*/ 0 h 2102966"/>
              <a:gd name="connsiteX43" fmla="*/ 1385194 w 2242827"/>
              <a:gd name="connsiteY43" fmla="*/ 0 h 2102966"/>
              <a:gd name="connsiteX44" fmla="*/ 1364797 w 2242827"/>
              <a:gd name="connsiteY44" fmla="*/ 133264 h 2102966"/>
              <a:gd name="connsiteX45" fmla="*/ 0 w 2242827"/>
              <a:gd name="connsiteY45" fmla="*/ 1245917 h 2102966"/>
              <a:gd name="connsiteX46" fmla="*/ 0 w 2242827"/>
              <a:gd name="connsiteY46" fmla="*/ 1223641 h 2102966"/>
              <a:gd name="connsiteX47" fmla="*/ 1342864 w 2242827"/>
              <a:gd name="connsiteY47" fmla="*/ 128894 h 2102966"/>
              <a:gd name="connsiteX48" fmla="*/ 1238878 w 2242827"/>
              <a:gd name="connsiteY48" fmla="*/ 0 h 2102966"/>
              <a:gd name="connsiteX49" fmla="*/ 1261388 w 2242827"/>
              <a:gd name="connsiteY49" fmla="*/ 0 h 2102966"/>
              <a:gd name="connsiteX50" fmla="*/ 1244763 w 2242827"/>
              <a:gd name="connsiteY50" fmla="*/ 108614 h 2102966"/>
              <a:gd name="connsiteX51" fmla="*/ 0 w 2242827"/>
              <a:gd name="connsiteY51" fmla="*/ 1123397 h 2102966"/>
              <a:gd name="connsiteX52" fmla="*/ 0 w 2242827"/>
              <a:gd name="connsiteY52" fmla="*/ 1101121 h 2102966"/>
              <a:gd name="connsiteX53" fmla="*/ 1222940 w 2242827"/>
              <a:gd name="connsiteY53" fmla="*/ 104135 h 2102966"/>
              <a:gd name="connsiteX54" fmla="*/ 1115178 w 2242827"/>
              <a:gd name="connsiteY54" fmla="*/ 0 h 2102966"/>
              <a:gd name="connsiteX55" fmla="*/ 1137688 w 2242827"/>
              <a:gd name="connsiteY55" fmla="*/ 0 h 2102966"/>
              <a:gd name="connsiteX56" fmla="*/ 1124836 w 2242827"/>
              <a:gd name="connsiteY56" fmla="*/ 83962 h 2102966"/>
              <a:gd name="connsiteX57" fmla="*/ 0 w 2242827"/>
              <a:gd name="connsiteY57" fmla="*/ 1000978 h 2102966"/>
              <a:gd name="connsiteX58" fmla="*/ 0 w 2242827"/>
              <a:gd name="connsiteY58" fmla="*/ 978703 h 2102966"/>
              <a:gd name="connsiteX59" fmla="*/ 1103012 w 2242827"/>
              <a:gd name="connsiteY59" fmla="*/ 79485 h 2102966"/>
              <a:gd name="connsiteX60" fmla="*/ 991375 w 2242827"/>
              <a:gd name="connsiteY60" fmla="*/ 0 h 2102966"/>
              <a:gd name="connsiteX61" fmla="*/ 1013997 w 2242827"/>
              <a:gd name="connsiteY61" fmla="*/ 0 h 2102966"/>
              <a:gd name="connsiteX62" fmla="*/ 1004915 w 2242827"/>
              <a:gd name="connsiteY62" fmla="*/ 59331 h 2102966"/>
              <a:gd name="connsiteX63" fmla="*/ 0 w 2242827"/>
              <a:gd name="connsiteY63" fmla="*/ 878583 h 2102966"/>
              <a:gd name="connsiteX64" fmla="*/ 0 w 2242827"/>
              <a:gd name="connsiteY64" fmla="*/ 856307 h 2102966"/>
              <a:gd name="connsiteX65" fmla="*/ 982981 w 2242827"/>
              <a:gd name="connsiteY65" fmla="*/ 54853 h 2102966"/>
              <a:gd name="connsiteX66" fmla="*/ 866108 w 2242827"/>
              <a:gd name="connsiteY66" fmla="*/ 0 h 2102966"/>
              <a:gd name="connsiteX67" fmla="*/ 888384 w 2242827"/>
              <a:gd name="connsiteY67" fmla="*/ 0 h 2102966"/>
              <a:gd name="connsiteX68" fmla="*/ 884876 w 2242827"/>
              <a:gd name="connsiteY68" fmla="*/ 34680 h 2102966"/>
              <a:gd name="connsiteX69" fmla="*/ 0 w 2242827"/>
              <a:gd name="connsiteY69" fmla="*/ 756058 h 2102966"/>
              <a:gd name="connsiteX70" fmla="*/ 0 w 2242827"/>
              <a:gd name="connsiteY70" fmla="*/ 733782 h 2102966"/>
              <a:gd name="connsiteX71" fmla="*/ 863057 w 2242827"/>
              <a:gd name="connsiteY71" fmla="*/ 30169 h 2102966"/>
              <a:gd name="connsiteX72" fmla="*/ 743692 w 2242827"/>
              <a:gd name="connsiteY72" fmla="*/ 0 h 2102966"/>
              <a:gd name="connsiteX73" fmla="*/ 765973 w 2242827"/>
              <a:gd name="connsiteY73" fmla="*/ 0 h 2102966"/>
              <a:gd name="connsiteX74" fmla="*/ 764957 w 2242827"/>
              <a:gd name="connsiteY74" fmla="*/ 10048 h 2102966"/>
              <a:gd name="connsiteX75" fmla="*/ 0 w 2242827"/>
              <a:gd name="connsiteY75" fmla="*/ 633662 h 2102966"/>
              <a:gd name="connsiteX76" fmla="*/ 0 w 2242827"/>
              <a:gd name="connsiteY76" fmla="*/ 611386 h 2102966"/>
              <a:gd name="connsiteX77" fmla="*/ 743129 w 2242827"/>
              <a:gd name="connsiteY77" fmla="*/ 5570 h 2102966"/>
              <a:gd name="connsiteX78" fmla="*/ 617163 w 2242827"/>
              <a:gd name="connsiteY78" fmla="*/ 0 h 2102966"/>
              <a:gd name="connsiteX79" fmla="*/ 640489 w 2242827"/>
              <a:gd name="connsiteY79" fmla="*/ 0 h 2102966"/>
              <a:gd name="connsiteX80" fmla="*/ 606611 w 2242827"/>
              <a:gd name="connsiteY80" fmla="*/ 108906 h 2102966"/>
              <a:gd name="connsiteX81" fmla="*/ 0 w 2242827"/>
              <a:gd name="connsiteY81" fmla="*/ 511248 h 2102966"/>
              <a:gd name="connsiteX82" fmla="*/ 0 w 2242827"/>
              <a:gd name="connsiteY82" fmla="*/ 488972 h 2102966"/>
              <a:gd name="connsiteX83" fmla="*/ 585980 w 2242827"/>
              <a:gd name="connsiteY83" fmla="*/ 100252 h 2102966"/>
              <a:gd name="connsiteX84" fmla="*/ 489561 w 2242827"/>
              <a:gd name="connsiteY84" fmla="*/ 0 h 2102966"/>
              <a:gd name="connsiteX85" fmla="*/ 512789 w 2242827"/>
              <a:gd name="connsiteY85" fmla="*/ 0 h 2102966"/>
              <a:gd name="connsiteX86" fmla="*/ 493721 w 2242827"/>
              <a:gd name="connsiteY86" fmla="*/ 61289 h 2102966"/>
              <a:gd name="connsiteX87" fmla="*/ 0 w 2242827"/>
              <a:gd name="connsiteY87" fmla="*/ 388735 h 2102966"/>
              <a:gd name="connsiteX88" fmla="*/ 0 w 2242827"/>
              <a:gd name="connsiteY88" fmla="*/ 366459 h 2102966"/>
              <a:gd name="connsiteX89" fmla="*/ 473199 w 2242827"/>
              <a:gd name="connsiteY89" fmla="*/ 52587 h 2102966"/>
              <a:gd name="connsiteX90" fmla="*/ 361966 w 2242827"/>
              <a:gd name="connsiteY90" fmla="*/ 0 h 2102966"/>
              <a:gd name="connsiteX91" fmla="*/ 385181 w 2242827"/>
              <a:gd name="connsiteY91" fmla="*/ 0 h 2102966"/>
              <a:gd name="connsiteX92" fmla="*/ 380937 w 2242827"/>
              <a:gd name="connsiteY92" fmla="*/ 13636 h 2102966"/>
              <a:gd name="connsiteX93" fmla="*/ 0 w 2242827"/>
              <a:gd name="connsiteY93" fmla="*/ 266328 h 2102966"/>
              <a:gd name="connsiteX94" fmla="*/ 0 w 2242827"/>
              <a:gd name="connsiteY94" fmla="*/ 244052 h 2102966"/>
              <a:gd name="connsiteX95" fmla="*/ 360416 w 2242827"/>
              <a:gd name="connsiteY95" fmla="*/ 4982 h 2102966"/>
              <a:gd name="connsiteX96" fmla="*/ 218905 w 2242827"/>
              <a:gd name="connsiteY96" fmla="*/ 0 h 2102966"/>
              <a:gd name="connsiteX97" fmla="*/ 249720 w 2242827"/>
              <a:gd name="connsiteY97" fmla="*/ 0 h 2102966"/>
              <a:gd name="connsiteX98" fmla="*/ 241311 w 2242827"/>
              <a:gd name="connsiteY98" fmla="*/ 15475 h 2102966"/>
              <a:gd name="connsiteX99" fmla="*/ 0 w 2242827"/>
              <a:gd name="connsiteY99" fmla="*/ 143932 h 2102966"/>
              <a:gd name="connsiteX100" fmla="*/ 0 w 2242827"/>
              <a:gd name="connsiteY100" fmla="*/ 121656 h 2102966"/>
              <a:gd name="connsiteX101" fmla="*/ 189966 w 2242827"/>
              <a:gd name="connsiteY101" fmla="*/ 42875 h 21029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</a:cxnLst>
            <a:rect l="l" t="t" r="r" b="b"/>
            <a:pathLst>
              <a:path w="2242827" h="2102966">
                <a:moveTo>
                  <a:pt x="2220549" y="0"/>
                </a:moveTo>
                <a:lnTo>
                  <a:pt x="2242827" y="0"/>
                </a:lnTo>
                <a:lnTo>
                  <a:pt x="2238641" y="82607"/>
                </a:lnTo>
                <a:cubicBezTo>
                  <a:pt x="2123193" y="1215807"/>
                  <a:pt x="1163255" y="2102966"/>
                  <a:pt x="1" y="2102966"/>
                </a:cubicBezTo>
                <a:lnTo>
                  <a:pt x="1" y="2080690"/>
                </a:lnTo>
                <a:cubicBezTo>
                  <a:pt x="1151759" y="2080690"/>
                  <a:pt x="2102176" y="1202330"/>
                  <a:pt x="2216479" y="80336"/>
                </a:cubicBezTo>
                <a:close/>
                <a:moveTo>
                  <a:pt x="2098030" y="0"/>
                </a:moveTo>
                <a:lnTo>
                  <a:pt x="2120412" y="0"/>
                </a:lnTo>
                <a:lnTo>
                  <a:pt x="2116859" y="70117"/>
                </a:lnTo>
                <a:cubicBezTo>
                  <a:pt x="2007691" y="1141666"/>
                  <a:pt x="1099966" y="1980571"/>
                  <a:pt x="1" y="1980571"/>
                </a:cubicBezTo>
                <a:lnTo>
                  <a:pt x="1" y="1958295"/>
                </a:lnTo>
                <a:cubicBezTo>
                  <a:pt x="1088470" y="1958295"/>
                  <a:pt x="1986577" y="1128187"/>
                  <a:pt x="2094588" y="67938"/>
                </a:cubicBezTo>
                <a:close/>
                <a:moveTo>
                  <a:pt x="1975608" y="0"/>
                </a:moveTo>
                <a:lnTo>
                  <a:pt x="1997887" y="0"/>
                </a:lnTo>
                <a:lnTo>
                  <a:pt x="1994968" y="57611"/>
                </a:lnTo>
                <a:cubicBezTo>
                  <a:pt x="1892090" y="1067493"/>
                  <a:pt x="1036676" y="1858047"/>
                  <a:pt x="1" y="1858047"/>
                </a:cubicBezTo>
                <a:lnTo>
                  <a:pt x="1" y="1835771"/>
                </a:lnTo>
                <a:cubicBezTo>
                  <a:pt x="1025181" y="1835771"/>
                  <a:pt x="1871073" y="1053919"/>
                  <a:pt x="1972805" y="55322"/>
                </a:cubicBezTo>
                <a:close/>
                <a:moveTo>
                  <a:pt x="1853193" y="0"/>
                </a:moveTo>
                <a:lnTo>
                  <a:pt x="1875472" y="0"/>
                </a:lnTo>
                <a:lnTo>
                  <a:pt x="1873186" y="45119"/>
                </a:lnTo>
                <a:cubicBezTo>
                  <a:pt x="1776588" y="993350"/>
                  <a:pt x="973388" y="1735650"/>
                  <a:pt x="0" y="1735650"/>
                </a:cubicBezTo>
                <a:lnTo>
                  <a:pt x="0" y="1713374"/>
                </a:lnTo>
                <a:cubicBezTo>
                  <a:pt x="961784" y="1713374"/>
                  <a:pt x="1755557" y="979877"/>
                  <a:pt x="1851022" y="42848"/>
                </a:cubicBezTo>
                <a:close/>
                <a:moveTo>
                  <a:pt x="1730668" y="0"/>
                </a:moveTo>
                <a:lnTo>
                  <a:pt x="1753056" y="0"/>
                </a:lnTo>
                <a:lnTo>
                  <a:pt x="1751404" y="32610"/>
                </a:lnTo>
                <a:cubicBezTo>
                  <a:pt x="1661086" y="919190"/>
                  <a:pt x="910098" y="1613232"/>
                  <a:pt x="0" y="1613232"/>
                </a:cubicBezTo>
                <a:lnTo>
                  <a:pt x="0" y="1590961"/>
                </a:lnTo>
                <a:cubicBezTo>
                  <a:pt x="898495" y="1590961"/>
                  <a:pt x="1639954" y="905712"/>
                  <a:pt x="1729127" y="30432"/>
                </a:cubicBezTo>
                <a:close/>
                <a:moveTo>
                  <a:pt x="1608247" y="0"/>
                </a:moveTo>
                <a:lnTo>
                  <a:pt x="1630525" y="0"/>
                </a:lnTo>
                <a:lnTo>
                  <a:pt x="1629507" y="20086"/>
                </a:lnTo>
                <a:cubicBezTo>
                  <a:pt x="1545469" y="844919"/>
                  <a:pt x="846701" y="1490712"/>
                  <a:pt x="0" y="1490712"/>
                </a:cubicBezTo>
                <a:lnTo>
                  <a:pt x="0" y="1468436"/>
                </a:lnTo>
                <a:cubicBezTo>
                  <a:pt x="835206" y="1468436"/>
                  <a:pt x="1524451" y="831445"/>
                  <a:pt x="1607345" y="17816"/>
                </a:cubicBezTo>
                <a:close/>
                <a:moveTo>
                  <a:pt x="1485833" y="0"/>
                </a:moveTo>
                <a:lnTo>
                  <a:pt x="1508109" y="0"/>
                </a:lnTo>
                <a:lnTo>
                  <a:pt x="1507724" y="7596"/>
                </a:lnTo>
                <a:cubicBezTo>
                  <a:pt x="1429966" y="770778"/>
                  <a:pt x="783416" y="1368317"/>
                  <a:pt x="0" y="1368317"/>
                </a:cubicBezTo>
                <a:lnTo>
                  <a:pt x="0" y="1346041"/>
                </a:lnTo>
                <a:cubicBezTo>
                  <a:pt x="771917" y="1346041"/>
                  <a:pt x="1408949" y="757304"/>
                  <a:pt x="1485563" y="5325"/>
                </a:cubicBezTo>
                <a:close/>
                <a:moveTo>
                  <a:pt x="1362591" y="0"/>
                </a:moveTo>
                <a:lnTo>
                  <a:pt x="1385194" y="0"/>
                </a:lnTo>
                <a:lnTo>
                  <a:pt x="1364797" y="133264"/>
                </a:lnTo>
                <a:cubicBezTo>
                  <a:pt x="1234684" y="767432"/>
                  <a:pt x="672215" y="1245917"/>
                  <a:pt x="0" y="1245917"/>
                </a:cubicBezTo>
                <a:lnTo>
                  <a:pt x="0" y="1223641"/>
                </a:lnTo>
                <a:cubicBezTo>
                  <a:pt x="661385" y="1223641"/>
                  <a:pt x="1214835" y="752908"/>
                  <a:pt x="1342864" y="128894"/>
                </a:cubicBezTo>
                <a:close/>
                <a:moveTo>
                  <a:pt x="1238878" y="0"/>
                </a:moveTo>
                <a:lnTo>
                  <a:pt x="1261388" y="0"/>
                </a:lnTo>
                <a:lnTo>
                  <a:pt x="1244763" y="108614"/>
                </a:lnTo>
                <a:cubicBezTo>
                  <a:pt x="1126083" y="687031"/>
                  <a:pt x="613049" y="1123397"/>
                  <a:pt x="0" y="1123397"/>
                </a:cubicBezTo>
                <a:lnTo>
                  <a:pt x="0" y="1101121"/>
                </a:lnTo>
                <a:cubicBezTo>
                  <a:pt x="602316" y="1101121"/>
                  <a:pt x="1106344" y="672419"/>
                  <a:pt x="1222940" y="104135"/>
                </a:cubicBezTo>
                <a:close/>
                <a:moveTo>
                  <a:pt x="1115178" y="0"/>
                </a:moveTo>
                <a:lnTo>
                  <a:pt x="1137688" y="0"/>
                </a:lnTo>
                <a:lnTo>
                  <a:pt x="1124836" y="83962"/>
                </a:lnTo>
                <a:cubicBezTo>
                  <a:pt x="1017592" y="606647"/>
                  <a:pt x="553979" y="1000978"/>
                  <a:pt x="0" y="1000978"/>
                </a:cubicBezTo>
                <a:lnTo>
                  <a:pt x="0" y="978703"/>
                </a:lnTo>
                <a:cubicBezTo>
                  <a:pt x="543246" y="978703"/>
                  <a:pt x="997852" y="592039"/>
                  <a:pt x="1103012" y="79485"/>
                </a:cubicBezTo>
                <a:close/>
                <a:moveTo>
                  <a:pt x="991375" y="0"/>
                </a:moveTo>
                <a:lnTo>
                  <a:pt x="1013997" y="0"/>
                </a:lnTo>
                <a:lnTo>
                  <a:pt x="1004915" y="59331"/>
                </a:lnTo>
                <a:cubicBezTo>
                  <a:pt x="909100" y="526286"/>
                  <a:pt x="494909" y="878583"/>
                  <a:pt x="0" y="878583"/>
                </a:cubicBezTo>
                <a:lnTo>
                  <a:pt x="0" y="856307"/>
                </a:lnTo>
                <a:cubicBezTo>
                  <a:pt x="484176" y="856307"/>
                  <a:pt x="889272" y="511676"/>
                  <a:pt x="982981" y="54853"/>
                </a:cubicBezTo>
                <a:close/>
                <a:moveTo>
                  <a:pt x="866108" y="0"/>
                </a:moveTo>
                <a:lnTo>
                  <a:pt x="888384" y="0"/>
                </a:lnTo>
                <a:lnTo>
                  <a:pt x="884876" y="34680"/>
                </a:lnTo>
                <a:cubicBezTo>
                  <a:pt x="800495" y="445883"/>
                  <a:pt x="435739" y="756058"/>
                  <a:pt x="0" y="756058"/>
                </a:cubicBezTo>
                <a:lnTo>
                  <a:pt x="0" y="733782"/>
                </a:lnTo>
                <a:cubicBezTo>
                  <a:pt x="425107" y="733782"/>
                  <a:pt x="780781" y="431187"/>
                  <a:pt x="863057" y="30169"/>
                </a:cubicBezTo>
                <a:close/>
                <a:moveTo>
                  <a:pt x="743692" y="0"/>
                </a:moveTo>
                <a:lnTo>
                  <a:pt x="765973" y="0"/>
                </a:lnTo>
                <a:lnTo>
                  <a:pt x="764957" y="10048"/>
                </a:lnTo>
                <a:cubicBezTo>
                  <a:pt x="692029" y="365521"/>
                  <a:pt x="376767" y="633662"/>
                  <a:pt x="0" y="633662"/>
                </a:cubicBezTo>
                <a:lnTo>
                  <a:pt x="0" y="611386"/>
                </a:lnTo>
                <a:cubicBezTo>
                  <a:pt x="365938" y="611386"/>
                  <a:pt x="672265" y="350911"/>
                  <a:pt x="743129" y="5570"/>
                </a:cubicBezTo>
                <a:close/>
                <a:moveTo>
                  <a:pt x="617163" y="0"/>
                </a:moveTo>
                <a:lnTo>
                  <a:pt x="640489" y="0"/>
                </a:lnTo>
                <a:lnTo>
                  <a:pt x="606611" y="108906"/>
                </a:lnTo>
                <a:cubicBezTo>
                  <a:pt x="506524" y="345128"/>
                  <a:pt x="272312" y="511248"/>
                  <a:pt x="0" y="511248"/>
                </a:cubicBezTo>
                <a:lnTo>
                  <a:pt x="0" y="488972"/>
                </a:lnTo>
                <a:cubicBezTo>
                  <a:pt x="263030" y="488972"/>
                  <a:pt x="489290" y="328485"/>
                  <a:pt x="585980" y="100252"/>
                </a:cubicBezTo>
                <a:close/>
                <a:moveTo>
                  <a:pt x="489561" y="0"/>
                </a:moveTo>
                <a:lnTo>
                  <a:pt x="512789" y="0"/>
                </a:lnTo>
                <a:lnTo>
                  <a:pt x="493721" y="61289"/>
                </a:lnTo>
                <a:cubicBezTo>
                  <a:pt x="412246" y="253561"/>
                  <a:pt x="221597" y="388735"/>
                  <a:pt x="0" y="388735"/>
                </a:cubicBezTo>
                <a:lnTo>
                  <a:pt x="0" y="366459"/>
                </a:lnTo>
                <a:cubicBezTo>
                  <a:pt x="212399" y="366459"/>
                  <a:pt x="395116" y="236854"/>
                  <a:pt x="473199" y="52587"/>
                </a:cubicBezTo>
                <a:close/>
                <a:moveTo>
                  <a:pt x="361966" y="0"/>
                </a:moveTo>
                <a:lnTo>
                  <a:pt x="385181" y="0"/>
                </a:lnTo>
                <a:lnTo>
                  <a:pt x="380937" y="13636"/>
                </a:lnTo>
                <a:cubicBezTo>
                  <a:pt x="318070" y="161973"/>
                  <a:pt x="170965" y="266328"/>
                  <a:pt x="0" y="266328"/>
                </a:cubicBezTo>
                <a:lnTo>
                  <a:pt x="0" y="244052"/>
                </a:lnTo>
                <a:cubicBezTo>
                  <a:pt x="161767" y="244052"/>
                  <a:pt x="300940" y="145329"/>
                  <a:pt x="360416" y="4982"/>
                </a:cubicBezTo>
                <a:close/>
                <a:moveTo>
                  <a:pt x="218905" y="0"/>
                </a:moveTo>
                <a:lnTo>
                  <a:pt x="249720" y="0"/>
                </a:lnTo>
                <a:lnTo>
                  <a:pt x="241311" y="15475"/>
                </a:lnTo>
                <a:cubicBezTo>
                  <a:pt x="188962" y="92909"/>
                  <a:pt x="100349" y="143932"/>
                  <a:pt x="0" y="143932"/>
                </a:cubicBezTo>
                <a:lnTo>
                  <a:pt x="0" y="121656"/>
                </a:lnTo>
                <a:cubicBezTo>
                  <a:pt x="74091" y="121656"/>
                  <a:pt x="141290" y="91533"/>
                  <a:pt x="189966" y="42875"/>
                </a:cubicBezTo>
                <a:close/>
              </a:path>
            </a:pathLst>
          </a:custGeom>
          <a:solidFill>
            <a:schemeClr val="accent3">
              <a:lumMod val="20000"/>
              <a:lumOff val="80000"/>
            </a:schemeClr>
          </a:solidFill>
          <a:ln w="4588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45005521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CAA6B609-D718-DB49-892F-7E49376CC913}"/>
              </a:ext>
            </a:extLst>
          </p:cNvPr>
          <p:cNvSpPr/>
          <p:nvPr userDrawn="1"/>
        </p:nvSpPr>
        <p:spPr>
          <a:xfrm flipH="1" flipV="1">
            <a:off x="9949173" y="4755034"/>
            <a:ext cx="2242827" cy="2102966"/>
          </a:xfrm>
          <a:custGeom>
            <a:avLst/>
            <a:gdLst>
              <a:gd name="connsiteX0" fmla="*/ 2220549 w 2242827"/>
              <a:gd name="connsiteY0" fmla="*/ 0 h 2102966"/>
              <a:gd name="connsiteX1" fmla="*/ 2242827 w 2242827"/>
              <a:gd name="connsiteY1" fmla="*/ 0 h 2102966"/>
              <a:gd name="connsiteX2" fmla="*/ 2238641 w 2242827"/>
              <a:gd name="connsiteY2" fmla="*/ 82607 h 2102966"/>
              <a:gd name="connsiteX3" fmla="*/ 1 w 2242827"/>
              <a:gd name="connsiteY3" fmla="*/ 2102966 h 2102966"/>
              <a:gd name="connsiteX4" fmla="*/ 1 w 2242827"/>
              <a:gd name="connsiteY4" fmla="*/ 2080690 h 2102966"/>
              <a:gd name="connsiteX5" fmla="*/ 2216479 w 2242827"/>
              <a:gd name="connsiteY5" fmla="*/ 80336 h 2102966"/>
              <a:gd name="connsiteX6" fmla="*/ 2098030 w 2242827"/>
              <a:gd name="connsiteY6" fmla="*/ 0 h 2102966"/>
              <a:gd name="connsiteX7" fmla="*/ 2120412 w 2242827"/>
              <a:gd name="connsiteY7" fmla="*/ 0 h 2102966"/>
              <a:gd name="connsiteX8" fmla="*/ 2116859 w 2242827"/>
              <a:gd name="connsiteY8" fmla="*/ 70117 h 2102966"/>
              <a:gd name="connsiteX9" fmla="*/ 1 w 2242827"/>
              <a:gd name="connsiteY9" fmla="*/ 1980571 h 2102966"/>
              <a:gd name="connsiteX10" fmla="*/ 1 w 2242827"/>
              <a:gd name="connsiteY10" fmla="*/ 1958295 h 2102966"/>
              <a:gd name="connsiteX11" fmla="*/ 2094588 w 2242827"/>
              <a:gd name="connsiteY11" fmla="*/ 67938 h 2102966"/>
              <a:gd name="connsiteX12" fmla="*/ 1975608 w 2242827"/>
              <a:gd name="connsiteY12" fmla="*/ 0 h 2102966"/>
              <a:gd name="connsiteX13" fmla="*/ 1997887 w 2242827"/>
              <a:gd name="connsiteY13" fmla="*/ 0 h 2102966"/>
              <a:gd name="connsiteX14" fmla="*/ 1994968 w 2242827"/>
              <a:gd name="connsiteY14" fmla="*/ 57611 h 2102966"/>
              <a:gd name="connsiteX15" fmla="*/ 1 w 2242827"/>
              <a:gd name="connsiteY15" fmla="*/ 1858047 h 2102966"/>
              <a:gd name="connsiteX16" fmla="*/ 1 w 2242827"/>
              <a:gd name="connsiteY16" fmla="*/ 1835771 h 2102966"/>
              <a:gd name="connsiteX17" fmla="*/ 1972805 w 2242827"/>
              <a:gd name="connsiteY17" fmla="*/ 55322 h 2102966"/>
              <a:gd name="connsiteX18" fmla="*/ 1853193 w 2242827"/>
              <a:gd name="connsiteY18" fmla="*/ 0 h 2102966"/>
              <a:gd name="connsiteX19" fmla="*/ 1875472 w 2242827"/>
              <a:gd name="connsiteY19" fmla="*/ 0 h 2102966"/>
              <a:gd name="connsiteX20" fmla="*/ 1873186 w 2242827"/>
              <a:gd name="connsiteY20" fmla="*/ 45119 h 2102966"/>
              <a:gd name="connsiteX21" fmla="*/ 0 w 2242827"/>
              <a:gd name="connsiteY21" fmla="*/ 1735650 h 2102966"/>
              <a:gd name="connsiteX22" fmla="*/ 0 w 2242827"/>
              <a:gd name="connsiteY22" fmla="*/ 1713374 h 2102966"/>
              <a:gd name="connsiteX23" fmla="*/ 1851022 w 2242827"/>
              <a:gd name="connsiteY23" fmla="*/ 42848 h 2102966"/>
              <a:gd name="connsiteX24" fmla="*/ 1730668 w 2242827"/>
              <a:gd name="connsiteY24" fmla="*/ 0 h 2102966"/>
              <a:gd name="connsiteX25" fmla="*/ 1753056 w 2242827"/>
              <a:gd name="connsiteY25" fmla="*/ 0 h 2102966"/>
              <a:gd name="connsiteX26" fmla="*/ 1751404 w 2242827"/>
              <a:gd name="connsiteY26" fmla="*/ 32610 h 2102966"/>
              <a:gd name="connsiteX27" fmla="*/ 0 w 2242827"/>
              <a:gd name="connsiteY27" fmla="*/ 1613232 h 2102966"/>
              <a:gd name="connsiteX28" fmla="*/ 0 w 2242827"/>
              <a:gd name="connsiteY28" fmla="*/ 1590961 h 2102966"/>
              <a:gd name="connsiteX29" fmla="*/ 1729127 w 2242827"/>
              <a:gd name="connsiteY29" fmla="*/ 30432 h 2102966"/>
              <a:gd name="connsiteX30" fmla="*/ 1608247 w 2242827"/>
              <a:gd name="connsiteY30" fmla="*/ 0 h 2102966"/>
              <a:gd name="connsiteX31" fmla="*/ 1630525 w 2242827"/>
              <a:gd name="connsiteY31" fmla="*/ 0 h 2102966"/>
              <a:gd name="connsiteX32" fmla="*/ 1629507 w 2242827"/>
              <a:gd name="connsiteY32" fmla="*/ 20086 h 2102966"/>
              <a:gd name="connsiteX33" fmla="*/ 0 w 2242827"/>
              <a:gd name="connsiteY33" fmla="*/ 1490712 h 2102966"/>
              <a:gd name="connsiteX34" fmla="*/ 0 w 2242827"/>
              <a:gd name="connsiteY34" fmla="*/ 1468436 h 2102966"/>
              <a:gd name="connsiteX35" fmla="*/ 1607345 w 2242827"/>
              <a:gd name="connsiteY35" fmla="*/ 17816 h 2102966"/>
              <a:gd name="connsiteX36" fmla="*/ 1485833 w 2242827"/>
              <a:gd name="connsiteY36" fmla="*/ 0 h 2102966"/>
              <a:gd name="connsiteX37" fmla="*/ 1508109 w 2242827"/>
              <a:gd name="connsiteY37" fmla="*/ 0 h 2102966"/>
              <a:gd name="connsiteX38" fmla="*/ 1507724 w 2242827"/>
              <a:gd name="connsiteY38" fmla="*/ 7596 h 2102966"/>
              <a:gd name="connsiteX39" fmla="*/ 0 w 2242827"/>
              <a:gd name="connsiteY39" fmla="*/ 1368317 h 2102966"/>
              <a:gd name="connsiteX40" fmla="*/ 0 w 2242827"/>
              <a:gd name="connsiteY40" fmla="*/ 1346041 h 2102966"/>
              <a:gd name="connsiteX41" fmla="*/ 1485563 w 2242827"/>
              <a:gd name="connsiteY41" fmla="*/ 5325 h 2102966"/>
              <a:gd name="connsiteX42" fmla="*/ 1362591 w 2242827"/>
              <a:gd name="connsiteY42" fmla="*/ 0 h 2102966"/>
              <a:gd name="connsiteX43" fmla="*/ 1385194 w 2242827"/>
              <a:gd name="connsiteY43" fmla="*/ 0 h 2102966"/>
              <a:gd name="connsiteX44" fmla="*/ 1364797 w 2242827"/>
              <a:gd name="connsiteY44" fmla="*/ 133264 h 2102966"/>
              <a:gd name="connsiteX45" fmla="*/ 0 w 2242827"/>
              <a:gd name="connsiteY45" fmla="*/ 1245917 h 2102966"/>
              <a:gd name="connsiteX46" fmla="*/ 0 w 2242827"/>
              <a:gd name="connsiteY46" fmla="*/ 1223641 h 2102966"/>
              <a:gd name="connsiteX47" fmla="*/ 1342864 w 2242827"/>
              <a:gd name="connsiteY47" fmla="*/ 128894 h 2102966"/>
              <a:gd name="connsiteX48" fmla="*/ 1238878 w 2242827"/>
              <a:gd name="connsiteY48" fmla="*/ 0 h 2102966"/>
              <a:gd name="connsiteX49" fmla="*/ 1261388 w 2242827"/>
              <a:gd name="connsiteY49" fmla="*/ 0 h 2102966"/>
              <a:gd name="connsiteX50" fmla="*/ 1244763 w 2242827"/>
              <a:gd name="connsiteY50" fmla="*/ 108614 h 2102966"/>
              <a:gd name="connsiteX51" fmla="*/ 0 w 2242827"/>
              <a:gd name="connsiteY51" fmla="*/ 1123397 h 2102966"/>
              <a:gd name="connsiteX52" fmla="*/ 0 w 2242827"/>
              <a:gd name="connsiteY52" fmla="*/ 1101121 h 2102966"/>
              <a:gd name="connsiteX53" fmla="*/ 1222940 w 2242827"/>
              <a:gd name="connsiteY53" fmla="*/ 104135 h 2102966"/>
              <a:gd name="connsiteX54" fmla="*/ 1115178 w 2242827"/>
              <a:gd name="connsiteY54" fmla="*/ 0 h 2102966"/>
              <a:gd name="connsiteX55" fmla="*/ 1137688 w 2242827"/>
              <a:gd name="connsiteY55" fmla="*/ 0 h 2102966"/>
              <a:gd name="connsiteX56" fmla="*/ 1124836 w 2242827"/>
              <a:gd name="connsiteY56" fmla="*/ 83962 h 2102966"/>
              <a:gd name="connsiteX57" fmla="*/ 0 w 2242827"/>
              <a:gd name="connsiteY57" fmla="*/ 1000978 h 2102966"/>
              <a:gd name="connsiteX58" fmla="*/ 0 w 2242827"/>
              <a:gd name="connsiteY58" fmla="*/ 978703 h 2102966"/>
              <a:gd name="connsiteX59" fmla="*/ 1103012 w 2242827"/>
              <a:gd name="connsiteY59" fmla="*/ 79485 h 2102966"/>
              <a:gd name="connsiteX60" fmla="*/ 991375 w 2242827"/>
              <a:gd name="connsiteY60" fmla="*/ 0 h 2102966"/>
              <a:gd name="connsiteX61" fmla="*/ 1013997 w 2242827"/>
              <a:gd name="connsiteY61" fmla="*/ 0 h 2102966"/>
              <a:gd name="connsiteX62" fmla="*/ 1004915 w 2242827"/>
              <a:gd name="connsiteY62" fmla="*/ 59331 h 2102966"/>
              <a:gd name="connsiteX63" fmla="*/ 0 w 2242827"/>
              <a:gd name="connsiteY63" fmla="*/ 878583 h 2102966"/>
              <a:gd name="connsiteX64" fmla="*/ 0 w 2242827"/>
              <a:gd name="connsiteY64" fmla="*/ 856307 h 2102966"/>
              <a:gd name="connsiteX65" fmla="*/ 982981 w 2242827"/>
              <a:gd name="connsiteY65" fmla="*/ 54853 h 2102966"/>
              <a:gd name="connsiteX66" fmla="*/ 866108 w 2242827"/>
              <a:gd name="connsiteY66" fmla="*/ 0 h 2102966"/>
              <a:gd name="connsiteX67" fmla="*/ 888384 w 2242827"/>
              <a:gd name="connsiteY67" fmla="*/ 0 h 2102966"/>
              <a:gd name="connsiteX68" fmla="*/ 884876 w 2242827"/>
              <a:gd name="connsiteY68" fmla="*/ 34680 h 2102966"/>
              <a:gd name="connsiteX69" fmla="*/ 0 w 2242827"/>
              <a:gd name="connsiteY69" fmla="*/ 756058 h 2102966"/>
              <a:gd name="connsiteX70" fmla="*/ 0 w 2242827"/>
              <a:gd name="connsiteY70" fmla="*/ 733782 h 2102966"/>
              <a:gd name="connsiteX71" fmla="*/ 863057 w 2242827"/>
              <a:gd name="connsiteY71" fmla="*/ 30169 h 2102966"/>
              <a:gd name="connsiteX72" fmla="*/ 743692 w 2242827"/>
              <a:gd name="connsiteY72" fmla="*/ 0 h 2102966"/>
              <a:gd name="connsiteX73" fmla="*/ 765973 w 2242827"/>
              <a:gd name="connsiteY73" fmla="*/ 0 h 2102966"/>
              <a:gd name="connsiteX74" fmla="*/ 764957 w 2242827"/>
              <a:gd name="connsiteY74" fmla="*/ 10048 h 2102966"/>
              <a:gd name="connsiteX75" fmla="*/ 0 w 2242827"/>
              <a:gd name="connsiteY75" fmla="*/ 633662 h 2102966"/>
              <a:gd name="connsiteX76" fmla="*/ 0 w 2242827"/>
              <a:gd name="connsiteY76" fmla="*/ 611386 h 2102966"/>
              <a:gd name="connsiteX77" fmla="*/ 743129 w 2242827"/>
              <a:gd name="connsiteY77" fmla="*/ 5570 h 2102966"/>
              <a:gd name="connsiteX78" fmla="*/ 617163 w 2242827"/>
              <a:gd name="connsiteY78" fmla="*/ 0 h 2102966"/>
              <a:gd name="connsiteX79" fmla="*/ 640489 w 2242827"/>
              <a:gd name="connsiteY79" fmla="*/ 0 h 2102966"/>
              <a:gd name="connsiteX80" fmla="*/ 606611 w 2242827"/>
              <a:gd name="connsiteY80" fmla="*/ 108906 h 2102966"/>
              <a:gd name="connsiteX81" fmla="*/ 0 w 2242827"/>
              <a:gd name="connsiteY81" fmla="*/ 511248 h 2102966"/>
              <a:gd name="connsiteX82" fmla="*/ 0 w 2242827"/>
              <a:gd name="connsiteY82" fmla="*/ 488972 h 2102966"/>
              <a:gd name="connsiteX83" fmla="*/ 585980 w 2242827"/>
              <a:gd name="connsiteY83" fmla="*/ 100252 h 2102966"/>
              <a:gd name="connsiteX84" fmla="*/ 489561 w 2242827"/>
              <a:gd name="connsiteY84" fmla="*/ 0 h 2102966"/>
              <a:gd name="connsiteX85" fmla="*/ 512789 w 2242827"/>
              <a:gd name="connsiteY85" fmla="*/ 0 h 2102966"/>
              <a:gd name="connsiteX86" fmla="*/ 493721 w 2242827"/>
              <a:gd name="connsiteY86" fmla="*/ 61289 h 2102966"/>
              <a:gd name="connsiteX87" fmla="*/ 0 w 2242827"/>
              <a:gd name="connsiteY87" fmla="*/ 388735 h 2102966"/>
              <a:gd name="connsiteX88" fmla="*/ 0 w 2242827"/>
              <a:gd name="connsiteY88" fmla="*/ 366459 h 2102966"/>
              <a:gd name="connsiteX89" fmla="*/ 473199 w 2242827"/>
              <a:gd name="connsiteY89" fmla="*/ 52587 h 2102966"/>
              <a:gd name="connsiteX90" fmla="*/ 361966 w 2242827"/>
              <a:gd name="connsiteY90" fmla="*/ 0 h 2102966"/>
              <a:gd name="connsiteX91" fmla="*/ 385181 w 2242827"/>
              <a:gd name="connsiteY91" fmla="*/ 0 h 2102966"/>
              <a:gd name="connsiteX92" fmla="*/ 380937 w 2242827"/>
              <a:gd name="connsiteY92" fmla="*/ 13636 h 2102966"/>
              <a:gd name="connsiteX93" fmla="*/ 0 w 2242827"/>
              <a:gd name="connsiteY93" fmla="*/ 266328 h 2102966"/>
              <a:gd name="connsiteX94" fmla="*/ 0 w 2242827"/>
              <a:gd name="connsiteY94" fmla="*/ 244052 h 2102966"/>
              <a:gd name="connsiteX95" fmla="*/ 360416 w 2242827"/>
              <a:gd name="connsiteY95" fmla="*/ 4982 h 2102966"/>
              <a:gd name="connsiteX96" fmla="*/ 218905 w 2242827"/>
              <a:gd name="connsiteY96" fmla="*/ 0 h 2102966"/>
              <a:gd name="connsiteX97" fmla="*/ 249720 w 2242827"/>
              <a:gd name="connsiteY97" fmla="*/ 0 h 2102966"/>
              <a:gd name="connsiteX98" fmla="*/ 241311 w 2242827"/>
              <a:gd name="connsiteY98" fmla="*/ 15475 h 2102966"/>
              <a:gd name="connsiteX99" fmla="*/ 0 w 2242827"/>
              <a:gd name="connsiteY99" fmla="*/ 143932 h 2102966"/>
              <a:gd name="connsiteX100" fmla="*/ 0 w 2242827"/>
              <a:gd name="connsiteY100" fmla="*/ 121656 h 2102966"/>
              <a:gd name="connsiteX101" fmla="*/ 189966 w 2242827"/>
              <a:gd name="connsiteY101" fmla="*/ 42875 h 21029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</a:cxnLst>
            <a:rect l="l" t="t" r="r" b="b"/>
            <a:pathLst>
              <a:path w="2242827" h="2102966">
                <a:moveTo>
                  <a:pt x="2220549" y="0"/>
                </a:moveTo>
                <a:lnTo>
                  <a:pt x="2242827" y="0"/>
                </a:lnTo>
                <a:lnTo>
                  <a:pt x="2238641" y="82607"/>
                </a:lnTo>
                <a:cubicBezTo>
                  <a:pt x="2123193" y="1215807"/>
                  <a:pt x="1163255" y="2102966"/>
                  <a:pt x="1" y="2102966"/>
                </a:cubicBezTo>
                <a:lnTo>
                  <a:pt x="1" y="2080690"/>
                </a:lnTo>
                <a:cubicBezTo>
                  <a:pt x="1151759" y="2080690"/>
                  <a:pt x="2102176" y="1202330"/>
                  <a:pt x="2216479" y="80336"/>
                </a:cubicBezTo>
                <a:close/>
                <a:moveTo>
                  <a:pt x="2098030" y="0"/>
                </a:moveTo>
                <a:lnTo>
                  <a:pt x="2120412" y="0"/>
                </a:lnTo>
                <a:lnTo>
                  <a:pt x="2116859" y="70117"/>
                </a:lnTo>
                <a:cubicBezTo>
                  <a:pt x="2007691" y="1141666"/>
                  <a:pt x="1099966" y="1980571"/>
                  <a:pt x="1" y="1980571"/>
                </a:cubicBezTo>
                <a:lnTo>
                  <a:pt x="1" y="1958295"/>
                </a:lnTo>
                <a:cubicBezTo>
                  <a:pt x="1088470" y="1958295"/>
                  <a:pt x="1986577" y="1128187"/>
                  <a:pt x="2094588" y="67938"/>
                </a:cubicBezTo>
                <a:close/>
                <a:moveTo>
                  <a:pt x="1975608" y="0"/>
                </a:moveTo>
                <a:lnTo>
                  <a:pt x="1997887" y="0"/>
                </a:lnTo>
                <a:lnTo>
                  <a:pt x="1994968" y="57611"/>
                </a:lnTo>
                <a:cubicBezTo>
                  <a:pt x="1892090" y="1067493"/>
                  <a:pt x="1036676" y="1858047"/>
                  <a:pt x="1" y="1858047"/>
                </a:cubicBezTo>
                <a:lnTo>
                  <a:pt x="1" y="1835771"/>
                </a:lnTo>
                <a:cubicBezTo>
                  <a:pt x="1025181" y="1835771"/>
                  <a:pt x="1871073" y="1053919"/>
                  <a:pt x="1972805" y="55322"/>
                </a:cubicBezTo>
                <a:close/>
                <a:moveTo>
                  <a:pt x="1853193" y="0"/>
                </a:moveTo>
                <a:lnTo>
                  <a:pt x="1875472" y="0"/>
                </a:lnTo>
                <a:lnTo>
                  <a:pt x="1873186" y="45119"/>
                </a:lnTo>
                <a:cubicBezTo>
                  <a:pt x="1776588" y="993350"/>
                  <a:pt x="973388" y="1735650"/>
                  <a:pt x="0" y="1735650"/>
                </a:cubicBezTo>
                <a:lnTo>
                  <a:pt x="0" y="1713374"/>
                </a:lnTo>
                <a:cubicBezTo>
                  <a:pt x="961784" y="1713374"/>
                  <a:pt x="1755557" y="979877"/>
                  <a:pt x="1851022" y="42848"/>
                </a:cubicBezTo>
                <a:close/>
                <a:moveTo>
                  <a:pt x="1730668" y="0"/>
                </a:moveTo>
                <a:lnTo>
                  <a:pt x="1753056" y="0"/>
                </a:lnTo>
                <a:lnTo>
                  <a:pt x="1751404" y="32610"/>
                </a:lnTo>
                <a:cubicBezTo>
                  <a:pt x="1661086" y="919190"/>
                  <a:pt x="910098" y="1613232"/>
                  <a:pt x="0" y="1613232"/>
                </a:cubicBezTo>
                <a:lnTo>
                  <a:pt x="0" y="1590961"/>
                </a:lnTo>
                <a:cubicBezTo>
                  <a:pt x="898495" y="1590961"/>
                  <a:pt x="1639954" y="905712"/>
                  <a:pt x="1729127" y="30432"/>
                </a:cubicBezTo>
                <a:close/>
                <a:moveTo>
                  <a:pt x="1608247" y="0"/>
                </a:moveTo>
                <a:lnTo>
                  <a:pt x="1630525" y="0"/>
                </a:lnTo>
                <a:lnTo>
                  <a:pt x="1629507" y="20086"/>
                </a:lnTo>
                <a:cubicBezTo>
                  <a:pt x="1545469" y="844919"/>
                  <a:pt x="846701" y="1490712"/>
                  <a:pt x="0" y="1490712"/>
                </a:cubicBezTo>
                <a:lnTo>
                  <a:pt x="0" y="1468436"/>
                </a:lnTo>
                <a:cubicBezTo>
                  <a:pt x="835206" y="1468436"/>
                  <a:pt x="1524451" y="831445"/>
                  <a:pt x="1607345" y="17816"/>
                </a:cubicBezTo>
                <a:close/>
                <a:moveTo>
                  <a:pt x="1485833" y="0"/>
                </a:moveTo>
                <a:lnTo>
                  <a:pt x="1508109" y="0"/>
                </a:lnTo>
                <a:lnTo>
                  <a:pt x="1507724" y="7596"/>
                </a:lnTo>
                <a:cubicBezTo>
                  <a:pt x="1429966" y="770778"/>
                  <a:pt x="783416" y="1368317"/>
                  <a:pt x="0" y="1368317"/>
                </a:cubicBezTo>
                <a:lnTo>
                  <a:pt x="0" y="1346041"/>
                </a:lnTo>
                <a:cubicBezTo>
                  <a:pt x="771917" y="1346041"/>
                  <a:pt x="1408949" y="757304"/>
                  <a:pt x="1485563" y="5325"/>
                </a:cubicBezTo>
                <a:close/>
                <a:moveTo>
                  <a:pt x="1362591" y="0"/>
                </a:moveTo>
                <a:lnTo>
                  <a:pt x="1385194" y="0"/>
                </a:lnTo>
                <a:lnTo>
                  <a:pt x="1364797" y="133264"/>
                </a:lnTo>
                <a:cubicBezTo>
                  <a:pt x="1234684" y="767432"/>
                  <a:pt x="672215" y="1245917"/>
                  <a:pt x="0" y="1245917"/>
                </a:cubicBezTo>
                <a:lnTo>
                  <a:pt x="0" y="1223641"/>
                </a:lnTo>
                <a:cubicBezTo>
                  <a:pt x="661385" y="1223641"/>
                  <a:pt x="1214835" y="752908"/>
                  <a:pt x="1342864" y="128894"/>
                </a:cubicBezTo>
                <a:close/>
                <a:moveTo>
                  <a:pt x="1238878" y="0"/>
                </a:moveTo>
                <a:lnTo>
                  <a:pt x="1261388" y="0"/>
                </a:lnTo>
                <a:lnTo>
                  <a:pt x="1244763" y="108614"/>
                </a:lnTo>
                <a:cubicBezTo>
                  <a:pt x="1126083" y="687031"/>
                  <a:pt x="613049" y="1123397"/>
                  <a:pt x="0" y="1123397"/>
                </a:cubicBezTo>
                <a:lnTo>
                  <a:pt x="0" y="1101121"/>
                </a:lnTo>
                <a:cubicBezTo>
                  <a:pt x="602316" y="1101121"/>
                  <a:pt x="1106344" y="672419"/>
                  <a:pt x="1222940" y="104135"/>
                </a:cubicBezTo>
                <a:close/>
                <a:moveTo>
                  <a:pt x="1115178" y="0"/>
                </a:moveTo>
                <a:lnTo>
                  <a:pt x="1137688" y="0"/>
                </a:lnTo>
                <a:lnTo>
                  <a:pt x="1124836" y="83962"/>
                </a:lnTo>
                <a:cubicBezTo>
                  <a:pt x="1017592" y="606647"/>
                  <a:pt x="553979" y="1000978"/>
                  <a:pt x="0" y="1000978"/>
                </a:cubicBezTo>
                <a:lnTo>
                  <a:pt x="0" y="978703"/>
                </a:lnTo>
                <a:cubicBezTo>
                  <a:pt x="543246" y="978703"/>
                  <a:pt x="997852" y="592039"/>
                  <a:pt x="1103012" y="79485"/>
                </a:cubicBezTo>
                <a:close/>
                <a:moveTo>
                  <a:pt x="991375" y="0"/>
                </a:moveTo>
                <a:lnTo>
                  <a:pt x="1013997" y="0"/>
                </a:lnTo>
                <a:lnTo>
                  <a:pt x="1004915" y="59331"/>
                </a:lnTo>
                <a:cubicBezTo>
                  <a:pt x="909100" y="526286"/>
                  <a:pt x="494909" y="878583"/>
                  <a:pt x="0" y="878583"/>
                </a:cubicBezTo>
                <a:lnTo>
                  <a:pt x="0" y="856307"/>
                </a:lnTo>
                <a:cubicBezTo>
                  <a:pt x="484176" y="856307"/>
                  <a:pt x="889272" y="511676"/>
                  <a:pt x="982981" y="54853"/>
                </a:cubicBezTo>
                <a:close/>
                <a:moveTo>
                  <a:pt x="866108" y="0"/>
                </a:moveTo>
                <a:lnTo>
                  <a:pt x="888384" y="0"/>
                </a:lnTo>
                <a:lnTo>
                  <a:pt x="884876" y="34680"/>
                </a:lnTo>
                <a:cubicBezTo>
                  <a:pt x="800495" y="445883"/>
                  <a:pt x="435739" y="756058"/>
                  <a:pt x="0" y="756058"/>
                </a:cubicBezTo>
                <a:lnTo>
                  <a:pt x="0" y="733782"/>
                </a:lnTo>
                <a:cubicBezTo>
                  <a:pt x="425107" y="733782"/>
                  <a:pt x="780781" y="431187"/>
                  <a:pt x="863057" y="30169"/>
                </a:cubicBezTo>
                <a:close/>
                <a:moveTo>
                  <a:pt x="743692" y="0"/>
                </a:moveTo>
                <a:lnTo>
                  <a:pt x="765973" y="0"/>
                </a:lnTo>
                <a:lnTo>
                  <a:pt x="764957" y="10048"/>
                </a:lnTo>
                <a:cubicBezTo>
                  <a:pt x="692029" y="365521"/>
                  <a:pt x="376767" y="633662"/>
                  <a:pt x="0" y="633662"/>
                </a:cubicBezTo>
                <a:lnTo>
                  <a:pt x="0" y="611386"/>
                </a:lnTo>
                <a:cubicBezTo>
                  <a:pt x="365938" y="611386"/>
                  <a:pt x="672265" y="350911"/>
                  <a:pt x="743129" y="5570"/>
                </a:cubicBezTo>
                <a:close/>
                <a:moveTo>
                  <a:pt x="617163" y="0"/>
                </a:moveTo>
                <a:lnTo>
                  <a:pt x="640489" y="0"/>
                </a:lnTo>
                <a:lnTo>
                  <a:pt x="606611" y="108906"/>
                </a:lnTo>
                <a:cubicBezTo>
                  <a:pt x="506524" y="345128"/>
                  <a:pt x="272312" y="511248"/>
                  <a:pt x="0" y="511248"/>
                </a:cubicBezTo>
                <a:lnTo>
                  <a:pt x="0" y="488972"/>
                </a:lnTo>
                <a:cubicBezTo>
                  <a:pt x="263030" y="488972"/>
                  <a:pt x="489290" y="328485"/>
                  <a:pt x="585980" y="100252"/>
                </a:cubicBezTo>
                <a:close/>
                <a:moveTo>
                  <a:pt x="489561" y="0"/>
                </a:moveTo>
                <a:lnTo>
                  <a:pt x="512789" y="0"/>
                </a:lnTo>
                <a:lnTo>
                  <a:pt x="493721" y="61289"/>
                </a:lnTo>
                <a:cubicBezTo>
                  <a:pt x="412246" y="253561"/>
                  <a:pt x="221597" y="388735"/>
                  <a:pt x="0" y="388735"/>
                </a:cubicBezTo>
                <a:lnTo>
                  <a:pt x="0" y="366459"/>
                </a:lnTo>
                <a:cubicBezTo>
                  <a:pt x="212399" y="366459"/>
                  <a:pt x="395116" y="236854"/>
                  <a:pt x="473199" y="52587"/>
                </a:cubicBezTo>
                <a:close/>
                <a:moveTo>
                  <a:pt x="361966" y="0"/>
                </a:moveTo>
                <a:lnTo>
                  <a:pt x="385181" y="0"/>
                </a:lnTo>
                <a:lnTo>
                  <a:pt x="380937" y="13636"/>
                </a:lnTo>
                <a:cubicBezTo>
                  <a:pt x="318070" y="161973"/>
                  <a:pt x="170965" y="266328"/>
                  <a:pt x="0" y="266328"/>
                </a:cubicBezTo>
                <a:lnTo>
                  <a:pt x="0" y="244052"/>
                </a:lnTo>
                <a:cubicBezTo>
                  <a:pt x="161767" y="244052"/>
                  <a:pt x="300940" y="145329"/>
                  <a:pt x="360416" y="4982"/>
                </a:cubicBezTo>
                <a:close/>
                <a:moveTo>
                  <a:pt x="218905" y="0"/>
                </a:moveTo>
                <a:lnTo>
                  <a:pt x="249720" y="0"/>
                </a:lnTo>
                <a:lnTo>
                  <a:pt x="241311" y="15475"/>
                </a:lnTo>
                <a:cubicBezTo>
                  <a:pt x="188962" y="92909"/>
                  <a:pt x="100349" y="143932"/>
                  <a:pt x="0" y="143932"/>
                </a:cubicBezTo>
                <a:lnTo>
                  <a:pt x="0" y="121656"/>
                </a:lnTo>
                <a:cubicBezTo>
                  <a:pt x="74091" y="121656"/>
                  <a:pt x="141290" y="91533"/>
                  <a:pt x="189966" y="42875"/>
                </a:cubicBezTo>
                <a:close/>
              </a:path>
            </a:pathLst>
          </a:custGeom>
          <a:solidFill>
            <a:schemeClr val="accent3">
              <a:lumMod val="20000"/>
              <a:lumOff val="80000"/>
            </a:schemeClr>
          </a:solidFill>
          <a:ln w="4588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3467008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theme" Target="../theme/theme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758952" y="1216152"/>
            <a:ext cx="10671048" cy="768096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58952" y="2103120"/>
            <a:ext cx="10671048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21792" y="457200"/>
            <a:ext cx="3200400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accent6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945368" y="457200"/>
            <a:ext cx="987552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accent6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483343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1" r:id="rId1"/>
    <p:sldLayoutId id="2147483663" r:id="rId2"/>
    <p:sldLayoutId id="2147483652" r:id="rId3"/>
    <p:sldLayoutId id="2147483653" r:id="rId4"/>
    <p:sldLayoutId id="2147483664" r:id="rId5"/>
    <p:sldLayoutId id="2147483667" r:id="rId6"/>
    <p:sldLayoutId id="2147483668" r:id="rId7"/>
    <p:sldLayoutId id="2147483669" r:id="rId8"/>
    <p:sldLayoutId id="2147483673" r:id="rId9"/>
    <p:sldLayoutId id="2147483670" r:id="rId10"/>
    <p:sldLayoutId id="2147483671" r:id="rId11"/>
    <p:sldLayoutId id="2147483655" r:id="rId12"/>
    <p:sldLayoutId id="2147483674" r:id="rId13"/>
    <p:sldLayoutId id="2147483675" r:id="rId14"/>
    <p:sldLayoutId id="2147483676" r:id="rId15"/>
    <p:sldLayoutId id="2147483654" r:id="rId16"/>
    <p:sldLayoutId id="2147483656" r:id="rId17"/>
    <p:sldLayoutId id="2147483657" r:id="rId18"/>
    <p:sldLayoutId id="2147483658" r:id="rId19"/>
    <p:sldLayoutId id="2147483659" r:id="rId20"/>
  </p:sldLayoutIdLst>
  <p:hf hdr="0" dt="0"/>
  <p:txStyles>
    <p:titleStyle>
      <a:lvl1pPr algn="ctr" defTabSz="914400" rtl="0" eaLnBrk="1" latinLnBrk="0" hangingPunct="1">
        <a:lnSpc>
          <a:spcPts val="4875"/>
        </a:lnSpc>
        <a:spcBef>
          <a:spcPct val="0"/>
        </a:spcBef>
        <a:buNone/>
        <a:defRPr sz="4400" b="1" kern="1200" cap="all" baseline="0">
          <a:solidFill>
            <a:schemeClr val="accent6"/>
          </a:solidFill>
          <a:latin typeface="+mj-lt"/>
          <a:ea typeface="+mj-ea"/>
          <a:cs typeface="+mj-cs"/>
        </a:defRPr>
      </a:lvl1pPr>
    </p:titleStyle>
    <p:bodyStyle>
      <a:lvl1pPr marL="347472" indent="-347472" algn="l" defTabSz="914400" rtl="0" eaLnBrk="1" latinLnBrk="0" hangingPunct="1">
        <a:lnSpc>
          <a:spcPct val="100000"/>
        </a:lnSpc>
        <a:spcBef>
          <a:spcPts val="360"/>
        </a:spcBef>
        <a:buFont typeface="Arial" panose="020B0604020202020204" pitchFamily="34" charset="0"/>
        <a:buChar char="•"/>
        <a:defRPr sz="2800" kern="1200">
          <a:solidFill>
            <a:schemeClr val="accent6"/>
          </a:solidFill>
          <a:latin typeface="+mn-lt"/>
          <a:ea typeface="+mn-ea"/>
          <a:cs typeface="+mn-cs"/>
        </a:defRPr>
      </a:lvl1pPr>
      <a:lvl2pPr marL="685800" indent="-347472" algn="l" defTabSz="914400" rtl="0" eaLnBrk="1" latinLnBrk="0" hangingPunct="1">
        <a:lnSpc>
          <a:spcPct val="100000"/>
        </a:lnSpc>
        <a:spcBef>
          <a:spcPts val="360"/>
        </a:spcBef>
        <a:buFont typeface="Arial" panose="020B0604020202020204" pitchFamily="34" charset="0"/>
        <a:buChar char="•"/>
        <a:defRPr sz="2400" kern="1200">
          <a:solidFill>
            <a:schemeClr val="accent6"/>
          </a:solidFill>
          <a:latin typeface="+mn-lt"/>
          <a:ea typeface="+mn-ea"/>
          <a:cs typeface="+mn-cs"/>
        </a:defRPr>
      </a:lvl2pPr>
      <a:lvl3pPr marL="1143000" indent="-347472" algn="l" defTabSz="914400" rtl="0" eaLnBrk="1" latinLnBrk="0" hangingPunct="1">
        <a:lnSpc>
          <a:spcPct val="100000"/>
        </a:lnSpc>
        <a:spcBef>
          <a:spcPts val="360"/>
        </a:spcBef>
        <a:buFont typeface="Arial" panose="020B0604020202020204" pitchFamily="34" charset="0"/>
        <a:buChar char="•"/>
        <a:defRPr sz="2000" kern="1200">
          <a:solidFill>
            <a:schemeClr val="accent6"/>
          </a:solidFill>
          <a:latin typeface="+mn-lt"/>
          <a:ea typeface="+mn-ea"/>
          <a:cs typeface="+mn-cs"/>
        </a:defRPr>
      </a:lvl3pPr>
      <a:lvl4pPr marL="1600200" indent="-347472" algn="l" defTabSz="914400" rtl="0" eaLnBrk="1" latinLnBrk="0" hangingPunct="1">
        <a:lnSpc>
          <a:spcPct val="100000"/>
        </a:lnSpc>
        <a:spcBef>
          <a:spcPts val="360"/>
        </a:spcBef>
        <a:buFont typeface="Arial" panose="020B0604020202020204" pitchFamily="34" charset="0"/>
        <a:buChar char="•"/>
        <a:defRPr sz="1800" kern="1200">
          <a:solidFill>
            <a:schemeClr val="accent6"/>
          </a:solidFill>
          <a:latin typeface="+mn-lt"/>
          <a:ea typeface="+mn-ea"/>
          <a:cs typeface="+mn-cs"/>
        </a:defRPr>
      </a:lvl4pPr>
      <a:lvl5pPr marL="2057400" indent="-347472" algn="l" defTabSz="914400" rtl="0" eaLnBrk="1" latinLnBrk="0" hangingPunct="1">
        <a:lnSpc>
          <a:spcPct val="100000"/>
        </a:lnSpc>
        <a:spcBef>
          <a:spcPts val="360"/>
        </a:spcBef>
        <a:buFont typeface="Arial" panose="020B0604020202020204" pitchFamily="34" charset="0"/>
        <a:buChar char="•"/>
        <a:defRPr sz="1800" kern="1200">
          <a:solidFill>
            <a:schemeClr val="accent6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gif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gif"/><Relationship Id="rId2" Type="http://schemas.openxmlformats.org/officeDocument/2006/relationships/image" Target="../media/image10.gif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12.gif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gif"/><Relationship Id="rId1" Type="http://schemas.openxmlformats.org/officeDocument/2006/relationships/slideLayout" Target="../slideLayouts/slideLayout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6860D9-9D47-C0BB-B2B4-4B6F2B36CFC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654710" y="1984248"/>
            <a:ext cx="7059561" cy="1225296"/>
          </a:xfrm>
        </p:spPr>
        <p:txBody>
          <a:bodyPr/>
          <a:lstStyle/>
          <a:p>
            <a:r>
              <a:rPr lang="en-US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ত্রিকোণোমিতিক</a:t>
            </a:r>
            <a:r>
              <a:rPr lang="en-U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US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অনুপাত</a:t>
            </a:r>
            <a:br>
              <a:rPr lang="en-U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</a:br>
            <a:endParaRPr lang="en-US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6C1060B-300F-3CE3-E5AA-D8E29791C960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sz="2800" dirty="0" err="1"/>
              <a:t>অনুশীলনী</a:t>
            </a:r>
            <a:r>
              <a:rPr lang="en-US" sz="2800" dirty="0"/>
              <a:t> 9.2</a:t>
            </a:r>
          </a:p>
          <a:p>
            <a:endParaRPr lang="en-US" sz="28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42990CD-7766-12DF-F37C-B4B591902FD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60095" y="-121610"/>
            <a:ext cx="4448790" cy="44487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31568492"/>
      </p:ext>
    </p:extLst>
  </p:cSld>
  <p:clrMapOvr>
    <a:masterClrMapping/>
  </p:clrMapOvr>
  <p:transition spd="slow" advClick="0"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5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2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" dur="2000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5000">
                                          <p:val>
                                            <p:strVal val="0.92*ppt_w"/>
                                          </p:val>
                                        </p:tav>
                                        <p:tav tm="10000">
                                          <p:val>
                                            <p:strVal val="0.71*ppt_w"/>
                                          </p:val>
                                        </p:tav>
                                        <p:tav tm="15000">
                                          <p:val>
                                            <p:strVal val="0.38*ppt_w"/>
                                          </p:val>
                                        </p:tav>
                                        <p:tav tm="20000">
                                          <p:val>
                                            <p:fltVal val="0"/>
                                          </p:val>
                                        </p:tav>
                                        <p:tav tm="25000">
                                          <p:val>
                                            <p:strVal val="-0.38*ppt_w"/>
                                          </p:val>
                                        </p:tav>
                                        <p:tav tm="30000">
                                          <p:val>
                                            <p:strVal val="-0.71*ppt_w"/>
                                          </p:val>
                                        </p:tav>
                                        <p:tav tm="35000">
                                          <p:val>
                                            <p:strVal val="-0.92*ppt_w"/>
                                          </p:val>
                                        </p:tav>
                                        <p:tav tm="40000">
                                          <p:val>
                                            <p:strVal val="-ppt_w"/>
                                          </p:val>
                                        </p:tav>
                                        <p:tav tm="45000">
                                          <p:val>
                                            <p:strVal val="-0.92*ppt_w"/>
                                          </p:val>
                                        </p:tav>
                                        <p:tav tm="50000">
                                          <p:val>
                                            <p:strVal val="-0.71*ppt_w"/>
                                          </p:val>
                                        </p:tav>
                                        <p:tav tm="55000">
                                          <p:val>
                                            <p:strVal val="-0.38*ppt_w"/>
                                          </p:val>
                                        </p:tav>
                                        <p:tav tm="60000">
                                          <p:val>
                                            <p:fltVal val="0"/>
                                          </p:val>
                                        </p:tav>
                                        <p:tav tm="65000">
                                          <p:val>
                                            <p:strVal val="0.38*ppt_w"/>
                                          </p:val>
                                        </p:tav>
                                        <p:tav tm="70000">
                                          <p:val>
                                            <p:strVal val="0.71*ppt_w"/>
                                          </p:val>
                                        </p:tav>
                                        <p:tav tm="75000">
                                          <p:val>
                                            <p:strVal val="0.92*ppt_w"/>
                                          </p:val>
                                        </p:tav>
                                        <p:tav tm="80000">
                                          <p:val>
                                            <p:strVal val="ppt_w"/>
                                          </p:val>
                                        </p:tav>
                                        <p:tav tm="85000">
                                          <p:val>
                                            <p:strVal val="0.92*ppt_w"/>
                                          </p:val>
                                        </p:tav>
                                        <p:tav tm="90000">
                                          <p:val>
                                            <p:strVal val="0.71*ppt_w"/>
                                          </p:val>
                                        </p:tav>
                                        <p:tav tm="95000">
                                          <p:val>
                                            <p:strVal val="0.38*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2000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strVal val="ppt_h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" presetID="38" presetClass="entr" presetSubtype="0" accel="50000" fill="hold" grpId="0" nodeType="withEffect">
                                  <p:stCondLst>
                                    <p:cond delay="1000"/>
                                  </p:stCondLst>
                                  <p:iterate type="lt">
                                    <p:tmPct val="25000"/>
                                  </p:iterate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set>
                                      <p:cBhvr>
                                        <p:cTn id="12" dur="455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o>
                                        <p:strVal val="-45.0"/>
                                      </p:to>
                                    </p:set>
                                    <p:anim calcmode="lin" valueType="num">
                                      <p:cBhvr>
                                        <p:cTn id="13" dur="455" fill="hold">
                                          <p:stCondLst>
                                            <p:cond delay="455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45"/>
                                          </p:val>
                                        </p:tav>
                                        <p:tav tm="69900">
                                          <p:val>
                                            <p:fltVal val="45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455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(0.354*#ppt_w-0.172*#ppt_h)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56" decel="50000" autoRev="1" fill="hold">
                                          <p:stCondLst>
                                            <p:cond delay="455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(0.354*#ppt_w-0.172*#ppt_h)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(0.354*#ppt_w-0.172*#ppt_h)-#ppt_h/2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36" fill="hold">
                                          <p:stCondLst>
                                            <p:cond delay="864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(0.354*#ppt_w-0.172*#ppt_h)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3" presetClass="emph" presetSubtype="2" repeatCount="indefinite" accel="14000" decel="20000" fill="hold" nodeType="withEffect">
                                  <p:stCondLst>
                                    <p:cond delay="2500"/>
                                  </p:stCondLst>
                                  <p:iterate type="lt">
                                    <p:tmPct val="0"/>
                                  </p:iterate>
                                  <p:childTnLst>
                                    <p:animClr clrSpc="rgb" dir="cw">
                                      <p:cBhvr override="childStyle">
                                        <p:cTn id="18" dur="2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accent2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iterate type="lt">
                                    <p:tmAbs val="100"/>
                                  </p:iterate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C565E9-D88A-55D3-9D42-BD1C24B6DE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45191" y="1616817"/>
            <a:ext cx="5693664" cy="768096"/>
          </a:xfrm>
        </p:spPr>
        <p:txBody>
          <a:bodyPr/>
          <a:lstStyle/>
          <a:p>
            <a:r>
              <a:rPr lang="en-US" dirty="0" err="1">
                <a:latin typeface="Arial Black" panose="020B0604020202020204" pitchFamily="34" charset="0"/>
                <a:ea typeface="Arial Regular" pitchFamily="34" charset="-122"/>
                <a:cs typeface="Arial Black" panose="020B0604020202020204" pitchFamily="34" charset="0"/>
              </a:rPr>
              <a:t>আলোচ্যসূচি</a:t>
            </a:r>
            <a:endParaRPr lang="en-US" sz="4400" b="1" dirty="0">
              <a:solidFill>
                <a:schemeClr val="accent6"/>
              </a:solidFill>
              <a:latin typeface="Arial Black" panose="020B0604020202020204" pitchFamily="34" charset="0"/>
              <a:cs typeface="Arial Black" panose="020B0604020202020204" pitchFamily="34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D1F66E5-D2D7-172B-46BA-FEBFE092CC7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71333" y="2532594"/>
            <a:ext cx="5693664" cy="3122168"/>
          </a:xfrm>
        </p:spPr>
        <p:txBody>
          <a:bodyPr/>
          <a:lstStyle/>
          <a:p>
            <a:r>
              <a:rPr lang="en-US" dirty="0" err="1"/>
              <a:t>ব্যাসিক</a:t>
            </a:r>
            <a:r>
              <a:rPr lang="en-US" dirty="0"/>
              <a:t> </a:t>
            </a:r>
            <a:r>
              <a:rPr lang="en-US" dirty="0" err="1"/>
              <a:t>ধারনা</a:t>
            </a:r>
            <a:endParaRPr lang="en-US" dirty="0"/>
          </a:p>
          <a:p>
            <a:r>
              <a:rPr lang="en-US" dirty="0" err="1"/>
              <a:t>অনুশীলনী</a:t>
            </a:r>
            <a:r>
              <a:rPr lang="en-US" dirty="0"/>
              <a:t> </a:t>
            </a:r>
            <a:r>
              <a:rPr lang="en-US" dirty="0" err="1"/>
              <a:t>সমাধান</a:t>
            </a:r>
            <a:endParaRPr lang="en-US" dirty="0"/>
          </a:p>
          <a:p>
            <a:r>
              <a:rPr lang="en-US" dirty="0" err="1"/>
              <a:t>সৃজনশীল</a:t>
            </a:r>
            <a:r>
              <a:rPr lang="en-US" dirty="0"/>
              <a:t> </a:t>
            </a:r>
            <a:r>
              <a:rPr lang="en-US" dirty="0" err="1"/>
              <a:t>সমাধান</a:t>
            </a:r>
            <a:endParaRPr lang="en-US" dirty="0"/>
          </a:p>
          <a:p>
            <a:r>
              <a:rPr lang="en-US" dirty="0" err="1"/>
              <a:t>বহুনির্বাচনী</a:t>
            </a:r>
            <a:r>
              <a:rPr lang="en-US" dirty="0"/>
              <a:t> </a:t>
            </a:r>
            <a:r>
              <a:rPr lang="en-US" dirty="0" err="1"/>
              <a:t>সমাধান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55531800"/>
      </p:ext>
    </p:extLst>
  </p:cSld>
  <p:clrMapOvr>
    <a:masterClrMapping/>
  </p:clrMapOvr>
  <p:transition spd="slow" advClick="0"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8" name="Table 4">
                <a:extLst>
                  <a:ext uri="{FF2B5EF4-FFF2-40B4-BE49-F238E27FC236}">
                    <a16:creationId xmlns:a16="http://schemas.microsoft.com/office/drawing/2014/main" id="{20D5D2B6-C24F-C062-F10C-DDAF8D6741E6}"/>
                  </a:ext>
                </a:extLst>
              </p:cNvPr>
              <p:cNvGraphicFramePr>
                <a:graphicFrameLocks noGrp="1"/>
              </p:cNvGraphicFramePr>
              <p:nvPr>
                <p:ph sz="half" idx="1"/>
                <p:extLst>
                  <p:ext uri="{D42A27DB-BD31-4B8C-83A1-F6EECF244321}">
                    <p14:modId xmlns:p14="http://schemas.microsoft.com/office/powerpoint/2010/main" val="1051690853"/>
                  </p:ext>
                </p:extLst>
              </p:nvPr>
            </p:nvGraphicFramePr>
            <p:xfrm>
              <a:off x="3539613" y="1427818"/>
              <a:ext cx="8093382" cy="4988203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348897">
                      <a:extLst>
                        <a:ext uri="{9D8B030D-6E8A-4147-A177-3AD203B41FA5}">
                          <a16:colId xmlns:a16="http://schemas.microsoft.com/office/drawing/2014/main" val="1689330750"/>
                        </a:ext>
                      </a:extLst>
                    </a:gridCol>
                    <a:gridCol w="1348897">
                      <a:extLst>
                        <a:ext uri="{9D8B030D-6E8A-4147-A177-3AD203B41FA5}">
                          <a16:colId xmlns:a16="http://schemas.microsoft.com/office/drawing/2014/main" val="2660631934"/>
                        </a:ext>
                      </a:extLst>
                    </a:gridCol>
                    <a:gridCol w="1348897">
                      <a:extLst>
                        <a:ext uri="{9D8B030D-6E8A-4147-A177-3AD203B41FA5}">
                          <a16:colId xmlns:a16="http://schemas.microsoft.com/office/drawing/2014/main" val="3909717689"/>
                        </a:ext>
                      </a:extLst>
                    </a:gridCol>
                    <a:gridCol w="1348897">
                      <a:extLst>
                        <a:ext uri="{9D8B030D-6E8A-4147-A177-3AD203B41FA5}">
                          <a16:colId xmlns:a16="http://schemas.microsoft.com/office/drawing/2014/main" val="1603189107"/>
                        </a:ext>
                      </a:extLst>
                    </a:gridCol>
                    <a:gridCol w="1348897">
                      <a:extLst>
                        <a:ext uri="{9D8B030D-6E8A-4147-A177-3AD203B41FA5}">
                          <a16:colId xmlns:a16="http://schemas.microsoft.com/office/drawing/2014/main" val="2755691855"/>
                        </a:ext>
                      </a:extLst>
                    </a:gridCol>
                    <a:gridCol w="1348897">
                      <a:extLst>
                        <a:ext uri="{9D8B030D-6E8A-4147-A177-3AD203B41FA5}">
                          <a16:colId xmlns:a16="http://schemas.microsoft.com/office/drawing/2014/main" val="1184934806"/>
                        </a:ext>
                      </a:extLst>
                    </a:gridCol>
                  </a:tblGrid>
                  <a:tr h="777599">
                    <a:tc>
                      <a:txBody>
                        <a:bodyPr/>
                        <a:lstStyle/>
                        <a:p>
                          <a:pPr algn="ctr"/>
                          <a:endParaRPr lang="en-US" sz="2400" b="1" dirty="0">
                            <a:latin typeface="Sabon Next LT" panose="02000500000000000000" pitchFamily="2" charset="0"/>
                            <a:cs typeface="Sabon Next LT" panose="02000500000000000000" pitchFamily="2" charset="0"/>
                          </a:endParaRPr>
                        </a:p>
                      </a:txBody>
                      <a:tcPr marL="96897" marR="96897" marT="48449" marB="48449" anchor="ctr">
                        <a:solidFill>
                          <a:schemeClr val="accent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b="1" kern="1200" dirty="0">
                              <a:solidFill>
                                <a:schemeClr val="bg1">
                                  <a:alpha val="99000"/>
                                </a:schemeClr>
                              </a:solidFill>
                              <a:latin typeface="Sabon Next LT" panose="02000500000000000000" pitchFamily="2" charset="0"/>
                              <a:ea typeface="+mn-ea"/>
                              <a:cs typeface="Sabon Next LT" panose="02000500000000000000" pitchFamily="2" charset="0"/>
                            </a:rPr>
                            <a:t>0</a:t>
                          </a:r>
                          <a14:m>
                            <m:oMath xmlns:m="http://schemas.openxmlformats.org/officeDocument/2006/math">
                              <m:r>
                                <a:rPr lang="en-US" sz="2000" b="1" i="1" kern="1200" smtClean="0">
                                  <a:solidFill>
                                    <a:schemeClr val="bg1">
                                      <a:alpha val="99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Sabon Next LT" panose="02000500000000000000" pitchFamily="2" charset="0"/>
                                </a:rPr>
                                <m:t>°</m:t>
                              </m:r>
                            </m:oMath>
                          </a14:m>
                          <a:endParaRPr lang="en-US" sz="2000" b="1" kern="1200" dirty="0">
                            <a:solidFill>
                              <a:schemeClr val="bg1">
                                <a:alpha val="99000"/>
                              </a:schemeClr>
                            </a:solidFill>
                            <a:latin typeface="Sabon Next LT" panose="02000500000000000000" pitchFamily="2" charset="0"/>
                            <a:ea typeface="+mn-ea"/>
                            <a:cs typeface="Sabon Next LT" panose="02000500000000000000" pitchFamily="2" charset="0"/>
                          </a:endParaRPr>
                        </a:p>
                      </a:txBody>
                      <a:tcPr marL="96897" marR="96897" marT="48449" marB="48449" anchor="ctr">
                        <a:solidFill>
                          <a:srgbClr val="DF8C8C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b="1" kern="1200" dirty="0">
                              <a:solidFill>
                                <a:schemeClr val="bg1">
                                  <a:alpha val="99000"/>
                                </a:schemeClr>
                              </a:solidFill>
                              <a:latin typeface="Sabon Next LT" panose="02000500000000000000" pitchFamily="2" charset="0"/>
                              <a:ea typeface="+mn-ea"/>
                              <a:cs typeface="Sabon Next LT" panose="02000500000000000000" pitchFamily="2" charset="0"/>
                            </a:rPr>
                            <a:t>30</a:t>
                          </a:r>
                          <a14:m>
                            <m:oMath xmlns:m="http://schemas.openxmlformats.org/officeDocument/2006/math">
                              <m:r>
                                <a:rPr lang="en-US" sz="2000" b="1" i="1" kern="1200" smtClean="0">
                                  <a:solidFill>
                                    <a:schemeClr val="bg1">
                                      <a:alpha val="99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Sabon Next LT" panose="02000500000000000000" pitchFamily="2" charset="0"/>
                                </a:rPr>
                                <m:t>°</m:t>
                              </m:r>
                            </m:oMath>
                          </a14:m>
                          <a:endParaRPr lang="en-US" sz="2000" b="1" kern="1200" dirty="0">
                            <a:solidFill>
                              <a:schemeClr val="bg1">
                                <a:alpha val="99000"/>
                              </a:schemeClr>
                            </a:solidFill>
                            <a:latin typeface="Sabon Next LT" panose="02000500000000000000" pitchFamily="2" charset="0"/>
                            <a:ea typeface="+mn-ea"/>
                            <a:cs typeface="Sabon Next LT" panose="02000500000000000000" pitchFamily="2" charset="0"/>
                          </a:endParaRPr>
                        </a:p>
                      </a:txBody>
                      <a:tcPr marL="96897" marR="96897" marT="48449" marB="48449" anchor="ctr">
                        <a:solidFill>
                          <a:srgbClr val="DF8C8C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b="1" dirty="0">
                              <a:solidFill>
                                <a:schemeClr val="bg1">
                                  <a:alpha val="99000"/>
                                </a:schemeClr>
                              </a:solidFill>
                              <a:latin typeface="Sabon Next LT" panose="02000500000000000000" pitchFamily="2" charset="0"/>
                              <a:cs typeface="Sabon Next LT" panose="02000500000000000000" pitchFamily="2" charset="0"/>
                            </a:rPr>
                            <a:t>45</a:t>
                          </a:r>
                          <a14:m>
                            <m:oMath xmlns:m="http://schemas.openxmlformats.org/officeDocument/2006/math">
                              <m:r>
                                <a:rPr lang="en-US" sz="2000" b="1" i="1" kern="1200" smtClean="0">
                                  <a:solidFill>
                                    <a:schemeClr val="bg1">
                                      <a:alpha val="99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Sabon Next LT" panose="02000500000000000000" pitchFamily="2" charset="0"/>
                                </a:rPr>
                                <m:t>°</m:t>
                              </m:r>
                            </m:oMath>
                          </a14:m>
                          <a:endParaRPr lang="en-US" sz="2000" b="1" dirty="0">
                            <a:solidFill>
                              <a:schemeClr val="bg1">
                                <a:alpha val="99000"/>
                              </a:schemeClr>
                            </a:solidFill>
                            <a:latin typeface="Sabon Next LT" panose="02000500000000000000" pitchFamily="2" charset="0"/>
                            <a:cs typeface="Sabon Next LT" panose="02000500000000000000" pitchFamily="2" charset="0"/>
                          </a:endParaRPr>
                        </a:p>
                      </a:txBody>
                      <a:tcPr marL="96897" marR="96897" marT="48449" marB="48449" anchor="ctr">
                        <a:solidFill>
                          <a:srgbClr val="DF8C8C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b="1" dirty="0">
                              <a:solidFill>
                                <a:schemeClr val="bg1">
                                  <a:alpha val="99000"/>
                                </a:schemeClr>
                              </a:solidFill>
                              <a:latin typeface="Sabon Next LT" panose="02000500000000000000" pitchFamily="2" charset="0"/>
                              <a:cs typeface="Sabon Next LT" panose="02000500000000000000" pitchFamily="2" charset="0"/>
                            </a:rPr>
                            <a:t>60</a:t>
                          </a:r>
                          <a14:m>
                            <m:oMath xmlns:m="http://schemas.openxmlformats.org/officeDocument/2006/math">
                              <m:r>
                                <a:rPr lang="en-US" sz="2000" b="1" i="1" kern="1200" smtClean="0">
                                  <a:solidFill>
                                    <a:schemeClr val="bg1">
                                      <a:alpha val="99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Sabon Next LT" panose="02000500000000000000" pitchFamily="2" charset="0"/>
                                </a:rPr>
                                <m:t>°</m:t>
                              </m:r>
                            </m:oMath>
                          </a14:m>
                          <a:endParaRPr lang="en-US" sz="2000" b="1" dirty="0">
                            <a:solidFill>
                              <a:schemeClr val="bg1">
                                <a:alpha val="99000"/>
                              </a:schemeClr>
                            </a:solidFill>
                            <a:latin typeface="Sabon Next LT" panose="02000500000000000000" pitchFamily="2" charset="0"/>
                            <a:cs typeface="Sabon Next LT" panose="02000500000000000000" pitchFamily="2" charset="0"/>
                          </a:endParaRPr>
                        </a:p>
                      </a:txBody>
                      <a:tcPr marL="96897" marR="96897" marT="48449" marB="48449" anchor="ctr">
                        <a:solidFill>
                          <a:srgbClr val="DF8C8C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b="1" dirty="0">
                              <a:solidFill>
                                <a:schemeClr val="bg1">
                                  <a:alpha val="99000"/>
                                </a:schemeClr>
                              </a:solidFill>
                              <a:latin typeface="Sabon Next LT" panose="02000500000000000000" pitchFamily="2" charset="0"/>
                              <a:cs typeface="Sabon Next LT" panose="02000500000000000000" pitchFamily="2" charset="0"/>
                            </a:rPr>
                            <a:t>90</a:t>
                          </a:r>
                          <a14:m>
                            <m:oMath xmlns:m="http://schemas.openxmlformats.org/officeDocument/2006/math">
                              <m:r>
                                <a:rPr lang="en-US" sz="2000" b="1" i="1" kern="1200" smtClean="0">
                                  <a:solidFill>
                                    <a:schemeClr val="bg1">
                                      <a:alpha val="99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Sabon Next LT" panose="02000500000000000000" pitchFamily="2" charset="0"/>
                                </a:rPr>
                                <m:t>°</m:t>
                              </m:r>
                            </m:oMath>
                          </a14:m>
                          <a:endParaRPr lang="en-US" sz="2000" b="1" dirty="0">
                            <a:solidFill>
                              <a:schemeClr val="bg1">
                                <a:alpha val="99000"/>
                              </a:schemeClr>
                            </a:solidFill>
                            <a:latin typeface="Sabon Next LT" panose="02000500000000000000" pitchFamily="2" charset="0"/>
                            <a:cs typeface="Sabon Next LT" panose="02000500000000000000" pitchFamily="2" charset="0"/>
                          </a:endParaRPr>
                        </a:p>
                      </a:txBody>
                      <a:tcPr marL="96897" marR="96897" marT="48449" marB="48449" anchor="ctr">
                        <a:solidFill>
                          <a:srgbClr val="DF8C8C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479928716"/>
                      </a:ext>
                    </a:extLst>
                  </a:tr>
                  <a:tr h="746534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b="1" dirty="0">
                              <a:solidFill>
                                <a:schemeClr val="accent1">
                                  <a:lumMod val="25000"/>
                                </a:schemeClr>
                              </a:solidFill>
                              <a:latin typeface="Sabon Next LT" panose="02000500000000000000" pitchFamily="2" charset="0"/>
                              <a:cs typeface="Sabon Next LT" panose="02000500000000000000" pitchFamily="2" charset="0"/>
                            </a:rPr>
                            <a:t>sin</a:t>
                          </a:r>
                        </a:p>
                      </a:txBody>
                      <a:tcPr marL="96897" marR="96897" marT="48449" marB="48449" anchor="ctr">
                        <a:solidFill>
                          <a:schemeClr val="accent2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900" dirty="0">
                              <a:solidFill>
                                <a:schemeClr val="tx1"/>
                              </a:solidFill>
                              <a:latin typeface="Sabon Next LT" panose="02000500000000000000" pitchFamily="2" charset="0"/>
                              <a:cs typeface="Sabon Next LT" panose="02000500000000000000" pitchFamily="2" charset="0"/>
                            </a:rPr>
                            <a:t>0</a:t>
                          </a:r>
                        </a:p>
                      </a:txBody>
                      <a:tcPr marL="96897" marR="96897" marT="48449" marB="48449" anchor="ctr">
                        <a:solidFill>
                          <a:schemeClr val="accent2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en-US" sz="190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cs typeface="Sabon Next LT" panose="02000500000000000000" pitchFamily="2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sz="19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cs typeface="Sabon Next LT" panose="02000500000000000000" pitchFamily="2" charset="0"/>
                                      </a:rPr>
                                      <m:t>1</m:t>
                                    </m:r>
                                  </m:num>
                                  <m:den>
                                    <m:r>
                                      <a:rPr lang="en-US" sz="19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cs typeface="Sabon Next LT" panose="02000500000000000000" pitchFamily="2" charset="0"/>
                                      </a:rPr>
                                      <m:t>2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en-US" sz="1900" dirty="0">
                            <a:solidFill>
                              <a:schemeClr val="tx1"/>
                            </a:solidFill>
                            <a:latin typeface="Sabon Next LT" panose="02000500000000000000" pitchFamily="2" charset="0"/>
                            <a:cs typeface="Sabon Next LT" panose="02000500000000000000" pitchFamily="2" charset="0"/>
                          </a:endParaRPr>
                        </a:p>
                      </a:txBody>
                      <a:tcPr marL="96897" marR="96897" marT="48449" marB="48449" anchor="ctr">
                        <a:solidFill>
                          <a:schemeClr val="accent2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en-US" sz="190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cs typeface="Sabon Next LT" panose="02000500000000000000" pitchFamily="2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sz="19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cs typeface="Sabon Next LT" panose="02000500000000000000" pitchFamily="2" charset="0"/>
                                      </a:rPr>
                                      <m:t>1</m:t>
                                    </m:r>
                                  </m:num>
                                  <m:den>
                                    <m:r>
                                      <a:rPr lang="en-US" sz="190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  <a:cs typeface="Sabon Next LT" panose="02000500000000000000" pitchFamily="2" charset="0"/>
                                      </a:rPr>
                                      <m:t>√</m:t>
                                    </m:r>
                                    <m:r>
                                      <a:rPr lang="en-US" sz="19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cs typeface="Sabon Next LT" panose="02000500000000000000" pitchFamily="2" charset="0"/>
                                      </a:rPr>
                                      <m:t>2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en-US" sz="1900" dirty="0">
                            <a:solidFill>
                              <a:schemeClr val="tx1"/>
                            </a:solidFill>
                            <a:latin typeface="Sabon Next LT" panose="02000500000000000000" pitchFamily="2" charset="0"/>
                            <a:cs typeface="Sabon Next LT" panose="02000500000000000000" pitchFamily="2" charset="0"/>
                          </a:endParaRPr>
                        </a:p>
                      </a:txBody>
                      <a:tcPr marL="96897" marR="96897" marT="48449" marB="48449" anchor="ctr">
                        <a:solidFill>
                          <a:schemeClr val="accent2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en-US" sz="190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cs typeface="Sabon Next LT" panose="02000500000000000000" pitchFamily="2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sz="190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  <a:cs typeface="Sabon Next LT" panose="02000500000000000000" pitchFamily="2" charset="0"/>
                                      </a:rPr>
                                      <m:t>√</m:t>
                                    </m:r>
                                    <m:r>
                                      <a:rPr lang="en-US" sz="19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  <a:cs typeface="Sabon Next LT" panose="02000500000000000000" pitchFamily="2" charset="0"/>
                                      </a:rPr>
                                      <m:t>3</m:t>
                                    </m:r>
                                  </m:num>
                                  <m:den>
                                    <m:r>
                                      <a:rPr lang="en-US" sz="19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cs typeface="Sabon Next LT" panose="02000500000000000000" pitchFamily="2" charset="0"/>
                                      </a:rPr>
                                      <m:t>2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en-US" sz="1900" dirty="0">
                            <a:solidFill>
                              <a:schemeClr val="tx1"/>
                            </a:solidFill>
                            <a:latin typeface="Sabon Next LT" panose="02000500000000000000" pitchFamily="2" charset="0"/>
                            <a:cs typeface="Sabon Next LT" panose="02000500000000000000" pitchFamily="2" charset="0"/>
                          </a:endParaRPr>
                        </a:p>
                      </a:txBody>
                      <a:tcPr marL="96897" marR="96897" marT="48449" marB="48449" anchor="ctr">
                        <a:solidFill>
                          <a:schemeClr val="accent2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900" dirty="0">
                              <a:solidFill>
                                <a:schemeClr val="tx1"/>
                              </a:solidFill>
                              <a:latin typeface="Sabon Next LT" panose="02000500000000000000" pitchFamily="2" charset="0"/>
                              <a:cs typeface="Sabon Next LT" panose="02000500000000000000" pitchFamily="2" charset="0"/>
                            </a:rPr>
                            <a:t>1</a:t>
                          </a:r>
                        </a:p>
                      </a:txBody>
                      <a:tcPr marL="96897" marR="96897" marT="48449" marB="48449" anchor="ctr">
                        <a:solidFill>
                          <a:schemeClr val="accent2">
                            <a:lumMod val="40000"/>
                            <a:lumOff val="6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760208656"/>
                      </a:ext>
                    </a:extLst>
                  </a:tr>
                  <a:tr h="746534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b="1" dirty="0">
                              <a:solidFill>
                                <a:schemeClr val="accent1">
                                  <a:lumMod val="25000"/>
                                </a:schemeClr>
                              </a:solidFill>
                              <a:latin typeface="Sabon Next LT" panose="02000500000000000000" pitchFamily="2" charset="0"/>
                              <a:cs typeface="Sabon Next LT" panose="02000500000000000000" pitchFamily="2" charset="0"/>
                            </a:rPr>
                            <a:t>cos</a:t>
                          </a:r>
                        </a:p>
                      </a:txBody>
                      <a:tcPr marL="96897" marR="96897" marT="48449" marB="48449" anchor="ctr">
                        <a:solidFill>
                          <a:schemeClr val="accent2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900" dirty="0">
                              <a:solidFill>
                                <a:schemeClr val="tx1"/>
                              </a:solidFill>
                              <a:latin typeface="Sabon Next LT" panose="02000500000000000000" pitchFamily="2" charset="0"/>
                              <a:cs typeface="Sabon Next LT" panose="02000500000000000000" pitchFamily="2" charset="0"/>
                            </a:rPr>
                            <a:t>1</a:t>
                          </a:r>
                        </a:p>
                      </a:txBody>
                      <a:tcPr marL="96897" marR="96897" marT="48449" marB="48449" anchor="ctr">
                        <a:solidFill>
                          <a:schemeClr val="accent2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en-US" sz="190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cs typeface="Sabon Next LT" panose="02000500000000000000" pitchFamily="2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sz="190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  <a:cs typeface="Sabon Next LT" panose="02000500000000000000" pitchFamily="2" charset="0"/>
                                      </a:rPr>
                                      <m:t>√</m:t>
                                    </m:r>
                                    <m:r>
                                      <a:rPr lang="en-US" sz="19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  <a:cs typeface="Sabon Next LT" panose="02000500000000000000" pitchFamily="2" charset="0"/>
                                      </a:rPr>
                                      <m:t>3</m:t>
                                    </m:r>
                                  </m:num>
                                  <m:den>
                                    <m:r>
                                      <a:rPr lang="en-US" sz="19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cs typeface="Sabon Next LT" panose="02000500000000000000" pitchFamily="2" charset="0"/>
                                      </a:rPr>
                                      <m:t>2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en-US" sz="1900" dirty="0">
                            <a:solidFill>
                              <a:schemeClr val="tx1"/>
                            </a:solidFill>
                            <a:latin typeface="Sabon Next LT" panose="02000500000000000000" pitchFamily="2" charset="0"/>
                            <a:cs typeface="Sabon Next LT" panose="02000500000000000000" pitchFamily="2" charset="0"/>
                          </a:endParaRPr>
                        </a:p>
                      </a:txBody>
                      <a:tcPr marL="96897" marR="96897" marT="48449" marB="48449" anchor="ctr">
                        <a:solidFill>
                          <a:schemeClr val="accent2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en-US" sz="190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cs typeface="Sabon Next LT" panose="02000500000000000000" pitchFamily="2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sz="19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cs typeface="Sabon Next LT" panose="02000500000000000000" pitchFamily="2" charset="0"/>
                                      </a:rPr>
                                      <m:t>1</m:t>
                                    </m:r>
                                  </m:num>
                                  <m:den>
                                    <m:r>
                                      <a:rPr lang="en-US" sz="190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  <a:cs typeface="Sabon Next LT" panose="02000500000000000000" pitchFamily="2" charset="0"/>
                                      </a:rPr>
                                      <m:t>√</m:t>
                                    </m:r>
                                    <m:r>
                                      <a:rPr lang="en-US" sz="19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cs typeface="Sabon Next LT" panose="02000500000000000000" pitchFamily="2" charset="0"/>
                                      </a:rPr>
                                      <m:t>2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en-US" sz="1900" dirty="0">
                            <a:solidFill>
                              <a:schemeClr val="tx1"/>
                            </a:solidFill>
                            <a:latin typeface="Sabon Next LT" panose="02000500000000000000" pitchFamily="2" charset="0"/>
                            <a:cs typeface="Sabon Next LT" panose="02000500000000000000" pitchFamily="2" charset="0"/>
                          </a:endParaRPr>
                        </a:p>
                      </a:txBody>
                      <a:tcPr marL="96897" marR="96897" marT="48449" marB="48449" anchor="ctr">
                        <a:solidFill>
                          <a:schemeClr val="accent2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en-US" sz="190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cs typeface="Sabon Next LT" panose="02000500000000000000" pitchFamily="2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sz="19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cs typeface="Sabon Next LT" panose="02000500000000000000" pitchFamily="2" charset="0"/>
                                      </a:rPr>
                                      <m:t>1</m:t>
                                    </m:r>
                                  </m:num>
                                  <m:den>
                                    <m:r>
                                      <a:rPr lang="en-US" sz="19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cs typeface="Sabon Next LT" panose="02000500000000000000" pitchFamily="2" charset="0"/>
                                      </a:rPr>
                                      <m:t>2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en-US" sz="1900" dirty="0">
                            <a:solidFill>
                              <a:schemeClr val="tx1"/>
                            </a:solidFill>
                            <a:latin typeface="Sabon Next LT" panose="02000500000000000000" pitchFamily="2" charset="0"/>
                            <a:cs typeface="Sabon Next LT" panose="02000500000000000000" pitchFamily="2" charset="0"/>
                          </a:endParaRPr>
                        </a:p>
                      </a:txBody>
                      <a:tcPr marL="96897" marR="96897" marT="48449" marB="48449" anchor="ctr">
                        <a:solidFill>
                          <a:schemeClr val="accent2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1900" dirty="0">
                              <a:solidFill>
                                <a:schemeClr val="tx1"/>
                              </a:solidFill>
                              <a:latin typeface="Sabon Next LT" panose="02000500000000000000" pitchFamily="2" charset="0"/>
                              <a:cs typeface="Sabon Next LT" panose="02000500000000000000" pitchFamily="2" charset="0"/>
                            </a:rPr>
                            <a:t>0</a:t>
                          </a:r>
                        </a:p>
                      </a:txBody>
                      <a:tcPr marL="96897" marR="96897" marT="48449" marB="48449" anchor="ctr">
                        <a:solidFill>
                          <a:schemeClr val="accent2">
                            <a:lumMod val="20000"/>
                            <a:lumOff val="8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634243071"/>
                      </a:ext>
                    </a:extLst>
                  </a:tr>
                  <a:tr h="651244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b="1" dirty="0">
                              <a:solidFill>
                                <a:schemeClr val="accent1">
                                  <a:lumMod val="25000"/>
                                </a:schemeClr>
                              </a:solidFill>
                              <a:latin typeface="Sabon Next LT" panose="02000500000000000000" pitchFamily="2" charset="0"/>
                              <a:cs typeface="Sabon Next LT" panose="02000500000000000000" pitchFamily="2" charset="0"/>
                            </a:rPr>
                            <a:t>tan</a:t>
                          </a:r>
                        </a:p>
                      </a:txBody>
                      <a:tcPr marL="96897" marR="96897" marT="48449" marB="48449" anchor="ctr">
                        <a:solidFill>
                          <a:schemeClr val="accent2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900" dirty="0">
                              <a:solidFill>
                                <a:schemeClr val="tx1"/>
                              </a:solidFill>
                              <a:latin typeface="Sabon Next LT" panose="02000500000000000000" pitchFamily="2" charset="0"/>
                              <a:cs typeface="Sabon Next LT" panose="02000500000000000000" pitchFamily="2" charset="0"/>
                            </a:rPr>
                            <a:t>0</a:t>
                          </a:r>
                        </a:p>
                      </a:txBody>
                      <a:tcPr marL="96897" marR="96897" marT="48449" marB="48449" anchor="ctr">
                        <a:solidFill>
                          <a:schemeClr val="accent2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en-US" sz="190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cs typeface="Sabon Next LT" panose="02000500000000000000" pitchFamily="2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sz="19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cs typeface="Sabon Next LT" panose="02000500000000000000" pitchFamily="2" charset="0"/>
                                      </a:rPr>
                                      <m:t>1</m:t>
                                    </m:r>
                                  </m:num>
                                  <m:den>
                                    <m:r>
                                      <a:rPr lang="en-US" sz="190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  <a:cs typeface="Sabon Next LT" panose="02000500000000000000" pitchFamily="2" charset="0"/>
                                      </a:rPr>
                                      <m:t>√</m:t>
                                    </m:r>
                                    <m:r>
                                      <a:rPr lang="en-US" sz="19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  <a:cs typeface="Sabon Next LT" panose="02000500000000000000" pitchFamily="2" charset="0"/>
                                      </a:rPr>
                                      <m:t>3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en-US" sz="1900" dirty="0">
                            <a:solidFill>
                              <a:schemeClr val="tx1"/>
                            </a:solidFill>
                            <a:latin typeface="Sabon Next LT" panose="02000500000000000000" pitchFamily="2" charset="0"/>
                            <a:cs typeface="Sabon Next LT" panose="02000500000000000000" pitchFamily="2" charset="0"/>
                          </a:endParaRPr>
                        </a:p>
                      </a:txBody>
                      <a:tcPr marL="96897" marR="96897" marT="48449" marB="48449" anchor="ctr">
                        <a:solidFill>
                          <a:schemeClr val="accent2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900" dirty="0">
                              <a:solidFill>
                                <a:schemeClr val="tx1"/>
                              </a:solidFill>
                              <a:latin typeface="Sabon Next LT" panose="02000500000000000000" pitchFamily="2" charset="0"/>
                              <a:cs typeface="Sabon Next LT" panose="02000500000000000000" pitchFamily="2" charset="0"/>
                            </a:rPr>
                            <a:t>1</a:t>
                          </a:r>
                        </a:p>
                      </a:txBody>
                      <a:tcPr marL="96897" marR="96897" marT="48449" marB="48449" anchor="ctr">
                        <a:solidFill>
                          <a:schemeClr val="accent2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90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Sabon Next LT" panose="02000500000000000000" pitchFamily="2" charset="0"/>
                                  </a:rPr>
                                  <m:t>√</m:t>
                                </m:r>
                                <m:r>
                                  <a:rPr lang="en-US" sz="19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Sabon Next LT" panose="02000500000000000000" pitchFamily="2" charset="0"/>
                                  </a:rPr>
                                  <m:t>3</m:t>
                                </m:r>
                              </m:oMath>
                            </m:oMathPara>
                          </a14:m>
                          <a:endParaRPr lang="en-US" sz="1900" dirty="0">
                            <a:solidFill>
                              <a:schemeClr val="tx1"/>
                            </a:solidFill>
                            <a:latin typeface="Sabon Next LT" panose="02000500000000000000" pitchFamily="2" charset="0"/>
                            <a:cs typeface="Sabon Next LT" panose="02000500000000000000" pitchFamily="2" charset="0"/>
                          </a:endParaRPr>
                        </a:p>
                      </a:txBody>
                      <a:tcPr marL="96897" marR="96897" marT="48449" marB="48449" anchor="ctr">
                        <a:solidFill>
                          <a:schemeClr val="accent2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90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Sabon Next LT" panose="02000500000000000000" pitchFamily="2" charset="0"/>
                                  </a:rPr>
                                  <m:t>∞</m:t>
                                </m:r>
                              </m:oMath>
                            </m:oMathPara>
                          </a14:m>
                          <a:endParaRPr lang="en-US" sz="1900" dirty="0">
                            <a:solidFill>
                              <a:schemeClr val="tx1"/>
                            </a:solidFill>
                            <a:latin typeface="Sabon Next LT" panose="02000500000000000000" pitchFamily="2" charset="0"/>
                            <a:cs typeface="Sabon Next LT" panose="02000500000000000000" pitchFamily="2" charset="0"/>
                          </a:endParaRPr>
                        </a:p>
                      </a:txBody>
                      <a:tcPr marL="96897" marR="96897" marT="48449" marB="48449" anchor="ctr">
                        <a:solidFill>
                          <a:schemeClr val="accent2">
                            <a:lumMod val="40000"/>
                            <a:lumOff val="6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415808797"/>
                      </a:ext>
                    </a:extLst>
                  </a:tr>
                  <a:tr h="651244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b="1" dirty="0">
                              <a:solidFill>
                                <a:schemeClr val="accent1">
                                  <a:lumMod val="25000"/>
                                </a:schemeClr>
                              </a:solidFill>
                              <a:latin typeface="Sabon Next LT" panose="02000500000000000000" pitchFamily="2" charset="0"/>
                              <a:cs typeface="Sabon Next LT" panose="02000500000000000000" pitchFamily="2" charset="0"/>
                            </a:rPr>
                            <a:t>cot</a:t>
                          </a:r>
                        </a:p>
                      </a:txBody>
                      <a:tcPr marL="96897" marR="96897" marT="48449" marB="48449" anchor="ctr">
                        <a:solidFill>
                          <a:schemeClr val="accent2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90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Sabon Next LT" panose="02000500000000000000" pitchFamily="2" charset="0"/>
                                  </a:rPr>
                                  <m:t>∞</m:t>
                                </m:r>
                              </m:oMath>
                            </m:oMathPara>
                          </a14:m>
                          <a:endParaRPr lang="en-US" sz="1900" dirty="0">
                            <a:solidFill>
                              <a:schemeClr val="tx1"/>
                            </a:solidFill>
                            <a:latin typeface="Sabon Next LT" panose="02000500000000000000" pitchFamily="2" charset="0"/>
                            <a:cs typeface="Sabon Next LT" panose="02000500000000000000" pitchFamily="2" charset="0"/>
                          </a:endParaRPr>
                        </a:p>
                      </a:txBody>
                      <a:tcPr marL="96897" marR="96897" marT="48449" marB="48449" anchor="ctr">
                        <a:solidFill>
                          <a:schemeClr val="accent2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90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Sabon Next LT" panose="02000500000000000000" pitchFamily="2" charset="0"/>
                                  </a:rPr>
                                  <m:t>√</m:t>
                                </m:r>
                                <m:r>
                                  <a:rPr lang="en-US" sz="19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Sabon Next LT" panose="02000500000000000000" pitchFamily="2" charset="0"/>
                                  </a:rPr>
                                  <m:t>3</m:t>
                                </m:r>
                              </m:oMath>
                            </m:oMathPara>
                          </a14:m>
                          <a:endParaRPr lang="en-US" sz="1900" dirty="0">
                            <a:solidFill>
                              <a:schemeClr val="tx1"/>
                            </a:solidFill>
                            <a:latin typeface="Sabon Next LT" panose="02000500000000000000" pitchFamily="2" charset="0"/>
                            <a:cs typeface="Sabon Next LT" panose="02000500000000000000" pitchFamily="2" charset="0"/>
                          </a:endParaRPr>
                        </a:p>
                      </a:txBody>
                      <a:tcPr marL="96897" marR="96897" marT="48449" marB="48449" anchor="ctr">
                        <a:solidFill>
                          <a:schemeClr val="accent2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90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Sabon Next LT" panose="02000500000000000000" pitchFamily="2" charset="0"/>
                                  </a:rPr>
                                  <m:t>1</m:t>
                                </m:r>
                              </m:oMath>
                            </m:oMathPara>
                          </a14:m>
                          <a:endParaRPr lang="en-US" sz="1900" dirty="0">
                            <a:solidFill>
                              <a:schemeClr val="tx1"/>
                            </a:solidFill>
                            <a:latin typeface="Sabon Next LT" panose="02000500000000000000" pitchFamily="2" charset="0"/>
                            <a:cs typeface="Sabon Next LT" panose="02000500000000000000" pitchFamily="2" charset="0"/>
                          </a:endParaRPr>
                        </a:p>
                      </a:txBody>
                      <a:tcPr marL="96897" marR="96897" marT="48449" marB="48449" anchor="ctr">
                        <a:solidFill>
                          <a:schemeClr val="accent2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en-US" sz="190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cs typeface="Sabon Next LT" panose="02000500000000000000" pitchFamily="2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sz="19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cs typeface="Sabon Next LT" panose="02000500000000000000" pitchFamily="2" charset="0"/>
                                      </a:rPr>
                                      <m:t>1</m:t>
                                    </m:r>
                                  </m:num>
                                  <m:den>
                                    <m:r>
                                      <a:rPr lang="en-US" sz="190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  <a:cs typeface="Sabon Next LT" panose="02000500000000000000" pitchFamily="2" charset="0"/>
                                      </a:rPr>
                                      <m:t>√</m:t>
                                    </m:r>
                                    <m:r>
                                      <a:rPr lang="en-US" sz="19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  <a:cs typeface="Sabon Next LT" panose="02000500000000000000" pitchFamily="2" charset="0"/>
                                      </a:rPr>
                                      <m:t>3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en-US" sz="1900" dirty="0">
                            <a:solidFill>
                              <a:schemeClr val="tx1"/>
                            </a:solidFill>
                            <a:latin typeface="Sabon Next LT" panose="02000500000000000000" pitchFamily="2" charset="0"/>
                            <a:cs typeface="Sabon Next LT" panose="02000500000000000000" pitchFamily="2" charset="0"/>
                          </a:endParaRPr>
                        </a:p>
                      </a:txBody>
                      <a:tcPr marL="96897" marR="96897" marT="48449" marB="48449" anchor="ctr">
                        <a:solidFill>
                          <a:schemeClr val="accent2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900" dirty="0">
                              <a:solidFill>
                                <a:schemeClr val="tx1"/>
                              </a:solidFill>
                              <a:latin typeface="Sabon Next LT" panose="02000500000000000000" pitchFamily="2" charset="0"/>
                              <a:cs typeface="Sabon Next LT" panose="02000500000000000000" pitchFamily="2" charset="0"/>
                            </a:rPr>
                            <a:t>0</a:t>
                          </a:r>
                        </a:p>
                      </a:txBody>
                      <a:tcPr marL="96897" marR="96897" marT="48449" marB="48449" anchor="ctr">
                        <a:solidFill>
                          <a:schemeClr val="accent2">
                            <a:lumMod val="20000"/>
                            <a:lumOff val="8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80950325"/>
                      </a:ext>
                    </a:extLst>
                  </a:tr>
                  <a:tr h="651244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b="1" dirty="0">
                              <a:solidFill>
                                <a:schemeClr val="accent1">
                                  <a:lumMod val="25000"/>
                                </a:schemeClr>
                              </a:solidFill>
                              <a:latin typeface="Sabon Next LT" panose="02000500000000000000" pitchFamily="2" charset="0"/>
                              <a:cs typeface="Sabon Next LT" panose="02000500000000000000" pitchFamily="2" charset="0"/>
                            </a:rPr>
                            <a:t>sec</a:t>
                          </a:r>
                        </a:p>
                      </a:txBody>
                      <a:tcPr marL="96897" marR="96897" marT="48449" marB="48449" anchor="ctr">
                        <a:solidFill>
                          <a:srgbClr val="F2D1D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900" dirty="0">
                              <a:solidFill>
                                <a:schemeClr val="tx1"/>
                              </a:solidFill>
                              <a:latin typeface="Sabon Next LT" panose="02000500000000000000" pitchFamily="2" charset="0"/>
                              <a:cs typeface="Sabon Next LT" panose="02000500000000000000" pitchFamily="2" charset="0"/>
                            </a:rPr>
                            <a:t>1</a:t>
                          </a:r>
                        </a:p>
                      </a:txBody>
                      <a:tcPr marL="96897" marR="96897" marT="48449" marB="48449" anchor="ctr">
                        <a:solidFill>
                          <a:srgbClr val="F2D1D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en-US" sz="190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cs typeface="Sabon Next LT" panose="02000500000000000000" pitchFamily="2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sz="19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cs typeface="Sabon Next LT" panose="02000500000000000000" pitchFamily="2" charset="0"/>
                                      </a:rPr>
                                      <m:t>2</m:t>
                                    </m:r>
                                  </m:num>
                                  <m:den>
                                    <m:r>
                                      <a:rPr lang="en-US" sz="190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  <a:cs typeface="Sabon Next LT" panose="02000500000000000000" pitchFamily="2" charset="0"/>
                                      </a:rPr>
                                      <m:t>√</m:t>
                                    </m:r>
                                    <m:r>
                                      <a:rPr lang="en-US" sz="19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  <a:cs typeface="Sabon Next LT" panose="02000500000000000000" pitchFamily="2" charset="0"/>
                                      </a:rPr>
                                      <m:t>3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en-US" sz="1900" dirty="0">
                            <a:solidFill>
                              <a:schemeClr val="tx1"/>
                            </a:solidFill>
                            <a:latin typeface="Sabon Next LT" panose="02000500000000000000" pitchFamily="2" charset="0"/>
                            <a:cs typeface="Sabon Next LT" panose="02000500000000000000" pitchFamily="2" charset="0"/>
                          </a:endParaRPr>
                        </a:p>
                      </a:txBody>
                      <a:tcPr marL="96897" marR="96897" marT="48449" marB="48449" anchor="ctr">
                        <a:solidFill>
                          <a:srgbClr val="F2D1D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90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Sabon Next LT" panose="02000500000000000000" pitchFamily="2" charset="0"/>
                                  </a:rPr>
                                  <m:t>√</m:t>
                                </m:r>
                                <m:r>
                                  <a:rPr lang="en-US" sz="19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cs typeface="Sabon Next LT" panose="02000500000000000000" pitchFamily="2" charset="0"/>
                                  </a:rPr>
                                  <m:t>2</m:t>
                                </m:r>
                              </m:oMath>
                            </m:oMathPara>
                          </a14:m>
                          <a:endParaRPr lang="en-US" sz="1900" dirty="0">
                            <a:solidFill>
                              <a:schemeClr val="tx1"/>
                            </a:solidFill>
                            <a:latin typeface="Sabon Next LT" panose="02000500000000000000" pitchFamily="2" charset="0"/>
                            <a:cs typeface="Sabon Next LT" panose="02000500000000000000" pitchFamily="2" charset="0"/>
                          </a:endParaRPr>
                        </a:p>
                      </a:txBody>
                      <a:tcPr marL="96897" marR="96897" marT="48449" marB="48449" anchor="ctr">
                        <a:solidFill>
                          <a:srgbClr val="F2D1D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90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cs typeface="Sabon Next LT" panose="02000500000000000000" pitchFamily="2" charset="0"/>
                                  </a:rPr>
                                  <m:t>2</m:t>
                                </m:r>
                              </m:oMath>
                            </m:oMathPara>
                          </a14:m>
                          <a:endParaRPr lang="en-US" sz="1900" dirty="0">
                            <a:solidFill>
                              <a:schemeClr val="tx1"/>
                            </a:solidFill>
                            <a:latin typeface="Sabon Next LT" panose="02000500000000000000" pitchFamily="2" charset="0"/>
                            <a:cs typeface="Sabon Next LT" panose="02000500000000000000" pitchFamily="2" charset="0"/>
                          </a:endParaRPr>
                        </a:p>
                      </a:txBody>
                      <a:tcPr marL="96897" marR="96897" marT="48449" marB="48449" anchor="ctr">
                        <a:solidFill>
                          <a:srgbClr val="F2D1D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90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Sabon Next LT" panose="02000500000000000000" pitchFamily="2" charset="0"/>
                                  </a:rPr>
                                  <m:t>∞</m:t>
                                </m:r>
                              </m:oMath>
                            </m:oMathPara>
                          </a14:m>
                          <a:endParaRPr lang="en-US" sz="1900" dirty="0">
                            <a:solidFill>
                              <a:schemeClr val="tx1"/>
                            </a:solidFill>
                            <a:latin typeface="Sabon Next LT" panose="02000500000000000000" pitchFamily="2" charset="0"/>
                            <a:cs typeface="Sabon Next LT" panose="02000500000000000000" pitchFamily="2" charset="0"/>
                          </a:endParaRPr>
                        </a:p>
                      </a:txBody>
                      <a:tcPr marL="96897" marR="96897" marT="48449" marB="48449" anchor="ctr">
                        <a:solidFill>
                          <a:srgbClr val="F2D1D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919267530"/>
                      </a:ext>
                    </a:extLst>
                  </a:tr>
                  <a:tr h="651244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b="1" dirty="0">
                              <a:solidFill>
                                <a:schemeClr val="accent1">
                                  <a:lumMod val="25000"/>
                                </a:schemeClr>
                              </a:solidFill>
                              <a:latin typeface="Sabon Next LT" panose="02000500000000000000" pitchFamily="2" charset="0"/>
                              <a:cs typeface="Sabon Next LT" panose="02000500000000000000" pitchFamily="2" charset="0"/>
                            </a:rPr>
                            <a:t>cosec</a:t>
                          </a:r>
                        </a:p>
                      </a:txBody>
                      <a:tcPr marL="96897" marR="96897" marT="48449" marB="48449" anchor="ctr">
                        <a:solidFill>
                          <a:schemeClr val="accent2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90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Sabon Next LT" panose="02000500000000000000" pitchFamily="2" charset="0"/>
                                  </a:rPr>
                                  <m:t>∞</m:t>
                                </m:r>
                              </m:oMath>
                            </m:oMathPara>
                          </a14:m>
                          <a:endParaRPr lang="en-US" sz="1900" dirty="0">
                            <a:solidFill>
                              <a:schemeClr val="tx1"/>
                            </a:solidFill>
                            <a:latin typeface="Sabon Next LT" panose="02000500000000000000" pitchFamily="2" charset="0"/>
                            <a:cs typeface="Sabon Next LT" panose="02000500000000000000" pitchFamily="2" charset="0"/>
                          </a:endParaRPr>
                        </a:p>
                      </a:txBody>
                      <a:tcPr marL="96897" marR="96897" marT="48449" marB="48449" anchor="ctr">
                        <a:solidFill>
                          <a:schemeClr val="accent2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900" dirty="0">
                              <a:solidFill>
                                <a:schemeClr val="tx1"/>
                              </a:solidFill>
                              <a:latin typeface="Sabon Next LT" panose="02000500000000000000" pitchFamily="2" charset="0"/>
                              <a:cs typeface="Sabon Next LT" panose="02000500000000000000" pitchFamily="2" charset="0"/>
                            </a:rPr>
                            <a:t>2</a:t>
                          </a:r>
                        </a:p>
                      </a:txBody>
                      <a:tcPr marL="96897" marR="96897" marT="48449" marB="48449" anchor="ctr">
                        <a:solidFill>
                          <a:schemeClr val="accent2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90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Sabon Next LT" panose="02000500000000000000" pitchFamily="2" charset="0"/>
                                  </a:rPr>
                                  <m:t>√</m:t>
                                </m:r>
                                <m:r>
                                  <a:rPr lang="en-US" sz="19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cs typeface="Sabon Next LT" panose="02000500000000000000" pitchFamily="2" charset="0"/>
                                  </a:rPr>
                                  <m:t>2</m:t>
                                </m:r>
                              </m:oMath>
                            </m:oMathPara>
                          </a14:m>
                          <a:endParaRPr lang="en-US" sz="1900" dirty="0">
                            <a:solidFill>
                              <a:schemeClr val="tx1"/>
                            </a:solidFill>
                            <a:latin typeface="Sabon Next LT" panose="02000500000000000000" pitchFamily="2" charset="0"/>
                            <a:cs typeface="Sabon Next LT" panose="02000500000000000000" pitchFamily="2" charset="0"/>
                          </a:endParaRPr>
                        </a:p>
                      </a:txBody>
                      <a:tcPr marL="96897" marR="96897" marT="48449" marB="48449" anchor="ctr">
                        <a:solidFill>
                          <a:schemeClr val="accent2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en-US" sz="190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cs typeface="Sabon Next LT" panose="02000500000000000000" pitchFamily="2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sz="19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cs typeface="Sabon Next LT" panose="02000500000000000000" pitchFamily="2" charset="0"/>
                                      </a:rPr>
                                      <m:t>2</m:t>
                                    </m:r>
                                  </m:num>
                                  <m:den>
                                    <m:r>
                                      <a:rPr lang="en-US" sz="190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  <a:cs typeface="Sabon Next LT" panose="02000500000000000000" pitchFamily="2" charset="0"/>
                                      </a:rPr>
                                      <m:t>√</m:t>
                                    </m:r>
                                    <m:r>
                                      <a:rPr lang="en-US" sz="19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  <a:cs typeface="Sabon Next LT" panose="02000500000000000000" pitchFamily="2" charset="0"/>
                                      </a:rPr>
                                      <m:t>3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en-US" sz="1900" dirty="0">
                            <a:solidFill>
                              <a:schemeClr val="tx1"/>
                            </a:solidFill>
                            <a:latin typeface="Sabon Next LT" panose="02000500000000000000" pitchFamily="2" charset="0"/>
                            <a:cs typeface="Sabon Next LT" panose="02000500000000000000" pitchFamily="2" charset="0"/>
                          </a:endParaRPr>
                        </a:p>
                      </a:txBody>
                      <a:tcPr marL="96897" marR="96897" marT="48449" marB="48449" anchor="ctr">
                        <a:solidFill>
                          <a:schemeClr val="accent2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900" dirty="0">
                              <a:solidFill>
                                <a:schemeClr val="tx1"/>
                              </a:solidFill>
                              <a:latin typeface="Sabon Next LT" panose="02000500000000000000" pitchFamily="2" charset="0"/>
                              <a:cs typeface="Sabon Next LT" panose="02000500000000000000" pitchFamily="2" charset="0"/>
                            </a:rPr>
                            <a:t>1</a:t>
                          </a:r>
                        </a:p>
                      </a:txBody>
                      <a:tcPr marL="96897" marR="96897" marT="48449" marB="48449" anchor="ctr">
                        <a:solidFill>
                          <a:schemeClr val="accent2">
                            <a:lumMod val="20000"/>
                            <a:lumOff val="8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162083860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8" name="Table 4">
                <a:extLst>
                  <a:ext uri="{FF2B5EF4-FFF2-40B4-BE49-F238E27FC236}">
                    <a16:creationId xmlns:a16="http://schemas.microsoft.com/office/drawing/2014/main" id="{20D5D2B6-C24F-C062-F10C-DDAF8D6741E6}"/>
                  </a:ext>
                </a:extLst>
              </p:cNvPr>
              <p:cNvGraphicFramePr>
                <a:graphicFrameLocks noGrp="1"/>
              </p:cNvGraphicFramePr>
              <p:nvPr>
                <p:ph sz="half" idx="1"/>
                <p:extLst>
                  <p:ext uri="{D42A27DB-BD31-4B8C-83A1-F6EECF244321}">
                    <p14:modId xmlns:p14="http://schemas.microsoft.com/office/powerpoint/2010/main" val="1051690853"/>
                  </p:ext>
                </p:extLst>
              </p:nvPr>
            </p:nvGraphicFramePr>
            <p:xfrm>
              <a:off x="3539613" y="1427818"/>
              <a:ext cx="8093382" cy="4988203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348897">
                      <a:extLst>
                        <a:ext uri="{9D8B030D-6E8A-4147-A177-3AD203B41FA5}">
                          <a16:colId xmlns:a16="http://schemas.microsoft.com/office/drawing/2014/main" val="1689330750"/>
                        </a:ext>
                      </a:extLst>
                    </a:gridCol>
                    <a:gridCol w="1348897">
                      <a:extLst>
                        <a:ext uri="{9D8B030D-6E8A-4147-A177-3AD203B41FA5}">
                          <a16:colId xmlns:a16="http://schemas.microsoft.com/office/drawing/2014/main" val="2660631934"/>
                        </a:ext>
                      </a:extLst>
                    </a:gridCol>
                    <a:gridCol w="1348897">
                      <a:extLst>
                        <a:ext uri="{9D8B030D-6E8A-4147-A177-3AD203B41FA5}">
                          <a16:colId xmlns:a16="http://schemas.microsoft.com/office/drawing/2014/main" val="3909717689"/>
                        </a:ext>
                      </a:extLst>
                    </a:gridCol>
                    <a:gridCol w="1348897">
                      <a:extLst>
                        <a:ext uri="{9D8B030D-6E8A-4147-A177-3AD203B41FA5}">
                          <a16:colId xmlns:a16="http://schemas.microsoft.com/office/drawing/2014/main" val="1603189107"/>
                        </a:ext>
                      </a:extLst>
                    </a:gridCol>
                    <a:gridCol w="1348897">
                      <a:extLst>
                        <a:ext uri="{9D8B030D-6E8A-4147-A177-3AD203B41FA5}">
                          <a16:colId xmlns:a16="http://schemas.microsoft.com/office/drawing/2014/main" val="2755691855"/>
                        </a:ext>
                      </a:extLst>
                    </a:gridCol>
                    <a:gridCol w="1348897">
                      <a:extLst>
                        <a:ext uri="{9D8B030D-6E8A-4147-A177-3AD203B41FA5}">
                          <a16:colId xmlns:a16="http://schemas.microsoft.com/office/drawing/2014/main" val="1184934806"/>
                        </a:ext>
                      </a:extLst>
                    </a:gridCol>
                  </a:tblGrid>
                  <a:tr h="777599">
                    <a:tc>
                      <a:txBody>
                        <a:bodyPr/>
                        <a:lstStyle/>
                        <a:p>
                          <a:pPr algn="ctr"/>
                          <a:endParaRPr lang="en-US" sz="2400" b="1" dirty="0">
                            <a:latin typeface="Sabon Next LT" panose="02000500000000000000" pitchFamily="2" charset="0"/>
                            <a:cs typeface="Sabon Next LT" panose="02000500000000000000" pitchFamily="2" charset="0"/>
                          </a:endParaRPr>
                        </a:p>
                      </a:txBody>
                      <a:tcPr marL="96897" marR="96897" marT="48449" marB="48449" anchor="ctr">
                        <a:solidFill>
                          <a:schemeClr val="accent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96897" marR="96897" marT="48449" marB="48449" anchor="ctr">
                        <a:blipFill>
                          <a:blip r:embed="rId2"/>
                          <a:stretch>
                            <a:fillRect l="-100905" t="-781" r="-402715" b="-54140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96897" marR="96897" marT="48449" marB="48449" anchor="ctr">
                        <a:blipFill>
                          <a:blip r:embed="rId2"/>
                          <a:stretch>
                            <a:fillRect l="-200000" t="-781" r="-300901" b="-54140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96897" marR="96897" marT="48449" marB="48449" anchor="ctr">
                        <a:blipFill>
                          <a:blip r:embed="rId2"/>
                          <a:stretch>
                            <a:fillRect l="-301357" t="-781" r="-202262" b="-54140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96897" marR="96897" marT="48449" marB="48449" anchor="ctr">
                        <a:blipFill>
                          <a:blip r:embed="rId2"/>
                          <a:stretch>
                            <a:fillRect l="-399550" t="-781" r="-101351" b="-54140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96897" marR="96897" marT="48449" marB="48449" anchor="ctr">
                        <a:blipFill>
                          <a:blip r:embed="rId2"/>
                          <a:stretch>
                            <a:fillRect l="-501810" t="-781" r="-1810" b="-541406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479928716"/>
                      </a:ext>
                    </a:extLst>
                  </a:tr>
                  <a:tr h="746534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b="1" dirty="0">
                              <a:solidFill>
                                <a:schemeClr val="accent1">
                                  <a:lumMod val="25000"/>
                                </a:schemeClr>
                              </a:solidFill>
                              <a:latin typeface="Sabon Next LT" panose="02000500000000000000" pitchFamily="2" charset="0"/>
                              <a:cs typeface="Sabon Next LT" panose="02000500000000000000" pitchFamily="2" charset="0"/>
                            </a:rPr>
                            <a:t>sin</a:t>
                          </a:r>
                        </a:p>
                      </a:txBody>
                      <a:tcPr marL="96897" marR="96897" marT="48449" marB="48449" anchor="ctr">
                        <a:solidFill>
                          <a:schemeClr val="accent2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900" dirty="0">
                              <a:solidFill>
                                <a:schemeClr val="tx1"/>
                              </a:solidFill>
                              <a:latin typeface="Sabon Next LT" panose="02000500000000000000" pitchFamily="2" charset="0"/>
                              <a:cs typeface="Sabon Next LT" panose="02000500000000000000" pitchFamily="2" charset="0"/>
                            </a:rPr>
                            <a:t>0</a:t>
                          </a:r>
                        </a:p>
                      </a:txBody>
                      <a:tcPr marL="96897" marR="96897" marT="48449" marB="48449" anchor="ctr">
                        <a:solidFill>
                          <a:schemeClr val="accent2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96897" marR="96897" marT="48449" marB="48449" anchor="ctr">
                        <a:blipFill>
                          <a:blip r:embed="rId2"/>
                          <a:stretch>
                            <a:fillRect l="-200000" t="-105738" r="-300901" b="-46803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96897" marR="96897" marT="48449" marB="48449" anchor="ctr">
                        <a:blipFill>
                          <a:blip r:embed="rId2"/>
                          <a:stretch>
                            <a:fillRect l="-301357" t="-105738" r="-202262" b="-46803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96897" marR="96897" marT="48449" marB="48449" anchor="ctr">
                        <a:blipFill>
                          <a:blip r:embed="rId2"/>
                          <a:stretch>
                            <a:fillRect l="-399550" t="-105738" r="-101351" b="-46803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900" dirty="0">
                              <a:solidFill>
                                <a:schemeClr val="tx1"/>
                              </a:solidFill>
                              <a:latin typeface="Sabon Next LT" panose="02000500000000000000" pitchFamily="2" charset="0"/>
                              <a:cs typeface="Sabon Next LT" panose="02000500000000000000" pitchFamily="2" charset="0"/>
                            </a:rPr>
                            <a:t>1</a:t>
                          </a:r>
                        </a:p>
                      </a:txBody>
                      <a:tcPr marL="96897" marR="96897" marT="48449" marB="48449" anchor="ctr">
                        <a:solidFill>
                          <a:schemeClr val="accent2">
                            <a:lumMod val="40000"/>
                            <a:lumOff val="6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760208656"/>
                      </a:ext>
                    </a:extLst>
                  </a:tr>
                  <a:tr h="746534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b="1" dirty="0">
                              <a:solidFill>
                                <a:schemeClr val="accent1">
                                  <a:lumMod val="25000"/>
                                </a:schemeClr>
                              </a:solidFill>
                              <a:latin typeface="Sabon Next LT" panose="02000500000000000000" pitchFamily="2" charset="0"/>
                              <a:cs typeface="Sabon Next LT" panose="02000500000000000000" pitchFamily="2" charset="0"/>
                            </a:rPr>
                            <a:t>cos</a:t>
                          </a:r>
                        </a:p>
                      </a:txBody>
                      <a:tcPr marL="96897" marR="96897" marT="48449" marB="48449" anchor="ctr">
                        <a:solidFill>
                          <a:schemeClr val="accent2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900" dirty="0">
                              <a:solidFill>
                                <a:schemeClr val="tx1"/>
                              </a:solidFill>
                              <a:latin typeface="Sabon Next LT" panose="02000500000000000000" pitchFamily="2" charset="0"/>
                              <a:cs typeface="Sabon Next LT" panose="02000500000000000000" pitchFamily="2" charset="0"/>
                            </a:rPr>
                            <a:t>1</a:t>
                          </a:r>
                        </a:p>
                      </a:txBody>
                      <a:tcPr marL="96897" marR="96897" marT="48449" marB="48449" anchor="ctr">
                        <a:solidFill>
                          <a:schemeClr val="accent2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96897" marR="96897" marT="48449" marB="48449" anchor="ctr">
                        <a:blipFill>
                          <a:blip r:embed="rId2"/>
                          <a:stretch>
                            <a:fillRect l="-200000" t="-204065" r="-300901" b="-36422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96897" marR="96897" marT="48449" marB="48449" anchor="ctr">
                        <a:blipFill>
                          <a:blip r:embed="rId2"/>
                          <a:stretch>
                            <a:fillRect l="-301357" t="-204065" r="-202262" b="-36422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96897" marR="96897" marT="48449" marB="48449" anchor="ctr">
                        <a:blipFill>
                          <a:blip r:embed="rId2"/>
                          <a:stretch>
                            <a:fillRect l="-399550" t="-204065" r="-101351" b="-36422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1900" dirty="0">
                              <a:solidFill>
                                <a:schemeClr val="tx1"/>
                              </a:solidFill>
                              <a:latin typeface="Sabon Next LT" panose="02000500000000000000" pitchFamily="2" charset="0"/>
                              <a:cs typeface="Sabon Next LT" panose="02000500000000000000" pitchFamily="2" charset="0"/>
                            </a:rPr>
                            <a:t>0</a:t>
                          </a:r>
                        </a:p>
                      </a:txBody>
                      <a:tcPr marL="96897" marR="96897" marT="48449" marB="48449" anchor="ctr">
                        <a:solidFill>
                          <a:schemeClr val="accent2">
                            <a:lumMod val="20000"/>
                            <a:lumOff val="8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634243071"/>
                      </a:ext>
                    </a:extLst>
                  </a:tr>
                  <a:tr h="679384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b="1" dirty="0">
                              <a:solidFill>
                                <a:schemeClr val="accent1">
                                  <a:lumMod val="25000"/>
                                </a:schemeClr>
                              </a:solidFill>
                              <a:latin typeface="Sabon Next LT" panose="02000500000000000000" pitchFamily="2" charset="0"/>
                              <a:cs typeface="Sabon Next LT" panose="02000500000000000000" pitchFamily="2" charset="0"/>
                            </a:rPr>
                            <a:t>tan</a:t>
                          </a:r>
                        </a:p>
                      </a:txBody>
                      <a:tcPr marL="96897" marR="96897" marT="48449" marB="48449" anchor="ctr">
                        <a:solidFill>
                          <a:schemeClr val="accent2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900" dirty="0">
                              <a:solidFill>
                                <a:schemeClr val="tx1"/>
                              </a:solidFill>
                              <a:latin typeface="Sabon Next LT" panose="02000500000000000000" pitchFamily="2" charset="0"/>
                              <a:cs typeface="Sabon Next LT" panose="02000500000000000000" pitchFamily="2" charset="0"/>
                            </a:rPr>
                            <a:t>0</a:t>
                          </a:r>
                        </a:p>
                      </a:txBody>
                      <a:tcPr marL="96897" marR="96897" marT="48449" marB="48449" anchor="ctr">
                        <a:solidFill>
                          <a:schemeClr val="accent2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96897" marR="96897" marT="48449" marB="48449" anchor="ctr">
                        <a:blipFill>
                          <a:blip r:embed="rId2"/>
                          <a:stretch>
                            <a:fillRect l="-200000" t="-336937" r="-300901" b="-30360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900" dirty="0">
                              <a:solidFill>
                                <a:schemeClr val="tx1"/>
                              </a:solidFill>
                              <a:latin typeface="Sabon Next LT" panose="02000500000000000000" pitchFamily="2" charset="0"/>
                              <a:cs typeface="Sabon Next LT" panose="02000500000000000000" pitchFamily="2" charset="0"/>
                            </a:rPr>
                            <a:t>1</a:t>
                          </a:r>
                        </a:p>
                      </a:txBody>
                      <a:tcPr marL="96897" marR="96897" marT="48449" marB="48449" anchor="ctr">
                        <a:solidFill>
                          <a:schemeClr val="accent2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96897" marR="96897" marT="48449" marB="48449" anchor="ctr">
                        <a:blipFill>
                          <a:blip r:embed="rId2"/>
                          <a:stretch>
                            <a:fillRect l="-399550" t="-336937" r="-101351" b="-30360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96897" marR="96897" marT="48449" marB="48449" anchor="ctr">
                        <a:blipFill>
                          <a:blip r:embed="rId2"/>
                          <a:stretch>
                            <a:fillRect l="-501810" t="-336937" r="-1810" b="-303604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415808797"/>
                      </a:ext>
                    </a:extLst>
                  </a:tr>
                  <a:tr h="679384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b="1" dirty="0">
                              <a:solidFill>
                                <a:schemeClr val="accent1">
                                  <a:lumMod val="25000"/>
                                </a:schemeClr>
                              </a:solidFill>
                              <a:latin typeface="Sabon Next LT" panose="02000500000000000000" pitchFamily="2" charset="0"/>
                              <a:cs typeface="Sabon Next LT" panose="02000500000000000000" pitchFamily="2" charset="0"/>
                            </a:rPr>
                            <a:t>cot</a:t>
                          </a:r>
                        </a:p>
                      </a:txBody>
                      <a:tcPr marL="96897" marR="96897" marT="48449" marB="48449" anchor="ctr">
                        <a:solidFill>
                          <a:schemeClr val="accent2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96897" marR="96897" marT="48449" marB="48449" anchor="ctr">
                        <a:blipFill>
                          <a:blip r:embed="rId2"/>
                          <a:stretch>
                            <a:fillRect l="-100905" t="-433036" r="-402715" b="-20089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96897" marR="96897" marT="48449" marB="48449" anchor="ctr">
                        <a:blipFill>
                          <a:blip r:embed="rId2"/>
                          <a:stretch>
                            <a:fillRect l="-200000" t="-433036" r="-300901" b="-20089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96897" marR="96897" marT="48449" marB="48449" anchor="ctr">
                        <a:blipFill>
                          <a:blip r:embed="rId2"/>
                          <a:stretch>
                            <a:fillRect l="-301357" t="-433036" r="-202262" b="-20089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96897" marR="96897" marT="48449" marB="48449" anchor="ctr">
                        <a:blipFill>
                          <a:blip r:embed="rId2"/>
                          <a:stretch>
                            <a:fillRect l="-399550" t="-433036" r="-101351" b="-20089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900" dirty="0">
                              <a:solidFill>
                                <a:schemeClr val="tx1"/>
                              </a:solidFill>
                              <a:latin typeface="Sabon Next LT" panose="02000500000000000000" pitchFamily="2" charset="0"/>
                              <a:cs typeface="Sabon Next LT" panose="02000500000000000000" pitchFamily="2" charset="0"/>
                            </a:rPr>
                            <a:t>0</a:t>
                          </a:r>
                        </a:p>
                      </a:txBody>
                      <a:tcPr marL="96897" marR="96897" marT="48449" marB="48449" anchor="ctr">
                        <a:solidFill>
                          <a:schemeClr val="accent2">
                            <a:lumMod val="20000"/>
                            <a:lumOff val="8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80950325"/>
                      </a:ext>
                    </a:extLst>
                  </a:tr>
                  <a:tr h="679384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b="1" dirty="0">
                              <a:solidFill>
                                <a:schemeClr val="accent1">
                                  <a:lumMod val="25000"/>
                                </a:schemeClr>
                              </a:solidFill>
                              <a:latin typeface="Sabon Next LT" panose="02000500000000000000" pitchFamily="2" charset="0"/>
                              <a:cs typeface="Sabon Next LT" panose="02000500000000000000" pitchFamily="2" charset="0"/>
                            </a:rPr>
                            <a:t>sec</a:t>
                          </a:r>
                        </a:p>
                      </a:txBody>
                      <a:tcPr marL="96897" marR="96897" marT="48449" marB="48449" anchor="ctr">
                        <a:solidFill>
                          <a:srgbClr val="F2D1D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900" dirty="0">
                              <a:solidFill>
                                <a:schemeClr val="tx1"/>
                              </a:solidFill>
                              <a:latin typeface="Sabon Next LT" panose="02000500000000000000" pitchFamily="2" charset="0"/>
                              <a:cs typeface="Sabon Next LT" panose="02000500000000000000" pitchFamily="2" charset="0"/>
                            </a:rPr>
                            <a:t>1</a:t>
                          </a:r>
                        </a:p>
                      </a:txBody>
                      <a:tcPr marL="96897" marR="96897" marT="48449" marB="48449" anchor="ctr">
                        <a:solidFill>
                          <a:srgbClr val="F2D1D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96897" marR="96897" marT="48449" marB="48449" anchor="ctr">
                        <a:blipFill>
                          <a:blip r:embed="rId2"/>
                          <a:stretch>
                            <a:fillRect l="-200000" t="-537838" r="-300901" b="-10270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96897" marR="96897" marT="48449" marB="48449" anchor="ctr">
                        <a:blipFill>
                          <a:blip r:embed="rId2"/>
                          <a:stretch>
                            <a:fillRect l="-301357" t="-537838" r="-202262" b="-10270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96897" marR="96897" marT="48449" marB="48449" anchor="ctr">
                        <a:blipFill>
                          <a:blip r:embed="rId2"/>
                          <a:stretch>
                            <a:fillRect l="-399550" t="-537838" r="-101351" b="-10270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96897" marR="96897" marT="48449" marB="48449" anchor="ctr">
                        <a:blipFill>
                          <a:blip r:embed="rId2"/>
                          <a:stretch>
                            <a:fillRect l="-501810" t="-537838" r="-1810" b="-102703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919267530"/>
                      </a:ext>
                    </a:extLst>
                  </a:tr>
                  <a:tr h="679384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b="1" dirty="0">
                              <a:solidFill>
                                <a:schemeClr val="accent1">
                                  <a:lumMod val="25000"/>
                                </a:schemeClr>
                              </a:solidFill>
                              <a:latin typeface="Sabon Next LT" panose="02000500000000000000" pitchFamily="2" charset="0"/>
                              <a:cs typeface="Sabon Next LT" panose="02000500000000000000" pitchFamily="2" charset="0"/>
                            </a:rPr>
                            <a:t>cosec</a:t>
                          </a:r>
                        </a:p>
                      </a:txBody>
                      <a:tcPr marL="96897" marR="96897" marT="48449" marB="48449" anchor="ctr">
                        <a:solidFill>
                          <a:schemeClr val="accent2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96897" marR="96897" marT="48449" marB="48449" anchor="ctr">
                        <a:blipFill>
                          <a:blip r:embed="rId2"/>
                          <a:stretch>
                            <a:fillRect l="-100905" t="-632143" r="-402715" b="-178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900" dirty="0">
                              <a:solidFill>
                                <a:schemeClr val="tx1"/>
                              </a:solidFill>
                              <a:latin typeface="Sabon Next LT" panose="02000500000000000000" pitchFamily="2" charset="0"/>
                              <a:cs typeface="Sabon Next LT" panose="02000500000000000000" pitchFamily="2" charset="0"/>
                            </a:rPr>
                            <a:t>2</a:t>
                          </a:r>
                        </a:p>
                      </a:txBody>
                      <a:tcPr marL="96897" marR="96897" marT="48449" marB="48449" anchor="ctr">
                        <a:solidFill>
                          <a:schemeClr val="accent2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96897" marR="96897" marT="48449" marB="48449" anchor="ctr">
                        <a:blipFill>
                          <a:blip r:embed="rId2"/>
                          <a:stretch>
                            <a:fillRect l="-301357" t="-632143" r="-202262" b="-178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96897" marR="96897" marT="48449" marB="48449" anchor="ctr">
                        <a:blipFill>
                          <a:blip r:embed="rId2"/>
                          <a:stretch>
                            <a:fillRect l="-399550" t="-632143" r="-101351" b="-178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900" dirty="0">
                              <a:solidFill>
                                <a:schemeClr val="tx1"/>
                              </a:solidFill>
                              <a:latin typeface="Sabon Next LT" panose="02000500000000000000" pitchFamily="2" charset="0"/>
                              <a:cs typeface="Sabon Next LT" panose="02000500000000000000" pitchFamily="2" charset="0"/>
                            </a:rPr>
                            <a:t>1</a:t>
                          </a:r>
                        </a:p>
                      </a:txBody>
                      <a:tcPr marL="96897" marR="96897" marT="48449" marB="48449" anchor="ctr">
                        <a:solidFill>
                          <a:schemeClr val="accent2">
                            <a:lumMod val="20000"/>
                            <a:lumOff val="8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162083860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9" name="TextBox 8">
            <a:extLst>
              <a:ext uri="{FF2B5EF4-FFF2-40B4-BE49-F238E27FC236}">
                <a16:creationId xmlns:a16="http://schemas.microsoft.com/office/drawing/2014/main" id="{A66F5F02-0FB7-4A5A-49A3-0E89B30493F5}"/>
              </a:ext>
            </a:extLst>
          </p:cNvPr>
          <p:cNvSpPr txBox="1"/>
          <p:nvPr/>
        </p:nvSpPr>
        <p:spPr>
          <a:xfrm>
            <a:off x="3435391" y="462280"/>
            <a:ext cx="732709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 err="1">
                <a:solidFill>
                  <a:srgbClr val="202C8F"/>
                </a:solidFill>
              </a:rPr>
              <a:t>ত্রিকোনোমিতিক</a:t>
            </a:r>
            <a:r>
              <a:rPr lang="en-US" sz="3200" b="1" dirty="0">
                <a:solidFill>
                  <a:srgbClr val="202C8F"/>
                </a:solidFill>
              </a:rPr>
              <a:t> </a:t>
            </a:r>
            <a:r>
              <a:rPr lang="en-US" sz="3200" b="1" dirty="0" err="1">
                <a:solidFill>
                  <a:srgbClr val="202C8F"/>
                </a:solidFill>
              </a:rPr>
              <a:t>অনুপাতের</a:t>
            </a:r>
            <a:r>
              <a:rPr lang="en-US" sz="3200" b="1" dirty="0">
                <a:solidFill>
                  <a:srgbClr val="202C8F"/>
                </a:solidFill>
              </a:rPr>
              <a:t> </a:t>
            </a:r>
            <a:r>
              <a:rPr lang="en-US" sz="3200" b="1" dirty="0" err="1">
                <a:solidFill>
                  <a:srgbClr val="202C8F"/>
                </a:solidFill>
              </a:rPr>
              <a:t>মান</a:t>
            </a:r>
            <a:endParaRPr lang="en-US" sz="3200" b="1" dirty="0">
              <a:solidFill>
                <a:srgbClr val="202C8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79622006"/>
      </p:ext>
    </p:extLst>
  </p:cSld>
  <p:clrMapOvr>
    <a:masterClrMapping/>
  </p:clrMapOvr>
  <p:transition spd="slow" advClick="0">
    <p:wip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oogle Shape;1982;p42">
            <a:extLst>
              <a:ext uri="{FF2B5EF4-FFF2-40B4-BE49-F238E27FC236}">
                <a16:creationId xmlns:a16="http://schemas.microsoft.com/office/drawing/2014/main" id="{4A9099CA-5233-6C5B-4C21-B8814C0831C0}"/>
              </a:ext>
            </a:extLst>
          </p:cNvPr>
          <p:cNvGrpSpPr/>
          <p:nvPr/>
        </p:nvGrpSpPr>
        <p:grpSpPr>
          <a:xfrm>
            <a:off x="1817158" y="1465616"/>
            <a:ext cx="10067584" cy="848973"/>
            <a:chOff x="457190" y="1222730"/>
            <a:chExt cx="8229694" cy="693989"/>
          </a:xfrm>
        </p:grpSpPr>
        <p:grpSp>
          <p:nvGrpSpPr>
            <p:cNvPr id="11" name="Google Shape;1983;p42">
              <a:extLst>
                <a:ext uri="{FF2B5EF4-FFF2-40B4-BE49-F238E27FC236}">
                  <a16:creationId xmlns:a16="http://schemas.microsoft.com/office/drawing/2014/main" id="{1FFEF3D2-66B0-F95E-FD1D-E03A063D8CA8}"/>
                </a:ext>
              </a:extLst>
            </p:cNvPr>
            <p:cNvGrpSpPr/>
            <p:nvPr/>
          </p:nvGrpSpPr>
          <p:grpSpPr>
            <a:xfrm>
              <a:off x="1794405" y="1351367"/>
              <a:ext cx="1471182" cy="436717"/>
              <a:chOff x="1603493" y="1317171"/>
              <a:chExt cx="1471182" cy="436717"/>
            </a:xfrm>
          </p:grpSpPr>
          <p:grpSp>
            <p:nvGrpSpPr>
              <p:cNvPr id="37" name="Google Shape;1984;p42">
                <a:extLst>
                  <a:ext uri="{FF2B5EF4-FFF2-40B4-BE49-F238E27FC236}">
                    <a16:creationId xmlns:a16="http://schemas.microsoft.com/office/drawing/2014/main" id="{7562B63E-A74C-8E1C-5635-ED49383FDCDB}"/>
                  </a:ext>
                </a:extLst>
              </p:cNvPr>
              <p:cNvGrpSpPr/>
              <p:nvPr/>
            </p:nvGrpSpPr>
            <p:grpSpPr>
              <a:xfrm>
                <a:off x="1603493" y="1317171"/>
                <a:ext cx="1471182" cy="436717"/>
                <a:chOff x="457250" y="2109575"/>
                <a:chExt cx="1471182" cy="436717"/>
              </a:xfrm>
            </p:grpSpPr>
            <p:sp>
              <p:nvSpPr>
                <p:cNvPr id="39" name="Google Shape;1985;p42">
                  <a:extLst>
                    <a:ext uri="{FF2B5EF4-FFF2-40B4-BE49-F238E27FC236}">
                      <a16:creationId xmlns:a16="http://schemas.microsoft.com/office/drawing/2014/main" id="{19D8CBCA-2D9F-C608-320E-4BAC7356FA0C}"/>
                    </a:ext>
                  </a:extLst>
                </p:cNvPr>
                <p:cNvSpPr/>
                <p:nvPr/>
              </p:nvSpPr>
              <p:spPr>
                <a:xfrm>
                  <a:off x="457250" y="2115753"/>
                  <a:ext cx="1438358" cy="39906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1298" h="19186" extrusionOk="0">
                      <a:moveTo>
                        <a:pt x="43282" y="0"/>
                      </a:moveTo>
                      <a:cubicBezTo>
                        <a:pt x="39300" y="0"/>
                        <a:pt x="35144" y="46"/>
                        <a:pt x="31436" y="123"/>
                      </a:cubicBezTo>
                      <a:cubicBezTo>
                        <a:pt x="29652" y="167"/>
                        <a:pt x="27584" y="182"/>
                        <a:pt x="25380" y="182"/>
                      </a:cubicBezTo>
                      <a:cubicBezTo>
                        <a:pt x="21431" y="182"/>
                        <a:pt x="17048" y="136"/>
                        <a:pt x="13099" y="136"/>
                      </a:cubicBezTo>
                      <a:cubicBezTo>
                        <a:pt x="7200" y="136"/>
                        <a:pt x="2268" y="239"/>
                        <a:pt x="1190" y="752"/>
                      </a:cubicBezTo>
                      <a:cubicBezTo>
                        <a:pt x="1" y="1312"/>
                        <a:pt x="141" y="7815"/>
                        <a:pt x="281" y="10438"/>
                      </a:cubicBezTo>
                      <a:cubicBezTo>
                        <a:pt x="315" y="11417"/>
                        <a:pt x="106" y="16103"/>
                        <a:pt x="980" y="18375"/>
                      </a:cubicBezTo>
                      <a:cubicBezTo>
                        <a:pt x="1226" y="19016"/>
                        <a:pt x="4460" y="19186"/>
                        <a:pt x="9072" y="19186"/>
                      </a:cubicBezTo>
                      <a:cubicBezTo>
                        <a:pt x="14274" y="19186"/>
                        <a:pt x="21230" y="18970"/>
                        <a:pt x="27625" y="18970"/>
                      </a:cubicBezTo>
                      <a:cubicBezTo>
                        <a:pt x="31844" y="18970"/>
                        <a:pt x="39110" y="19079"/>
                        <a:pt x="45749" y="19079"/>
                      </a:cubicBezTo>
                      <a:cubicBezTo>
                        <a:pt x="52642" y="19079"/>
                        <a:pt x="58859" y="18961"/>
                        <a:pt x="60284" y="18480"/>
                      </a:cubicBezTo>
                      <a:cubicBezTo>
                        <a:pt x="61263" y="18166"/>
                        <a:pt x="61088" y="13585"/>
                        <a:pt x="61053" y="11137"/>
                      </a:cubicBezTo>
                      <a:cubicBezTo>
                        <a:pt x="61018" y="7885"/>
                        <a:pt x="61298" y="1836"/>
                        <a:pt x="60424" y="822"/>
                      </a:cubicBezTo>
                      <a:cubicBezTo>
                        <a:pt x="59943" y="221"/>
                        <a:pt x="52032" y="0"/>
                        <a:pt x="43282" y="0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0" name="Google Shape;1986;p42">
                  <a:extLst>
                    <a:ext uri="{FF2B5EF4-FFF2-40B4-BE49-F238E27FC236}">
                      <a16:creationId xmlns:a16="http://schemas.microsoft.com/office/drawing/2014/main" id="{E1CA7200-8822-0859-74B8-18F8154B66DB}"/>
                    </a:ext>
                  </a:extLst>
                </p:cNvPr>
                <p:cNvSpPr/>
                <p:nvPr/>
              </p:nvSpPr>
              <p:spPr>
                <a:xfrm>
                  <a:off x="490896" y="2143063"/>
                  <a:ext cx="1437536" cy="40322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1263" h="19386" extrusionOk="0">
                      <a:moveTo>
                        <a:pt x="43319" y="1"/>
                      </a:moveTo>
                      <a:cubicBezTo>
                        <a:pt x="39318" y="1"/>
                        <a:pt x="35137" y="51"/>
                        <a:pt x="31401" y="138"/>
                      </a:cubicBezTo>
                      <a:cubicBezTo>
                        <a:pt x="29624" y="183"/>
                        <a:pt x="27560" y="198"/>
                        <a:pt x="25361" y="198"/>
                      </a:cubicBezTo>
                      <a:cubicBezTo>
                        <a:pt x="21419" y="198"/>
                        <a:pt x="17041" y="151"/>
                        <a:pt x="13095" y="151"/>
                      </a:cubicBezTo>
                      <a:cubicBezTo>
                        <a:pt x="7200" y="151"/>
                        <a:pt x="2268" y="254"/>
                        <a:pt x="1189" y="768"/>
                      </a:cubicBezTo>
                      <a:cubicBezTo>
                        <a:pt x="0" y="1362"/>
                        <a:pt x="140" y="7901"/>
                        <a:pt x="280" y="10559"/>
                      </a:cubicBezTo>
                      <a:cubicBezTo>
                        <a:pt x="315" y="11538"/>
                        <a:pt x="105" y="16223"/>
                        <a:pt x="979" y="18531"/>
                      </a:cubicBezTo>
                      <a:cubicBezTo>
                        <a:pt x="1210" y="19207"/>
                        <a:pt x="4462" y="19385"/>
                        <a:pt x="9098" y="19385"/>
                      </a:cubicBezTo>
                      <a:cubicBezTo>
                        <a:pt x="14300" y="19385"/>
                        <a:pt x="21246" y="19160"/>
                        <a:pt x="27624" y="19160"/>
                      </a:cubicBezTo>
                      <a:cubicBezTo>
                        <a:pt x="31844" y="19160"/>
                        <a:pt x="39110" y="19270"/>
                        <a:pt x="45748" y="19270"/>
                      </a:cubicBezTo>
                      <a:cubicBezTo>
                        <a:pt x="52642" y="19270"/>
                        <a:pt x="58858" y="19152"/>
                        <a:pt x="60283" y="18671"/>
                      </a:cubicBezTo>
                      <a:cubicBezTo>
                        <a:pt x="61228" y="18356"/>
                        <a:pt x="61088" y="13741"/>
                        <a:pt x="61053" y="11258"/>
                      </a:cubicBezTo>
                      <a:cubicBezTo>
                        <a:pt x="61018" y="7971"/>
                        <a:pt x="61263" y="1852"/>
                        <a:pt x="60423" y="838"/>
                      </a:cubicBezTo>
                      <a:cubicBezTo>
                        <a:pt x="59920" y="238"/>
                        <a:pt x="52050" y="1"/>
                        <a:pt x="43319" y="1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1" name="Google Shape;1987;p42">
                  <a:extLst>
                    <a:ext uri="{FF2B5EF4-FFF2-40B4-BE49-F238E27FC236}">
                      <a16:creationId xmlns:a16="http://schemas.microsoft.com/office/drawing/2014/main" id="{32795694-584D-4F61-77CB-77DCAE479131}"/>
                    </a:ext>
                  </a:extLst>
                </p:cNvPr>
                <p:cNvSpPr/>
                <p:nvPr/>
              </p:nvSpPr>
              <p:spPr>
                <a:xfrm>
                  <a:off x="457250" y="2109575"/>
                  <a:ext cx="1438356" cy="41677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1298" h="20037" fill="none" extrusionOk="0">
                      <a:moveTo>
                        <a:pt x="1190" y="1049"/>
                      </a:moveTo>
                      <a:cubicBezTo>
                        <a:pt x="1" y="1609"/>
                        <a:pt x="141" y="8112"/>
                        <a:pt x="281" y="10735"/>
                      </a:cubicBezTo>
                      <a:cubicBezTo>
                        <a:pt x="315" y="11714"/>
                        <a:pt x="106" y="16400"/>
                        <a:pt x="980" y="18672"/>
                      </a:cubicBezTo>
                      <a:cubicBezTo>
                        <a:pt x="1504" y="20036"/>
                        <a:pt x="15561" y="19267"/>
                        <a:pt x="27625" y="19267"/>
                      </a:cubicBezTo>
                      <a:cubicBezTo>
                        <a:pt x="36227" y="19267"/>
                        <a:pt x="57486" y="19721"/>
                        <a:pt x="60284" y="18777"/>
                      </a:cubicBezTo>
                      <a:cubicBezTo>
                        <a:pt x="61263" y="18463"/>
                        <a:pt x="61088" y="13882"/>
                        <a:pt x="61053" y="11434"/>
                      </a:cubicBezTo>
                      <a:cubicBezTo>
                        <a:pt x="61018" y="8182"/>
                        <a:pt x="61298" y="2133"/>
                        <a:pt x="60424" y="1119"/>
                      </a:cubicBezTo>
                      <a:cubicBezTo>
                        <a:pt x="59724" y="245"/>
                        <a:pt x="43290" y="175"/>
                        <a:pt x="31436" y="420"/>
                      </a:cubicBezTo>
                      <a:cubicBezTo>
                        <a:pt x="21680" y="664"/>
                        <a:pt x="3393" y="0"/>
                        <a:pt x="1190" y="1049"/>
                      </a:cubicBezTo>
                      <a:close/>
                    </a:path>
                  </a:pathLst>
                </a:custGeom>
                <a:noFill/>
                <a:ln w="21850" cap="rnd" cmpd="sng">
                  <a:solidFill>
                    <a:srgbClr val="020600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sp>
            <p:nvSpPr>
              <p:cNvPr id="38" name="Google Shape;1988;p42">
                <a:extLst>
                  <a:ext uri="{FF2B5EF4-FFF2-40B4-BE49-F238E27FC236}">
                    <a16:creationId xmlns:a16="http://schemas.microsoft.com/office/drawing/2014/main" id="{DCE73E49-804D-0E1C-9FAB-643C31AE2537}"/>
                  </a:ext>
                </a:extLst>
              </p:cNvPr>
              <p:cNvSpPr txBox="1"/>
              <p:nvPr/>
            </p:nvSpPr>
            <p:spPr>
              <a:xfrm>
                <a:off x="1686134" y="1365279"/>
                <a:ext cx="1305900" cy="3405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2000" b="1" dirty="0" err="1">
                    <a:solidFill>
                      <a:srgbClr val="FFFFFF"/>
                    </a:solidFill>
                    <a:latin typeface="Fira Sans Extra Condensed Medium"/>
                    <a:ea typeface="Fira Sans Extra Condensed Medium"/>
                    <a:cs typeface="Fira Sans Extra Condensed Medium"/>
                    <a:sym typeface="Fira Sans Extra Condensed Medium"/>
                  </a:rPr>
                  <a:t>সমকোন</a:t>
                </a:r>
                <a:endParaRPr sz="2000" b="1" dirty="0">
                  <a:solidFill>
                    <a:srgbClr val="FFFFFF"/>
                  </a:solidFill>
                  <a:latin typeface="Fira Sans Extra Condensed Medium"/>
                  <a:ea typeface="Fira Sans Extra Condensed Medium"/>
                  <a:cs typeface="Fira Sans Extra Condensed Medium"/>
                  <a:sym typeface="Fira Sans Extra Condensed Medium"/>
                </a:endParaRPr>
              </a:p>
            </p:txBody>
          </p:sp>
        </p:grpSp>
        <p:sp>
          <p:nvSpPr>
            <p:cNvPr id="12" name="Google Shape;1989;p42">
              <a:extLst>
                <a:ext uri="{FF2B5EF4-FFF2-40B4-BE49-F238E27FC236}">
                  <a16:creationId xmlns:a16="http://schemas.microsoft.com/office/drawing/2014/main" id="{7222F4B7-3554-05DA-091A-8C4DB236DED0}"/>
                </a:ext>
              </a:extLst>
            </p:cNvPr>
            <p:cNvSpPr/>
            <p:nvPr/>
          </p:nvSpPr>
          <p:spPr>
            <a:xfrm>
              <a:off x="3228940" y="1562075"/>
              <a:ext cx="1668509" cy="15301"/>
            </a:xfrm>
            <a:custGeom>
              <a:avLst/>
              <a:gdLst/>
              <a:ahLst/>
              <a:cxnLst/>
              <a:rect l="l" t="t" r="r" b="b"/>
              <a:pathLst>
                <a:path w="67592" h="735" fill="none" extrusionOk="0">
                  <a:moveTo>
                    <a:pt x="0" y="0"/>
                  </a:moveTo>
                  <a:cubicBezTo>
                    <a:pt x="6784" y="0"/>
                    <a:pt x="35876" y="140"/>
                    <a:pt x="39897" y="140"/>
                  </a:cubicBezTo>
                  <a:cubicBezTo>
                    <a:pt x="43919" y="140"/>
                    <a:pt x="51856" y="455"/>
                    <a:pt x="56227" y="490"/>
                  </a:cubicBezTo>
                  <a:cubicBezTo>
                    <a:pt x="59479" y="525"/>
                    <a:pt x="63290" y="734"/>
                    <a:pt x="67591" y="490"/>
                  </a:cubicBezTo>
                </a:path>
              </a:pathLst>
            </a:custGeom>
            <a:noFill/>
            <a:ln w="21850" cap="rnd" cmpd="sng">
              <a:solidFill>
                <a:srgbClr val="0206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13" name="Google Shape;1990;p42">
              <a:extLst>
                <a:ext uri="{FF2B5EF4-FFF2-40B4-BE49-F238E27FC236}">
                  <a16:creationId xmlns:a16="http://schemas.microsoft.com/office/drawing/2014/main" id="{987DA69B-3FF5-618C-C6A8-C72BF747B27C}"/>
                </a:ext>
              </a:extLst>
            </p:cNvPr>
            <p:cNvGrpSpPr/>
            <p:nvPr/>
          </p:nvGrpSpPr>
          <p:grpSpPr>
            <a:xfrm>
              <a:off x="457190" y="1249062"/>
              <a:ext cx="643364" cy="641326"/>
              <a:chOff x="1244906" y="1219332"/>
              <a:chExt cx="643364" cy="641326"/>
            </a:xfrm>
          </p:grpSpPr>
          <p:sp>
            <p:nvSpPr>
              <p:cNvPr id="26" name="Google Shape;1991;p42">
                <a:extLst>
                  <a:ext uri="{FF2B5EF4-FFF2-40B4-BE49-F238E27FC236}">
                    <a16:creationId xmlns:a16="http://schemas.microsoft.com/office/drawing/2014/main" id="{E58C3B29-D8EF-95BA-8122-1FD3DF444703}"/>
                  </a:ext>
                </a:extLst>
              </p:cNvPr>
              <p:cNvSpPr/>
              <p:nvPr/>
            </p:nvSpPr>
            <p:spPr>
              <a:xfrm>
                <a:off x="1244906" y="1221787"/>
                <a:ext cx="616371" cy="611936"/>
              </a:xfrm>
              <a:custGeom>
                <a:avLst/>
                <a:gdLst/>
                <a:ahLst/>
                <a:cxnLst/>
                <a:rect l="l" t="t" r="r" b="b"/>
                <a:pathLst>
                  <a:path w="29548" h="29420" extrusionOk="0">
                    <a:moveTo>
                      <a:pt x="15435" y="0"/>
                    </a:moveTo>
                    <a:cubicBezTo>
                      <a:pt x="15198" y="0"/>
                      <a:pt x="14960" y="8"/>
                      <a:pt x="14722" y="23"/>
                    </a:cubicBezTo>
                    <a:cubicBezTo>
                      <a:pt x="11260" y="23"/>
                      <a:pt x="7169" y="1666"/>
                      <a:pt x="4861" y="3799"/>
                    </a:cubicBezTo>
                    <a:cubicBezTo>
                      <a:pt x="2588" y="5932"/>
                      <a:pt x="1" y="9569"/>
                      <a:pt x="71" y="13240"/>
                    </a:cubicBezTo>
                    <a:cubicBezTo>
                      <a:pt x="106" y="16912"/>
                      <a:pt x="350" y="19709"/>
                      <a:pt x="3043" y="23695"/>
                    </a:cubicBezTo>
                    <a:cubicBezTo>
                      <a:pt x="4477" y="25968"/>
                      <a:pt x="6679" y="27646"/>
                      <a:pt x="9302" y="28381"/>
                    </a:cubicBezTo>
                    <a:cubicBezTo>
                      <a:pt x="10223" y="28713"/>
                      <a:pt x="12565" y="29420"/>
                      <a:pt x="15124" y="29420"/>
                    </a:cubicBezTo>
                    <a:cubicBezTo>
                      <a:pt x="16065" y="29420"/>
                      <a:pt x="17034" y="29324"/>
                      <a:pt x="17974" y="29080"/>
                    </a:cubicBezTo>
                    <a:cubicBezTo>
                      <a:pt x="21470" y="28136"/>
                      <a:pt x="24163" y="26877"/>
                      <a:pt x="25981" y="24185"/>
                    </a:cubicBezTo>
                    <a:cubicBezTo>
                      <a:pt x="27800" y="21492"/>
                      <a:pt x="29548" y="18870"/>
                      <a:pt x="29443" y="14709"/>
                    </a:cubicBezTo>
                    <a:cubicBezTo>
                      <a:pt x="29338" y="10583"/>
                      <a:pt x="27904" y="7610"/>
                      <a:pt x="26681" y="6142"/>
                    </a:cubicBezTo>
                    <a:cubicBezTo>
                      <a:pt x="25457" y="4638"/>
                      <a:pt x="23429" y="2610"/>
                      <a:pt x="21121" y="1456"/>
                    </a:cubicBezTo>
                    <a:cubicBezTo>
                      <a:pt x="19371" y="519"/>
                      <a:pt x="17426" y="0"/>
                      <a:pt x="15435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" name="Google Shape;1992;p42">
                <a:extLst>
                  <a:ext uri="{FF2B5EF4-FFF2-40B4-BE49-F238E27FC236}">
                    <a16:creationId xmlns:a16="http://schemas.microsoft.com/office/drawing/2014/main" id="{9A67E9EE-0F64-8E62-B6C6-34DD9CE03E4F}"/>
                  </a:ext>
                </a:extLst>
              </p:cNvPr>
              <p:cNvSpPr/>
              <p:nvPr/>
            </p:nvSpPr>
            <p:spPr>
              <a:xfrm>
                <a:off x="1271899" y="1248868"/>
                <a:ext cx="616371" cy="611790"/>
              </a:xfrm>
              <a:custGeom>
                <a:avLst/>
                <a:gdLst/>
                <a:ahLst/>
                <a:cxnLst/>
                <a:rect l="l" t="t" r="r" b="b"/>
                <a:pathLst>
                  <a:path w="29548" h="29413" extrusionOk="0">
                    <a:moveTo>
                      <a:pt x="15315" y="0"/>
                    </a:moveTo>
                    <a:cubicBezTo>
                      <a:pt x="15117" y="0"/>
                      <a:pt x="14920" y="5"/>
                      <a:pt x="14722" y="14"/>
                    </a:cubicBezTo>
                    <a:cubicBezTo>
                      <a:pt x="11260" y="14"/>
                      <a:pt x="7169" y="1658"/>
                      <a:pt x="4896" y="3791"/>
                    </a:cubicBezTo>
                    <a:cubicBezTo>
                      <a:pt x="2588" y="5924"/>
                      <a:pt x="1" y="9560"/>
                      <a:pt x="105" y="13232"/>
                    </a:cubicBezTo>
                    <a:cubicBezTo>
                      <a:pt x="175" y="16903"/>
                      <a:pt x="420" y="19701"/>
                      <a:pt x="3078" y="23687"/>
                    </a:cubicBezTo>
                    <a:cubicBezTo>
                      <a:pt x="4476" y="25960"/>
                      <a:pt x="6714" y="27638"/>
                      <a:pt x="9302" y="28407"/>
                    </a:cubicBezTo>
                    <a:cubicBezTo>
                      <a:pt x="10196" y="28714"/>
                      <a:pt x="12563" y="29412"/>
                      <a:pt x="15137" y="29412"/>
                    </a:cubicBezTo>
                    <a:cubicBezTo>
                      <a:pt x="16087" y="29412"/>
                      <a:pt x="17066" y="29317"/>
                      <a:pt x="18009" y="29072"/>
                    </a:cubicBezTo>
                    <a:cubicBezTo>
                      <a:pt x="21505" y="28128"/>
                      <a:pt x="24198" y="26869"/>
                      <a:pt x="26016" y="24176"/>
                    </a:cubicBezTo>
                    <a:cubicBezTo>
                      <a:pt x="27799" y="21484"/>
                      <a:pt x="29548" y="18861"/>
                      <a:pt x="29478" y="14700"/>
                    </a:cubicBezTo>
                    <a:cubicBezTo>
                      <a:pt x="29373" y="10574"/>
                      <a:pt x="27904" y="7602"/>
                      <a:pt x="26680" y="6134"/>
                    </a:cubicBezTo>
                    <a:cubicBezTo>
                      <a:pt x="25456" y="4665"/>
                      <a:pt x="23463" y="2602"/>
                      <a:pt x="21121" y="1448"/>
                    </a:cubicBezTo>
                    <a:cubicBezTo>
                      <a:pt x="19336" y="492"/>
                      <a:pt x="17347" y="0"/>
                      <a:pt x="15315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" name="Google Shape;1993;p42">
                <a:extLst>
                  <a:ext uri="{FF2B5EF4-FFF2-40B4-BE49-F238E27FC236}">
                    <a16:creationId xmlns:a16="http://schemas.microsoft.com/office/drawing/2014/main" id="{8DCBB4E0-2D08-4A1D-AFCA-C873F4D73592}"/>
                  </a:ext>
                </a:extLst>
              </p:cNvPr>
              <p:cNvSpPr/>
              <p:nvPr/>
            </p:nvSpPr>
            <p:spPr>
              <a:xfrm>
                <a:off x="1362348" y="1282419"/>
                <a:ext cx="449345" cy="453939"/>
              </a:xfrm>
              <a:custGeom>
                <a:avLst/>
                <a:gdLst/>
                <a:ahLst/>
                <a:cxnLst/>
                <a:rect l="l" t="t" r="r" b="b"/>
                <a:pathLst>
                  <a:path w="21541" h="21824" extrusionOk="0">
                    <a:moveTo>
                      <a:pt x="10477" y="0"/>
                    </a:moveTo>
                    <a:cubicBezTo>
                      <a:pt x="9959" y="0"/>
                      <a:pt x="9417" y="37"/>
                      <a:pt x="8847" y="115"/>
                    </a:cubicBezTo>
                    <a:cubicBezTo>
                      <a:pt x="3637" y="814"/>
                      <a:pt x="0" y="4486"/>
                      <a:pt x="0" y="10535"/>
                    </a:cubicBezTo>
                    <a:cubicBezTo>
                      <a:pt x="0" y="17248"/>
                      <a:pt x="5910" y="21095"/>
                      <a:pt x="9232" y="21619"/>
                    </a:cubicBezTo>
                    <a:cubicBezTo>
                      <a:pt x="9993" y="21740"/>
                      <a:pt x="10896" y="21823"/>
                      <a:pt x="11854" y="21823"/>
                    </a:cubicBezTo>
                    <a:cubicBezTo>
                      <a:pt x="15074" y="21823"/>
                      <a:pt x="18913" y="20879"/>
                      <a:pt x="20071" y="17213"/>
                    </a:cubicBezTo>
                    <a:cubicBezTo>
                      <a:pt x="21540" y="12458"/>
                      <a:pt x="21155" y="7108"/>
                      <a:pt x="18323" y="3961"/>
                    </a:cubicBezTo>
                    <a:cubicBezTo>
                      <a:pt x="16286" y="1650"/>
                      <a:pt x="13931" y="0"/>
                      <a:pt x="10477" y="0"/>
                    </a:cubicBezTo>
                    <a:close/>
                  </a:path>
                </a:pathLst>
              </a:custGeom>
              <a:solidFill>
                <a:srgbClr val="231F20">
                  <a:alpha val="182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" name="Google Shape;1994;p42">
                <a:extLst>
                  <a:ext uri="{FF2B5EF4-FFF2-40B4-BE49-F238E27FC236}">
                    <a16:creationId xmlns:a16="http://schemas.microsoft.com/office/drawing/2014/main" id="{66DF0917-61C2-5F71-B577-04FCEA2A3CE5}"/>
                  </a:ext>
                </a:extLst>
              </p:cNvPr>
              <p:cNvSpPr/>
              <p:nvPr/>
            </p:nvSpPr>
            <p:spPr>
              <a:xfrm>
                <a:off x="1342656" y="1392159"/>
                <a:ext cx="344399" cy="179213"/>
              </a:xfrm>
              <a:custGeom>
                <a:avLst/>
                <a:gdLst/>
                <a:ahLst/>
                <a:cxnLst/>
                <a:rect l="l" t="t" r="r" b="b"/>
                <a:pathLst>
                  <a:path w="16510" h="8616" extrusionOk="0">
                    <a:moveTo>
                      <a:pt x="16482" y="0"/>
                    </a:moveTo>
                    <a:cubicBezTo>
                      <a:pt x="16055" y="0"/>
                      <a:pt x="10073" y="2115"/>
                      <a:pt x="7833" y="2951"/>
                    </a:cubicBezTo>
                    <a:cubicBezTo>
                      <a:pt x="6574" y="3406"/>
                      <a:pt x="0" y="6098"/>
                      <a:pt x="140" y="6238"/>
                    </a:cubicBezTo>
                    <a:cubicBezTo>
                      <a:pt x="140" y="6238"/>
                      <a:pt x="2028" y="7112"/>
                      <a:pt x="2623" y="7392"/>
                    </a:cubicBezTo>
                    <a:cubicBezTo>
                      <a:pt x="3462" y="7741"/>
                      <a:pt x="5315" y="8616"/>
                      <a:pt x="5665" y="8616"/>
                    </a:cubicBezTo>
                    <a:cubicBezTo>
                      <a:pt x="6015" y="8616"/>
                      <a:pt x="7868" y="6867"/>
                      <a:pt x="9931" y="5329"/>
                    </a:cubicBezTo>
                    <a:cubicBezTo>
                      <a:pt x="12239" y="3580"/>
                      <a:pt x="16400" y="259"/>
                      <a:pt x="16505" y="14"/>
                    </a:cubicBezTo>
                    <a:cubicBezTo>
                      <a:pt x="16509" y="5"/>
                      <a:pt x="16501" y="0"/>
                      <a:pt x="16482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" name="Google Shape;1995;p42">
                <a:extLst>
                  <a:ext uri="{FF2B5EF4-FFF2-40B4-BE49-F238E27FC236}">
                    <a16:creationId xmlns:a16="http://schemas.microsoft.com/office/drawing/2014/main" id="{DE80DBC1-D6AD-F099-184E-F09447E76DF9}"/>
                  </a:ext>
                </a:extLst>
              </p:cNvPr>
              <p:cNvSpPr/>
              <p:nvPr/>
            </p:nvSpPr>
            <p:spPr>
              <a:xfrm>
                <a:off x="1527914" y="1392430"/>
                <a:ext cx="159037" cy="258232"/>
              </a:xfrm>
              <a:custGeom>
                <a:avLst/>
                <a:gdLst/>
                <a:ahLst/>
                <a:cxnLst/>
                <a:rect l="l" t="t" r="r" b="b"/>
                <a:pathLst>
                  <a:path w="7624" h="12415" extrusionOk="0">
                    <a:moveTo>
                      <a:pt x="7624" y="1"/>
                    </a:moveTo>
                    <a:lnTo>
                      <a:pt x="7624" y="1"/>
                    </a:lnTo>
                    <a:cubicBezTo>
                      <a:pt x="6854" y="1015"/>
                      <a:pt x="5386" y="2973"/>
                      <a:pt x="4861" y="3567"/>
                    </a:cubicBezTo>
                    <a:cubicBezTo>
                      <a:pt x="4372" y="4197"/>
                      <a:pt x="2519" y="6714"/>
                      <a:pt x="2239" y="7099"/>
                    </a:cubicBezTo>
                    <a:cubicBezTo>
                      <a:pt x="1924" y="7484"/>
                      <a:pt x="1" y="9582"/>
                      <a:pt x="246" y="9792"/>
                    </a:cubicBezTo>
                    <a:cubicBezTo>
                      <a:pt x="1050" y="10316"/>
                      <a:pt x="1924" y="10806"/>
                      <a:pt x="2868" y="11190"/>
                    </a:cubicBezTo>
                    <a:cubicBezTo>
                      <a:pt x="3952" y="11680"/>
                      <a:pt x="5736" y="12414"/>
                      <a:pt x="5875" y="12414"/>
                    </a:cubicBezTo>
                    <a:cubicBezTo>
                      <a:pt x="5876" y="12414"/>
                      <a:pt x="5877" y="12414"/>
                      <a:pt x="5878" y="12414"/>
                    </a:cubicBezTo>
                    <a:cubicBezTo>
                      <a:pt x="6020" y="12414"/>
                      <a:pt x="6401" y="9892"/>
                      <a:pt x="6505" y="9197"/>
                    </a:cubicBezTo>
                    <a:cubicBezTo>
                      <a:pt x="6680" y="8078"/>
                      <a:pt x="7029" y="5141"/>
                      <a:pt x="7169" y="4057"/>
                    </a:cubicBezTo>
                    <a:cubicBezTo>
                      <a:pt x="7414" y="2448"/>
                      <a:pt x="7484" y="1295"/>
                      <a:pt x="7624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" name="Google Shape;1996;p42">
                <a:extLst>
                  <a:ext uri="{FF2B5EF4-FFF2-40B4-BE49-F238E27FC236}">
                    <a16:creationId xmlns:a16="http://schemas.microsoft.com/office/drawing/2014/main" id="{71AED8AB-8C52-069F-C740-D1BA84315BEE}"/>
                  </a:ext>
                </a:extLst>
              </p:cNvPr>
              <p:cNvSpPr/>
              <p:nvPr/>
            </p:nvSpPr>
            <p:spPr>
              <a:xfrm>
                <a:off x="1342656" y="1388083"/>
                <a:ext cx="346485" cy="183290"/>
              </a:xfrm>
              <a:custGeom>
                <a:avLst/>
                <a:gdLst/>
                <a:ahLst/>
                <a:cxnLst/>
                <a:rect l="l" t="t" r="r" b="b"/>
                <a:pathLst>
                  <a:path w="16610" h="8812" fill="none" extrusionOk="0">
                    <a:moveTo>
                      <a:pt x="140" y="6434"/>
                    </a:moveTo>
                    <a:cubicBezTo>
                      <a:pt x="0" y="6294"/>
                      <a:pt x="6574" y="3602"/>
                      <a:pt x="7833" y="3147"/>
                    </a:cubicBezTo>
                    <a:cubicBezTo>
                      <a:pt x="10176" y="2273"/>
                      <a:pt x="16610" y="0"/>
                      <a:pt x="16505" y="210"/>
                    </a:cubicBezTo>
                    <a:cubicBezTo>
                      <a:pt x="16400" y="455"/>
                      <a:pt x="12239" y="3776"/>
                      <a:pt x="9931" y="5525"/>
                    </a:cubicBezTo>
                    <a:cubicBezTo>
                      <a:pt x="7868" y="7063"/>
                      <a:pt x="6015" y="8812"/>
                      <a:pt x="5665" y="8812"/>
                    </a:cubicBezTo>
                    <a:cubicBezTo>
                      <a:pt x="5315" y="8812"/>
                      <a:pt x="3462" y="7937"/>
                      <a:pt x="2623" y="7588"/>
                    </a:cubicBezTo>
                    <a:cubicBezTo>
                      <a:pt x="2028" y="7308"/>
                      <a:pt x="140" y="6434"/>
                      <a:pt x="140" y="6434"/>
                    </a:cubicBezTo>
                    <a:close/>
                  </a:path>
                </a:pathLst>
              </a:custGeom>
              <a:noFill/>
              <a:ln w="21850" cap="rnd" cmpd="sng">
                <a:solidFill>
                  <a:srgbClr val="0206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" name="Google Shape;1997;p42">
                <a:extLst>
                  <a:ext uri="{FF2B5EF4-FFF2-40B4-BE49-F238E27FC236}">
                    <a16:creationId xmlns:a16="http://schemas.microsoft.com/office/drawing/2014/main" id="{454C1085-A80F-DCCC-CC19-9DA0E823730E}"/>
                  </a:ext>
                </a:extLst>
              </p:cNvPr>
              <p:cNvSpPr/>
              <p:nvPr/>
            </p:nvSpPr>
            <p:spPr>
              <a:xfrm>
                <a:off x="1527914" y="1392430"/>
                <a:ext cx="159037" cy="258939"/>
              </a:xfrm>
              <a:custGeom>
                <a:avLst/>
                <a:gdLst/>
                <a:ahLst/>
                <a:cxnLst/>
                <a:rect l="l" t="t" r="r" b="b"/>
                <a:pathLst>
                  <a:path w="7624" h="12449" fill="none" extrusionOk="0">
                    <a:moveTo>
                      <a:pt x="7624" y="1"/>
                    </a:moveTo>
                    <a:cubicBezTo>
                      <a:pt x="6854" y="1015"/>
                      <a:pt x="5386" y="2973"/>
                      <a:pt x="4861" y="3567"/>
                    </a:cubicBezTo>
                    <a:cubicBezTo>
                      <a:pt x="4372" y="4197"/>
                      <a:pt x="2519" y="6714"/>
                      <a:pt x="2239" y="7099"/>
                    </a:cubicBezTo>
                    <a:cubicBezTo>
                      <a:pt x="1924" y="7484"/>
                      <a:pt x="1" y="9582"/>
                      <a:pt x="246" y="9792"/>
                    </a:cubicBezTo>
                    <a:cubicBezTo>
                      <a:pt x="1050" y="10316"/>
                      <a:pt x="1924" y="10806"/>
                      <a:pt x="2868" y="11190"/>
                    </a:cubicBezTo>
                    <a:cubicBezTo>
                      <a:pt x="3952" y="11680"/>
                      <a:pt x="5736" y="12414"/>
                      <a:pt x="5875" y="12414"/>
                    </a:cubicBezTo>
                    <a:cubicBezTo>
                      <a:pt x="6015" y="12449"/>
                      <a:pt x="6400" y="9896"/>
                      <a:pt x="6505" y="9197"/>
                    </a:cubicBezTo>
                    <a:cubicBezTo>
                      <a:pt x="6680" y="8078"/>
                      <a:pt x="7029" y="5141"/>
                      <a:pt x="7169" y="4057"/>
                    </a:cubicBezTo>
                    <a:cubicBezTo>
                      <a:pt x="7414" y="2448"/>
                      <a:pt x="7484" y="1295"/>
                      <a:pt x="7624" y="1"/>
                    </a:cubicBezTo>
                    <a:close/>
                  </a:path>
                </a:pathLst>
              </a:custGeom>
              <a:noFill/>
              <a:ln w="21850" cap="rnd" cmpd="sng">
                <a:solidFill>
                  <a:srgbClr val="0206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" name="Google Shape;1998;p42">
                <a:extLst>
                  <a:ext uri="{FF2B5EF4-FFF2-40B4-BE49-F238E27FC236}">
                    <a16:creationId xmlns:a16="http://schemas.microsoft.com/office/drawing/2014/main" id="{8D76908A-A5C8-A658-8D91-299248591917}"/>
                  </a:ext>
                </a:extLst>
              </p:cNvPr>
              <p:cNvSpPr/>
              <p:nvPr/>
            </p:nvSpPr>
            <p:spPr>
              <a:xfrm>
                <a:off x="1460807" y="1571351"/>
                <a:ext cx="96311" cy="119309"/>
              </a:xfrm>
              <a:custGeom>
                <a:avLst/>
                <a:gdLst/>
                <a:ahLst/>
                <a:cxnLst/>
                <a:rect l="l" t="t" r="r" b="b"/>
                <a:pathLst>
                  <a:path w="4617" h="5736" fill="none" extrusionOk="0">
                    <a:moveTo>
                      <a:pt x="1" y="1"/>
                    </a:moveTo>
                    <a:cubicBezTo>
                      <a:pt x="36" y="1469"/>
                      <a:pt x="1260" y="3602"/>
                      <a:pt x="1435" y="4127"/>
                    </a:cubicBezTo>
                    <a:cubicBezTo>
                      <a:pt x="1644" y="4686"/>
                      <a:pt x="1889" y="5211"/>
                      <a:pt x="2169" y="5735"/>
                    </a:cubicBezTo>
                    <a:cubicBezTo>
                      <a:pt x="2169" y="5735"/>
                      <a:pt x="3288" y="4127"/>
                      <a:pt x="3533" y="3707"/>
                    </a:cubicBezTo>
                    <a:cubicBezTo>
                      <a:pt x="3987" y="3043"/>
                      <a:pt x="4512" y="2169"/>
                      <a:pt x="4617" y="1924"/>
                    </a:cubicBezTo>
                  </a:path>
                </a:pathLst>
              </a:custGeom>
              <a:noFill/>
              <a:ln w="21850" cap="rnd" cmpd="sng">
                <a:solidFill>
                  <a:srgbClr val="0206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" name="Google Shape;1999;p42">
                <a:extLst>
                  <a:ext uri="{FF2B5EF4-FFF2-40B4-BE49-F238E27FC236}">
                    <a16:creationId xmlns:a16="http://schemas.microsoft.com/office/drawing/2014/main" id="{893F02C4-297E-DC11-F519-1914A98746E6}"/>
                  </a:ext>
                </a:extLst>
              </p:cNvPr>
              <p:cNvSpPr/>
              <p:nvPr/>
            </p:nvSpPr>
            <p:spPr>
              <a:xfrm>
                <a:off x="1506032" y="1596083"/>
                <a:ext cx="26284" cy="94578"/>
              </a:xfrm>
              <a:custGeom>
                <a:avLst/>
                <a:gdLst/>
                <a:ahLst/>
                <a:cxnLst/>
                <a:rect l="l" t="t" r="r" b="b"/>
                <a:pathLst>
                  <a:path w="1260" h="4547" fill="none" extrusionOk="0">
                    <a:moveTo>
                      <a:pt x="1260" y="1"/>
                    </a:moveTo>
                    <a:cubicBezTo>
                      <a:pt x="1015" y="875"/>
                      <a:pt x="735" y="1749"/>
                      <a:pt x="630" y="2029"/>
                    </a:cubicBezTo>
                    <a:cubicBezTo>
                      <a:pt x="386" y="2833"/>
                      <a:pt x="176" y="3672"/>
                      <a:pt x="1" y="4546"/>
                    </a:cubicBezTo>
                  </a:path>
                </a:pathLst>
              </a:custGeom>
              <a:noFill/>
              <a:ln w="21850" cap="rnd" cmpd="sng">
                <a:solidFill>
                  <a:srgbClr val="0206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" name="Google Shape;2000;p42">
                <a:extLst>
                  <a:ext uri="{FF2B5EF4-FFF2-40B4-BE49-F238E27FC236}">
                    <a16:creationId xmlns:a16="http://schemas.microsoft.com/office/drawing/2014/main" id="{86B38878-0C36-B08F-3696-E4700F8A56D8}"/>
                  </a:ext>
                </a:extLst>
              </p:cNvPr>
              <p:cNvSpPr/>
              <p:nvPr/>
            </p:nvSpPr>
            <p:spPr>
              <a:xfrm>
                <a:off x="1506032" y="1597539"/>
                <a:ext cx="50356" cy="90938"/>
              </a:xfrm>
              <a:custGeom>
                <a:avLst/>
                <a:gdLst/>
                <a:ahLst/>
                <a:cxnLst/>
                <a:rect l="l" t="t" r="r" b="b"/>
                <a:pathLst>
                  <a:path w="2414" h="4372" extrusionOk="0">
                    <a:moveTo>
                      <a:pt x="1260" y="0"/>
                    </a:moveTo>
                    <a:cubicBezTo>
                      <a:pt x="1120" y="770"/>
                      <a:pt x="910" y="1539"/>
                      <a:pt x="700" y="2308"/>
                    </a:cubicBezTo>
                    <a:cubicBezTo>
                      <a:pt x="524" y="2786"/>
                      <a:pt x="421" y="3317"/>
                      <a:pt x="247" y="3812"/>
                    </a:cubicBezTo>
                    <a:lnTo>
                      <a:pt x="247" y="3812"/>
                    </a:lnTo>
                    <a:cubicBezTo>
                      <a:pt x="350" y="3624"/>
                      <a:pt x="468" y="3451"/>
                      <a:pt x="595" y="3287"/>
                    </a:cubicBezTo>
                    <a:cubicBezTo>
                      <a:pt x="805" y="2903"/>
                      <a:pt x="1085" y="2553"/>
                      <a:pt x="1295" y="2168"/>
                    </a:cubicBezTo>
                    <a:cubicBezTo>
                      <a:pt x="1539" y="1574"/>
                      <a:pt x="1924" y="1049"/>
                      <a:pt x="2414" y="665"/>
                    </a:cubicBezTo>
                    <a:cubicBezTo>
                      <a:pt x="2099" y="525"/>
                      <a:pt x="1714" y="175"/>
                      <a:pt x="1365" y="105"/>
                    </a:cubicBezTo>
                    <a:lnTo>
                      <a:pt x="1260" y="0"/>
                    </a:lnTo>
                    <a:close/>
                    <a:moveTo>
                      <a:pt x="247" y="3812"/>
                    </a:moveTo>
                    <a:lnTo>
                      <a:pt x="247" y="3812"/>
                    </a:lnTo>
                    <a:cubicBezTo>
                      <a:pt x="151" y="3985"/>
                      <a:pt x="68" y="4170"/>
                      <a:pt x="1" y="4371"/>
                    </a:cubicBezTo>
                    <a:cubicBezTo>
                      <a:pt x="99" y="4194"/>
                      <a:pt x="178" y="4006"/>
                      <a:pt x="247" y="3812"/>
                    </a:cubicBezTo>
                    <a:close/>
                  </a:path>
                </a:pathLst>
              </a:custGeom>
              <a:solidFill>
                <a:srgbClr val="0206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" name="Google Shape;2001;p42">
                <a:extLst>
                  <a:ext uri="{FF2B5EF4-FFF2-40B4-BE49-F238E27FC236}">
                    <a16:creationId xmlns:a16="http://schemas.microsoft.com/office/drawing/2014/main" id="{A5004239-137B-3EB1-592B-EB6C55C48311}"/>
                  </a:ext>
                </a:extLst>
              </p:cNvPr>
              <p:cNvSpPr/>
              <p:nvPr/>
            </p:nvSpPr>
            <p:spPr>
              <a:xfrm>
                <a:off x="1244906" y="1219332"/>
                <a:ext cx="616371" cy="626246"/>
              </a:xfrm>
              <a:custGeom>
                <a:avLst/>
                <a:gdLst/>
                <a:ahLst/>
                <a:cxnLst/>
                <a:rect l="l" t="t" r="r" b="b"/>
                <a:pathLst>
                  <a:path w="29548" h="30108" fill="none" extrusionOk="0">
                    <a:moveTo>
                      <a:pt x="14722" y="141"/>
                    </a:moveTo>
                    <a:cubicBezTo>
                      <a:pt x="11260" y="141"/>
                      <a:pt x="7169" y="1784"/>
                      <a:pt x="4861" y="3917"/>
                    </a:cubicBezTo>
                    <a:cubicBezTo>
                      <a:pt x="2588" y="6050"/>
                      <a:pt x="1" y="9687"/>
                      <a:pt x="71" y="13358"/>
                    </a:cubicBezTo>
                    <a:cubicBezTo>
                      <a:pt x="106" y="17030"/>
                      <a:pt x="350" y="19827"/>
                      <a:pt x="3043" y="23813"/>
                    </a:cubicBezTo>
                    <a:cubicBezTo>
                      <a:pt x="4477" y="26086"/>
                      <a:pt x="6679" y="27764"/>
                      <a:pt x="9302" y="28499"/>
                    </a:cubicBezTo>
                    <a:cubicBezTo>
                      <a:pt x="10561" y="28953"/>
                      <a:pt x="14477" y="30107"/>
                      <a:pt x="17974" y="29198"/>
                    </a:cubicBezTo>
                    <a:cubicBezTo>
                      <a:pt x="21470" y="28254"/>
                      <a:pt x="24163" y="26995"/>
                      <a:pt x="25981" y="24303"/>
                    </a:cubicBezTo>
                    <a:cubicBezTo>
                      <a:pt x="27800" y="21610"/>
                      <a:pt x="29548" y="18988"/>
                      <a:pt x="29443" y="14827"/>
                    </a:cubicBezTo>
                    <a:cubicBezTo>
                      <a:pt x="29338" y="10701"/>
                      <a:pt x="27904" y="7728"/>
                      <a:pt x="26681" y="6260"/>
                    </a:cubicBezTo>
                    <a:cubicBezTo>
                      <a:pt x="25457" y="4756"/>
                      <a:pt x="23429" y="2728"/>
                      <a:pt x="21121" y="1574"/>
                    </a:cubicBezTo>
                    <a:cubicBezTo>
                      <a:pt x="19163" y="525"/>
                      <a:pt x="16960" y="1"/>
                      <a:pt x="14722" y="141"/>
                    </a:cubicBezTo>
                    <a:close/>
                  </a:path>
                </a:pathLst>
              </a:custGeom>
              <a:noFill/>
              <a:ln w="21850" cap="rnd" cmpd="sng">
                <a:solidFill>
                  <a:srgbClr val="0206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14" name="Google Shape;2002;p42">
              <a:extLst>
                <a:ext uri="{FF2B5EF4-FFF2-40B4-BE49-F238E27FC236}">
                  <a16:creationId xmlns:a16="http://schemas.microsoft.com/office/drawing/2014/main" id="{B9CE17A5-504B-3629-744A-6C32EA6E463F}"/>
                </a:ext>
              </a:extLst>
            </p:cNvPr>
            <p:cNvSpPr/>
            <p:nvPr/>
          </p:nvSpPr>
          <p:spPr>
            <a:xfrm rot="5400000" flipH="1">
              <a:off x="1439406" y="1214445"/>
              <a:ext cx="2875" cy="710560"/>
            </a:xfrm>
            <a:custGeom>
              <a:avLst/>
              <a:gdLst/>
              <a:ahLst/>
              <a:cxnLst/>
              <a:rect l="l" t="t" r="r" b="b"/>
              <a:pathLst>
                <a:path w="141" h="13253" fill="none" extrusionOk="0">
                  <a:moveTo>
                    <a:pt x="1" y="0"/>
                  </a:moveTo>
                  <a:cubicBezTo>
                    <a:pt x="1" y="1924"/>
                    <a:pt x="141" y="3357"/>
                    <a:pt x="141" y="4231"/>
                  </a:cubicBezTo>
                  <a:cubicBezTo>
                    <a:pt x="141" y="5106"/>
                    <a:pt x="1" y="11190"/>
                    <a:pt x="141" y="13253"/>
                  </a:cubicBezTo>
                </a:path>
              </a:pathLst>
            </a:custGeom>
            <a:noFill/>
            <a:ln w="21850" cap="rnd" cmpd="sng">
              <a:solidFill>
                <a:srgbClr val="0206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15" name="Google Shape;2003;p42">
              <a:extLst>
                <a:ext uri="{FF2B5EF4-FFF2-40B4-BE49-F238E27FC236}">
                  <a16:creationId xmlns:a16="http://schemas.microsoft.com/office/drawing/2014/main" id="{445412F0-B30E-4332-E178-FEADB826B216}"/>
                </a:ext>
              </a:extLst>
            </p:cNvPr>
            <p:cNvGrpSpPr/>
            <p:nvPr/>
          </p:nvGrpSpPr>
          <p:grpSpPr>
            <a:xfrm>
              <a:off x="4880789" y="1222730"/>
              <a:ext cx="3806095" cy="693989"/>
              <a:chOff x="-528140" y="2158143"/>
              <a:chExt cx="2483910" cy="1100871"/>
            </a:xfrm>
          </p:grpSpPr>
          <p:grpSp>
            <p:nvGrpSpPr>
              <p:cNvPr id="20" name="Google Shape;2004;p42">
                <a:extLst>
                  <a:ext uri="{FF2B5EF4-FFF2-40B4-BE49-F238E27FC236}">
                    <a16:creationId xmlns:a16="http://schemas.microsoft.com/office/drawing/2014/main" id="{222E681E-1FB0-6A3F-FB5A-5E606D27E172}"/>
                  </a:ext>
                </a:extLst>
              </p:cNvPr>
              <p:cNvGrpSpPr/>
              <p:nvPr/>
            </p:nvGrpSpPr>
            <p:grpSpPr>
              <a:xfrm>
                <a:off x="-528140" y="2158143"/>
                <a:ext cx="2483910" cy="1100871"/>
                <a:chOff x="464575" y="3111189"/>
                <a:chExt cx="1437614" cy="1682775"/>
              </a:xfrm>
            </p:grpSpPr>
            <p:sp>
              <p:nvSpPr>
                <p:cNvPr id="22" name="Google Shape;2005;p42">
                  <a:extLst>
                    <a:ext uri="{FF2B5EF4-FFF2-40B4-BE49-F238E27FC236}">
                      <a16:creationId xmlns:a16="http://schemas.microsoft.com/office/drawing/2014/main" id="{9C8F95F4-D6C5-5E4F-B792-52833701BA5F}"/>
                    </a:ext>
                  </a:extLst>
                </p:cNvPr>
                <p:cNvSpPr/>
                <p:nvPr/>
              </p:nvSpPr>
              <p:spPr>
                <a:xfrm>
                  <a:off x="1814782" y="3944574"/>
                  <a:ext cx="7067" cy="17748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80" h="8533" fill="none" extrusionOk="0">
                      <a:moveTo>
                        <a:pt x="280" y="0"/>
                      </a:moveTo>
                      <a:cubicBezTo>
                        <a:pt x="0" y="3392"/>
                        <a:pt x="280" y="3042"/>
                        <a:pt x="280" y="8532"/>
                      </a:cubicBezTo>
                    </a:path>
                  </a:pathLst>
                </a:custGeom>
                <a:noFill/>
                <a:ln w="21850" cap="rnd" cmpd="sng">
                  <a:solidFill>
                    <a:srgbClr val="020600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3" name="Google Shape;2006;p42">
                  <a:extLst>
                    <a:ext uri="{FF2B5EF4-FFF2-40B4-BE49-F238E27FC236}">
                      <a16:creationId xmlns:a16="http://schemas.microsoft.com/office/drawing/2014/main" id="{D01B98AE-F030-4D8C-D4B2-490DF87D1897}"/>
                    </a:ext>
                  </a:extLst>
                </p:cNvPr>
                <p:cNvSpPr/>
                <p:nvPr/>
              </p:nvSpPr>
              <p:spPr>
                <a:xfrm>
                  <a:off x="464575" y="3175183"/>
                  <a:ext cx="1426121" cy="155719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6508" h="74865" extrusionOk="0">
                      <a:moveTo>
                        <a:pt x="7543" y="1"/>
                      </a:moveTo>
                      <a:cubicBezTo>
                        <a:pt x="4445" y="1"/>
                        <a:pt x="2145" y="148"/>
                        <a:pt x="1609" y="590"/>
                      </a:cubicBezTo>
                      <a:cubicBezTo>
                        <a:pt x="385" y="1569"/>
                        <a:pt x="735" y="10835"/>
                        <a:pt x="560" y="19996"/>
                      </a:cubicBezTo>
                      <a:cubicBezTo>
                        <a:pt x="420" y="29158"/>
                        <a:pt x="420" y="51082"/>
                        <a:pt x="560" y="55383"/>
                      </a:cubicBezTo>
                      <a:cubicBezTo>
                        <a:pt x="735" y="59684"/>
                        <a:pt x="1" y="72132"/>
                        <a:pt x="1050" y="73566"/>
                      </a:cubicBezTo>
                      <a:cubicBezTo>
                        <a:pt x="1893" y="74718"/>
                        <a:pt x="9832" y="74831"/>
                        <a:pt x="14458" y="74831"/>
                      </a:cubicBezTo>
                      <a:cubicBezTo>
                        <a:pt x="15586" y="74831"/>
                        <a:pt x="16517" y="74824"/>
                        <a:pt x="17100" y="74824"/>
                      </a:cubicBezTo>
                      <a:cubicBezTo>
                        <a:pt x="18515" y="74824"/>
                        <a:pt x="21706" y="74864"/>
                        <a:pt x="25009" y="74864"/>
                      </a:cubicBezTo>
                      <a:cubicBezTo>
                        <a:pt x="28641" y="74864"/>
                        <a:pt x="32408" y="74816"/>
                        <a:pt x="34093" y="74615"/>
                      </a:cubicBezTo>
                      <a:cubicBezTo>
                        <a:pt x="34780" y="74540"/>
                        <a:pt x="36094" y="74520"/>
                        <a:pt x="37746" y="74520"/>
                      </a:cubicBezTo>
                      <a:cubicBezTo>
                        <a:pt x="39762" y="74520"/>
                        <a:pt x="42281" y="74550"/>
                        <a:pt x="44774" y="74550"/>
                      </a:cubicBezTo>
                      <a:cubicBezTo>
                        <a:pt x="49816" y="74550"/>
                        <a:pt x="54753" y="74425"/>
                        <a:pt x="55214" y="73671"/>
                      </a:cubicBezTo>
                      <a:cubicBezTo>
                        <a:pt x="56123" y="72237"/>
                        <a:pt x="55948" y="59334"/>
                        <a:pt x="55913" y="51991"/>
                      </a:cubicBezTo>
                      <a:cubicBezTo>
                        <a:pt x="55878" y="42270"/>
                        <a:pt x="56263" y="28808"/>
                        <a:pt x="56402" y="21990"/>
                      </a:cubicBezTo>
                      <a:cubicBezTo>
                        <a:pt x="56507" y="15136"/>
                        <a:pt x="56228" y="1464"/>
                        <a:pt x="55493" y="555"/>
                      </a:cubicBezTo>
                      <a:cubicBezTo>
                        <a:pt x="55184" y="190"/>
                        <a:pt x="51861" y="61"/>
                        <a:pt x="47651" y="61"/>
                      </a:cubicBezTo>
                      <a:cubicBezTo>
                        <a:pt x="41383" y="61"/>
                        <a:pt x="33147" y="346"/>
                        <a:pt x="29967" y="555"/>
                      </a:cubicBezTo>
                      <a:cubicBezTo>
                        <a:pt x="29477" y="587"/>
                        <a:pt x="28849" y="601"/>
                        <a:pt x="28111" y="601"/>
                      </a:cubicBezTo>
                      <a:cubicBezTo>
                        <a:pt x="23291" y="601"/>
                        <a:pt x="13792" y="1"/>
                        <a:pt x="7543" y="1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4" name="Google Shape;2007;p42">
                  <a:extLst>
                    <a:ext uri="{FF2B5EF4-FFF2-40B4-BE49-F238E27FC236}">
                      <a16:creationId xmlns:a16="http://schemas.microsoft.com/office/drawing/2014/main" id="{3042C48C-B3D3-4209-D219-A96DA08911C1}"/>
                    </a:ext>
                  </a:extLst>
                </p:cNvPr>
                <p:cNvSpPr/>
                <p:nvPr/>
              </p:nvSpPr>
              <p:spPr>
                <a:xfrm>
                  <a:off x="475210" y="3237167"/>
                  <a:ext cx="1426979" cy="155679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6542" h="74846" extrusionOk="0">
                      <a:moveTo>
                        <a:pt x="7410" y="0"/>
                      </a:moveTo>
                      <a:cubicBezTo>
                        <a:pt x="4378" y="0"/>
                        <a:pt x="2137" y="143"/>
                        <a:pt x="1609" y="567"/>
                      </a:cubicBezTo>
                      <a:cubicBezTo>
                        <a:pt x="385" y="1546"/>
                        <a:pt x="734" y="10813"/>
                        <a:pt x="560" y="19974"/>
                      </a:cubicBezTo>
                      <a:cubicBezTo>
                        <a:pt x="420" y="29135"/>
                        <a:pt x="420" y="51094"/>
                        <a:pt x="560" y="55395"/>
                      </a:cubicBezTo>
                      <a:cubicBezTo>
                        <a:pt x="734" y="59696"/>
                        <a:pt x="0" y="72110"/>
                        <a:pt x="1049" y="73543"/>
                      </a:cubicBezTo>
                      <a:cubicBezTo>
                        <a:pt x="1892" y="74696"/>
                        <a:pt x="9832" y="74809"/>
                        <a:pt x="14457" y="74809"/>
                      </a:cubicBezTo>
                      <a:cubicBezTo>
                        <a:pt x="15585" y="74809"/>
                        <a:pt x="16516" y="74802"/>
                        <a:pt x="17099" y="74802"/>
                      </a:cubicBezTo>
                      <a:cubicBezTo>
                        <a:pt x="18585" y="74802"/>
                        <a:pt x="22038" y="74846"/>
                        <a:pt x="25522" y="74846"/>
                      </a:cubicBezTo>
                      <a:cubicBezTo>
                        <a:pt x="29005" y="74846"/>
                        <a:pt x="32519" y="74802"/>
                        <a:pt x="34128" y="74627"/>
                      </a:cubicBezTo>
                      <a:cubicBezTo>
                        <a:pt x="34853" y="74540"/>
                        <a:pt x="36280" y="74518"/>
                        <a:pt x="38064" y="74518"/>
                      </a:cubicBezTo>
                      <a:cubicBezTo>
                        <a:pt x="40026" y="74518"/>
                        <a:pt x="42419" y="74545"/>
                        <a:pt x="44789" y="74545"/>
                      </a:cubicBezTo>
                      <a:cubicBezTo>
                        <a:pt x="49823" y="74545"/>
                        <a:pt x="54753" y="74421"/>
                        <a:pt x="55213" y="73648"/>
                      </a:cubicBezTo>
                      <a:cubicBezTo>
                        <a:pt x="56122" y="72214"/>
                        <a:pt x="55947" y="59312"/>
                        <a:pt x="55947" y="51969"/>
                      </a:cubicBezTo>
                      <a:cubicBezTo>
                        <a:pt x="55912" y="42283"/>
                        <a:pt x="56297" y="28786"/>
                        <a:pt x="56402" y="21967"/>
                      </a:cubicBezTo>
                      <a:cubicBezTo>
                        <a:pt x="56542" y="15114"/>
                        <a:pt x="56227" y="1477"/>
                        <a:pt x="55493" y="532"/>
                      </a:cubicBezTo>
                      <a:cubicBezTo>
                        <a:pt x="55198" y="167"/>
                        <a:pt x="51877" y="39"/>
                        <a:pt x="47668" y="39"/>
                      </a:cubicBezTo>
                      <a:cubicBezTo>
                        <a:pt x="41400" y="39"/>
                        <a:pt x="33160" y="323"/>
                        <a:pt x="30002" y="532"/>
                      </a:cubicBezTo>
                      <a:cubicBezTo>
                        <a:pt x="29462" y="571"/>
                        <a:pt x="28758" y="588"/>
                        <a:pt x="27926" y="588"/>
                      </a:cubicBezTo>
                      <a:cubicBezTo>
                        <a:pt x="22992" y="588"/>
                        <a:pt x="13570" y="0"/>
                        <a:pt x="7410" y="0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5" name="Google Shape;2008;p42">
                  <a:extLst>
                    <a:ext uri="{FF2B5EF4-FFF2-40B4-BE49-F238E27FC236}">
                      <a16:creationId xmlns:a16="http://schemas.microsoft.com/office/drawing/2014/main" id="{ACE89F50-EA6B-DCE5-B99B-3F29A9909F5B}"/>
                    </a:ext>
                  </a:extLst>
                </p:cNvPr>
                <p:cNvSpPr/>
                <p:nvPr/>
              </p:nvSpPr>
              <p:spPr>
                <a:xfrm>
                  <a:off x="464575" y="3111189"/>
                  <a:ext cx="1426121" cy="158046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6508" h="75984" fill="none" extrusionOk="0">
                      <a:moveTo>
                        <a:pt x="1609" y="1469"/>
                      </a:moveTo>
                      <a:cubicBezTo>
                        <a:pt x="385" y="2448"/>
                        <a:pt x="735" y="11714"/>
                        <a:pt x="560" y="20875"/>
                      </a:cubicBezTo>
                      <a:cubicBezTo>
                        <a:pt x="420" y="30037"/>
                        <a:pt x="420" y="51961"/>
                        <a:pt x="560" y="56262"/>
                      </a:cubicBezTo>
                      <a:cubicBezTo>
                        <a:pt x="735" y="60563"/>
                        <a:pt x="1" y="73011"/>
                        <a:pt x="1050" y="74445"/>
                      </a:cubicBezTo>
                      <a:cubicBezTo>
                        <a:pt x="2099" y="75878"/>
                        <a:pt x="14127" y="75703"/>
                        <a:pt x="17100" y="75703"/>
                      </a:cubicBezTo>
                      <a:cubicBezTo>
                        <a:pt x="20072" y="75703"/>
                        <a:pt x="30877" y="75878"/>
                        <a:pt x="34093" y="75494"/>
                      </a:cubicBezTo>
                      <a:cubicBezTo>
                        <a:pt x="37310" y="75144"/>
                        <a:pt x="54339" y="75983"/>
                        <a:pt x="55214" y="74550"/>
                      </a:cubicBezTo>
                      <a:cubicBezTo>
                        <a:pt x="56123" y="73116"/>
                        <a:pt x="55948" y="60213"/>
                        <a:pt x="55913" y="52870"/>
                      </a:cubicBezTo>
                      <a:cubicBezTo>
                        <a:pt x="55878" y="43149"/>
                        <a:pt x="56263" y="29687"/>
                        <a:pt x="56402" y="22869"/>
                      </a:cubicBezTo>
                      <a:cubicBezTo>
                        <a:pt x="56507" y="16015"/>
                        <a:pt x="56228" y="2343"/>
                        <a:pt x="55493" y="1434"/>
                      </a:cubicBezTo>
                      <a:cubicBezTo>
                        <a:pt x="54724" y="525"/>
                        <a:pt x="35282" y="1084"/>
                        <a:pt x="29967" y="1434"/>
                      </a:cubicBezTo>
                      <a:cubicBezTo>
                        <a:pt x="24687" y="1784"/>
                        <a:pt x="3392" y="0"/>
                        <a:pt x="1609" y="1469"/>
                      </a:cubicBezTo>
                      <a:close/>
                    </a:path>
                  </a:pathLst>
                </a:custGeom>
                <a:noFill/>
                <a:ln w="21850" cap="rnd" cmpd="sng">
                  <a:solidFill>
                    <a:srgbClr val="020600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21" name="Google Shape;2009;p42">
                    <a:extLst>
                      <a:ext uri="{FF2B5EF4-FFF2-40B4-BE49-F238E27FC236}">
                        <a16:creationId xmlns:a16="http://schemas.microsoft.com/office/drawing/2014/main" id="{27275011-C183-F7D3-9096-82A26621C7A0}"/>
                      </a:ext>
                    </a:extLst>
                  </p:cNvPr>
                  <p:cNvSpPr txBox="1"/>
                  <p:nvPr/>
                </p:nvSpPr>
                <p:spPr>
                  <a:xfrm>
                    <a:off x="-339479" y="2378468"/>
                    <a:ext cx="2089200" cy="641400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ctr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sz="2400" b="1" i="1" smtClean="0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Roboto"/>
                              <a:sym typeface="Roboto"/>
                            </a:rPr>
                            <m:t>𝜽</m:t>
                          </m:r>
                          <m:r>
                            <a:rPr lang="en-US" sz="2400" b="1" i="1" smtClean="0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Roboto"/>
                              <a:sym typeface="Roboto"/>
                            </a:rPr>
                            <m:t>=</m:t>
                          </m:r>
                          <m:r>
                            <a:rPr lang="en-US" sz="2400" b="1" i="1" smtClean="0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Roboto"/>
                              <a:sym typeface="Roboto"/>
                            </a:rPr>
                            <m:t>𝟗𝟎</m:t>
                          </m:r>
                          <m:r>
                            <a:rPr lang="en-US" sz="2400" b="1" i="1" smtClean="0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Roboto"/>
                              <a:sym typeface="Roboto"/>
                            </a:rPr>
                            <m:t>°</m:t>
                          </m:r>
                        </m:oMath>
                      </m:oMathPara>
                    </a14:m>
                    <a:endParaRPr sz="2400" b="1" dirty="0">
                      <a:solidFill>
                        <a:srgbClr val="FFFFFF"/>
                      </a:solidFill>
                      <a:latin typeface="Roboto"/>
                      <a:ea typeface="Roboto"/>
                      <a:cs typeface="Roboto"/>
                      <a:sym typeface="Roboto"/>
                    </a:endParaRPr>
                  </a:p>
                </p:txBody>
              </p:sp>
            </mc:Choice>
            <mc:Fallback xmlns="">
              <p:sp>
                <p:nvSpPr>
                  <p:cNvPr id="21" name="Google Shape;2009;p42">
                    <a:extLst>
                      <a:ext uri="{FF2B5EF4-FFF2-40B4-BE49-F238E27FC236}">
                        <a16:creationId xmlns:a16="http://schemas.microsoft.com/office/drawing/2014/main" id="{27275011-C183-F7D3-9096-82A26621C7A0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-339479" y="2378468"/>
                    <a:ext cx="2089200" cy="641400"/>
                  </a:xfrm>
                  <a:prstGeom prst="rect">
                    <a:avLst/>
                  </a:prstGeom>
                  <a:blipFill>
                    <a:blip r:embed="rId2"/>
                    <a:stretch>
                      <a:fillRect/>
                    </a:stretch>
                  </a:blipFill>
                  <a:ln>
                    <a:noFill/>
                  </a:ln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grpSp>
          <p:nvGrpSpPr>
            <p:cNvPr id="16" name="Google Shape;2010;p42">
              <a:extLst>
                <a:ext uri="{FF2B5EF4-FFF2-40B4-BE49-F238E27FC236}">
                  <a16:creationId xmlns:a16="http://schemas.microsoft.com/office/drawing/2014/main" id="{1FE35268-02CB-0EAB-68AA-5E12C85EB828}"/>
                </a:ext>
              </a:extLst>
            </p:cNvPr>
            <p:cNvGrpSpPr/>
            <p:nvPr/>
          </p:nvGrpSpPr>
          <p:grpSpPr>
            <a:xfrm>
              <a:off x="3959439" y="1431904"/>
              <a:ext cx="227499" cy="275642"/>
              <a:chOff x="3577629" y="1397719"/>
              <a:chExt cx="227499" cy="275642"/>
            </a:xfrm>
          </p:grpSpPr>
          <p:sp>
            <p:nvSpPr>
              <p:cNvPr id="17" name="Google Shape;2011;p42">
                <a:extLst>
                  <a:ext uri="{FF2B5EF4-FFF2-40B4-BE49-F238E27FC236}">
                    <a16:creationId xmlns:a16="http://schemas.microsoft.com/office/drawing/2014/main" id="{2A7C0926-D8E9-E5CF-DF57-DE9C780FB932}"/>
                  </a:ext>
                </a:extLst>
              </p:cNvPr>
              <p:cNvSpPr/>
              <p:nvPr/>
            </p:nvSpPr>
            <p:spPr>
              <a:xfrm>
                <a:off x="3577629" y="1428269"/>
                <a:ext cx="227499" cy="216035"/>
              </a:xfrm>
              <a:custGeom>
                <a:avLst/>
                <a:gdLst/>
                <a:ahLst/>
                <a:cxnLst/>
                <a:rect l="l" t="t" r="r" b="b"/>
                <a:pathLst>
                  <a:path w="7448" h="7093" extrusionOk="0">
                    <a:moveTo>
                      <a:pt x="4524" y="1"/>
                    </a:moveTo>
                    <a:cubicBezTo>
                      <a:pt x="3835" y="1"/>
                      <a:pt x="3076" y="234"/>
                      <a:pt x="2308" y="746"/>
                    </a:cubicBezTo>
                    <a:cubicBezTo>
                      <a:pt x="0" y="2249"/>
                      <a:pt x="699" y="6445"/>
                      <a:pt x="3322" y="7005"/>
                    </a:cubicBezTo>
                    <a:cubicBezTo>
                      <a:pt x="3643" y="7063"/>
                      <a:pt x="3950" y="7092"/>
                      <a:pt x="4240" y="7092"/>
                    </a:cubicBezTo>
                    <a:cubicBezTo>
                      <a:pt x="6195" y="7092"/>
                      <a:pt x="7418" y="5782"/>
                      <a:pt x="7448" y="3438"/>
                    </a:cubicBezTo>
                    <a:cubicBezTo>
                      <a:pt x="7448" y="1361"/>
                      <a:pt x="6189" y="1"/>
                      <a:pt x="4524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" name="Google Shape;2012;p42">
                <a:extLst>
                  <a:ext uri="{FF2B5EF4-FFF2-40B4-BE49-F238E27FC236}">
                    <a16:creationId xmlns:a16="http://schemas.microsoft.com/office/drawing/2014/main" id="{649B36F2-4D5E-7177-71FA-24673D77A030}"/>
                  </a:ext>
                </a:extLst>
              </p:cNvPr>
              <p:cNvSpPr/>
              <p:nvPr/>
            </p:nvSpPr>
            <p:spPr>
              <a:xfrm>
                <a:off x="3577782" y="1458057"/>
                <a:ext cx="227194" cy="215304"/>
              </a:xfrm>
              <a:custGeom>
                <a:avLst/>
                <a:gdLst/>
                <a:ahLst/>
                <a:cxnLst/>
                <a:rect l="l" t="t" r="r" b="b"/>
                <a:pathLst>
                  <a:path w="7438" h="7069" extrusionOk="0">
                    <a:moveTo>
                      <a:pt x="4515" y="1"/>
                    </a:moveTo>
                    <a:cubicBezTo>
                      <a:pt x="3820" y="1"/>
                      <a:pt x="3052" y="234"/>
                      <a:pt x="2273" y="747"/>
                    </a:cubicBezTo>
                    <a:cubicBezTo>
                      <a:pt x="0" y="2250"/>
                      <a:pt x="664" y="6446"/>
                      <a:pt x="3322" y="6971"/>
                    </a:cubicBezTo>
                    <a:cubicBezTo>
                      <a:pt x="3651" y="7037"/>
                      <a:pt x="3966" y="7069"/>
                      <a:pt x="4265" y="7069"/>
                    </a:cubicBezTo>
                    <a:cubicBezTo>
                      <a:pt x="6182" y="7069"/>
                      <a:pt x="7413" y="5734"/>
                      <a:pt x="7413" y="3404"/>
                    </a:cubicBezTo>
                    <a:cubicBezTo>
                      <a:pt x="7438" y="1353"/>
                      <a:pt x="6188" y="1"/>
                      <a:pt x="4515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" name="Google Shape;2013;p42">
                <a:extLst>
                  <a:ext uri="{FF2B5EF4-FFF2-40B4-BE49-F238E27FC236}">
                    <a16:creationId xmlns:a16="http://schemas.microsoft.com/office/drawing/2014/main" id="{470F5F55-7E07-D977-FDB7-6E3FA5E51F49}"/>
                  </a:ext>
                </a:extLst>
              </p:cNvPr>
              <p:cNvSpPr/>
              <p:nvPr/>
            </p:nvSpPr>
            <p:spPr>
              <a:xfrm>
                <a:off x="3577629" y="1397719"/>
                <a:ext cx="227499" cy="257762"/>
              </a:xfrm>
              <a:custGeom>
                <a:avLst/>
                <a:gdLst/>
                <a:ahLst/>
                <a:cxnLst/>
                <a:rect l="l" t="t" r="r" b="b"/>
                <a:pathLst>
                  <a:path w="7448" h="8463" fill="none" extrusionOk="0">
                    <a:moveTo>
                      <a:pt x="2308" y="1749"/>
                    </a:moveTo>
                    <a:cubicBezTo>
                      <a:pt x="0" y="3252"/>
                      <a:pt x="699" y="7448"/>
                      <a:pt x="3322" y="8008"/>
                    </a:cubicBezTo>
                    <a:cubicBezTo>
                      <a:pt x="5805" y="8462"/>
                      <a:pt x="7413" y="7133"/>
                      <a:pt x="7448" y="4441"/>
                    </a:cubicBezTo>
                    <a:cubicBezTo>
                      <a:pt x="7448" y="1504"/>
                      <a:pt x="4930" y="0"/>
                      <a:pt x="2308" y="1749"/>
                    </a:cubicBezTo>
                    <a:close/>
                  </a:path>
                </a:pathLst>
              </a:custGeom>
              <a:noFill/>
              <a:ln w="21850" cap="rnd" cmpd="sng">
                <a:solidFill>
                  <a:srgbClr val="0206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42" name="Google Shape;2014;p42">
            <a:extLst>
              <a:ext uri="{FF2B5EF4-FFF2-40B4-BE49-F238E27FC236}">
                <a16:creationId xmlns:a16="http://schemas.microsoft.com/office/drawing/2014/main" id="{C30280AE-2F62-5D09-C25F-AC777BADEA04}"/>
              </a:ext>
            </a:extLst>
          </p:cNvPr>
          <p:cNvGrpSpPr/>
          <p:nvPr/>
        </p:nvGrpSpPr>
        <p:grpSpPr>
          <a:xfrm>
            <a:off x="1817162" y="2415285"/>
            <a:ext cx="10090538" cy="850909"/>
            <a:chOff x="457194" y="2172399"/>
            <a:chExt cx="8229690" cy="693989"/>
          </a:xfrm>
        </p:grpSpPr>
        <p:grpSp>
          <p:nvGrpSpPr>
            <p:cNvPr id="43" name="Google Shape;2015;p42">
              <a:extLst>
                <a:ext uri="{FF2B5EF4-FFF2-40B4-BE49-F238E27FC236}">
                  <a16:creationId xmlns:a16="http://schemas.microsoft.com/office/drawing/2014/main" id="{E6A9730C-99DF-68FB-2916-2F7D3643C495}"/>
                </a:ext>
              </a:extLst>
            </p:cNvPr>
            <p:cNvGrpSpPr/>
            <p:nvPr/>
          </p:nvGrpSpPr>
          <p:grpSpPr>
            <a:xfrm>
              <a:off x="457194" y="2198574"/>
              <a:ext cx="643364" cy="641638"/>
              <a:chOff x="3247534" y="1219332"/>
              <a:chExt cx="643364" cy="641638"/>
            </a:xfrm>
          </p:grpSpPr>
          <p:sp>
            <p:nvSpPr>
              <p:cNvPr id="63" name="Google Shape;2016;p42">
                <a:extLst>
                  <a:ext uri="{FF2B5EF4-FFF2-40B4-BE49-F238E27FC236}">
                    <a16:creationId xmlns:a16="http://schemas.microsoft.com/office/drawing/2014/main" id="{54658AE2-B00A-8536-694E-B8C2784E5A83}"/>
                  </a:ext>
                </a:extLst>
              </p:cNvPr>
              <p:cNvSpPr/>
              <p:nvPr/>
            </p:nvSpPr>
            <p:spPr>
              <a:xfrm>
                <a:off x="3247534" y="1221787"/>
                <a:ext cx="615641" cy="611936"/>
              </a:xfrm>
              <a:custGeom>
                <a:avLst/>
                <a:gdLst/>
                <a:ahLst/>
                <a:cxnLst/>
                <a:rect l="l" t="t" r="r" b="b"/>
                <a:pathLst>
                  <a:path w="29513" h="29420" extrusionOk="0">
                    <a:moveTo>
                      <a:pt x="15425" y="0"/>
                    </a:moveTo>
                    <a:cubicBezTo>
                      <a:pt x="15191" y="0"/>
                      <a:pt x="14956" y="8"/>
                      <a:pt x="14722" y="23"/>
                    </a:cubicBezTo>
                    <a:cubicBezTo>
                      <a:pt x="11260" y="23"/>
                      <a:pt x="7134" y="1666"/>
                      <a:pt x="4861" y="3799"/>
                    </a:cubicBezTo>
                    <a:cubicBezTo>
                      <a:pt x="2588" y="5932"/>
                      <a:pt x="1" y="9569"/>
                      <a:pt x="71" y="13240"/>
                    </a:cubicBezTo>
                    <a:cubicBezTo>
                      <a:pt x="176" y="16912"/>
                      <a:pt x="385" y="19709"/>
                      <a:pt x="3043" y="23695"/>
                    </a:cubicBezTo>
                    <a:cubicBezTo>
                      <a:pt x="4476" y="25968"/>
                      <a:pt x="6679" y="27646"/>
                      <a:pt x="9267" y="28381"/>
                    </a:cubicBezTo>
                    <a:cubicBezTo>
                      <a:pt x="10188" y="28713"/>
                      <a:pt x="12548" y="29420"/>
                      <a:pt x="15118" y="29420"/>
                    </a:cubicBezTo>
                    <a:cubicBezTo>
                      <a:pt x="16062" y="29420"/>
                      <a:pt x="17034" y="29324"/>
                      <a:pt x="17974" y="29080"/>
                    </a:cubicBezTo>
                    <a:cubicBezTo>
                      <a:pt x="21435" y="28136"/>
                      <a:pt x="24163" y="26877"/>
                      <a:pt x="25981" y="24185"/>
                    </a:cubicBezTo>
                    <a:cubicBezTo>
                      <a:pt x="27764" y="21492"/>
                      <a:pt x="29513" y="18870"/>
                      <a:pt x="29443" y="14709"/>
                    </a:cubicBezTo>
                    <a:cubicBezTo>
                      <a:pt x="29338" y="10548"/>
                      <a:pt x="27869" y="7610"/>
                      <a:pt x="26646" y="6142"/>
                    </a:cubicBezTo>
                    <a:cubicBezTo>
                      <a:pt x="25422" y="4638"/>
                      <a:pt x="23429" y="2610"/>
                      <a:pt x="21086" y="1456"/>
                    </a:cubicBezTo>
                    <a:cubicBezTo>
                      <a:pt x="19336" y="519"/>
                      <a:pt x="17391" y="0"/>
                      <a:pt x="15425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4" name="Google Shape;2017;p42">
                <a:extLst>
                  <a:ext uri="{FF2B5EF4-FFF2-40B4-BE49-F238E27FC236}">
                    <a16:creationId xmlns:a16="http://schemas.microsoft.com/office/drawing/2014/main" id="{E3D6350F-4838-C411-E51B-C54137A3A34F}"/>
                  </a:ext>
                </a:extLst>
              </p:cNvPr>
              <p:cNvSpPr/>
              <p:nvPr/>
            </p:nvSpPr>
            <p:spPr>
              <a:xfrm>
                <a:off x="3274526" y="1248868"/>
                <a:ext cx="616371" cy="612102"/>
              </a:xfrm>
              <a:custGeom>
                <a:avLst/>
                <a:gdLst/>
                <a:ahLst/>
                <a:cxnLst/>
                <a:rect l="l" t="t" r="r" b="b"/>
                <a:pathLst>
                  <a:path w="29548" h="29428" extrusionOk="0">
                    <a:moveTo>
                      <a:pt x="15307" y="0"/>
                    </a:moveTo>
                    <a:cubicBezTo>
                      <a:pt x="15112" y="0"/>
                      <a:pt x="14916" y="5"/>
                      <a:pt x="14722" y="14"/>
                    </a:cubicBezTo>
                    <a:cubicBezTo>
                      <a:pt x="11260" y="14"/>
                      <a:pt x="7134" y="1693"/>
                      <a:pt x="4861" y="3791"/>
                    </a:cubicBezTo>
                    <a:cubicBezTo>
                      <a:pt x="2588" y="5924"/>
                      <a:pt x="1" y="9595"/>
                      <a:pt x="70" y="13232"/>
                    </a:cubicBezTo>
                    <a:cubicBezTo>
                      <a:pt x="175" y="16903"/>
                      <a:pt x="385" y="19701"/>
                      <a:pt x="3043" y="23687"/>
                    </a:cubicBezTo>
                    <a:cubicBezTo>
                      <a:pt x="4476" y="25960"/>
                      <a:pt x="6679" y="27638"/>
                      <a:pt x="9267" y="28407"/>
                    </a:cubicBezTo>
                    <a:cubicBezTo>
                      <a:pt x="10184" y="28713"/>
                      <a:pt x="12530" y="29427"/>
                      <a:pt x="15089" y="29427"/>
                    </a:cubicBezTo>
                    <a:cubicBezTo>
                      <a:pt x="16042" y="29427"/>
                      <a:pt x="17024" y="29328"/>
                      <a:pt x="17974" y="29072"/>
                    </a:cubicBezTo>
                    <a:cubicBezTo>
                      <a:pt x="21435" y="28163"/>
                      <a:pt x="24163" y="26904"/>
                      <a:pt x="25981" y="24211"/>
                    </a:cubicBezTo>
                    <a:cubicBezTo>
                      <a:pt x="27764" y="21519"/>
                      <a:pt x="29548" y="18896"/>
                      <a:pt x="29443" y="14735"/>
                    </a:cubicBezTo>
                    <a:cubicBezTo>
                      <a:pt x="29338" y="10574"/>
                      <a:pt x="27869" y="7602"/>
                      <a:pt x="26680" y="6134"/>
                    </a:cubicBezTo>
                    <a:cubicBezTo>
                      <a:pt x="25456" y="4665"/>
                      <a:pt x="23428" y="2602"/>
                      <a:pt x="21121" y="1448"/>
                    </a:cubicBezTo>
                    <a:cubicBezTo>
                      <a:pt x="19336" y="492"/>
                      <a:pt x="17318" y="0"/>
                      <a:pt x="15307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5" name="Google Shape;2018;p42">
                <a:extLst>
                  <a:ext uri="{FF2B5EF4-FFF2-40B4-BE49-F238E27FC236}">
                    <a16:creationId xmlns:a16="http://schemas.microsoft.com/office/drawing/2014/main" id="{884CFBF3-04B3-DCCA-CAC3-EBE0EF73750E}"/>
                  </a:ext>
                </a:extLst>
              </p:cNvPr>
              <p:cNvSpPr/>
              <p:nvPr/>
            </p:nvSpPr>
            <p:spPr>
              <a:xfrm>
                <a:off x="3364975" y="1282419"/>
                <a:ext cx="449345" cy="453939"/>
              </a:xfrm>
              <a:custGeom>
                <a:avLst/>
                <a:gdLst/>
                <a:ahLst/>
                <a:cxnLst/>
                <a:rect l="l" t="t" r="r" b="b"/>
                <a:pathLst>
                  <a:path w="21541" h="21824" extrusionOk="0">
                    <a:moveTo>
                      <a:pt x="10453" y="0"/>
                    </a:moveTo>
                    <a:cubicBezTo>
                      <a:pt x="9932" y="0"/>
                      <a:pt x="9386" y="37"/>
                      <a:pt x="8812" y="115"/>
                    </a:cubicBezTo>
                    <a:cubicBezTo>
                      <a:pt x="3637" y="814"/>
                      <a:pt x="0" y="4486"/>
                      <a:pt x="0" y="10535"/>
                    </a:cubicBezTo>
                    <a:cubicBezTo>
                      <a:pt x="0" y="17248"/>
                      <a:pt x="5875" y="21095"/>
                      <a:pt x="9197" y="21619"/>
                    </a:cubicBezTo>
                    <a:cubicBezTo>
                      <a:pt x="9958" y="21740"/>
                      <a:pt x="10863" y="21823"/>
                      <a:pt x="11823" y="21823"/>
                    </a:cubicBezTo>
                    <a:cubicBezTo>
                      <a:pt x="15051" y="21823"/>
                      <a:pt x="18904" y="20879"/>
                      <a:pt x="20036" y="17213"/>
                    </a:cubicBezTo>
                    <a:cubicBezTo>
                      <a:pt x="21540" y="12458"/>
                      <a:pt x="21120" y="7108"/>
                      <a:pt x="18288" y="3961"/>
                    </a:cubicBezTo>
                    <a:cubicBezTo>
                      <a:pt x="16251" y="1650"/>
                      <a:pt x="13923" y="0"/>
                      <a:pt x="10453" y="0"/>
                    </a:cubicBezTo>
                    <a:close/>
                  </a:path>
                </a:pathLst>
              </a:custGeom>
              <a:solidFill>
                <a:srgbClr val="231F20">
                  <a:alpha val="182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6" name="Google Shape;2019;p42">
                <a:extLst>
                  <a:ext uri="{FF2B5EF4-FFF2-40B4-BE49-F238E27FC236}">
                    <a16:creationId xmlns:a16="http://schemas.microsoft.com/office/drawing/2014/main" id="{BE0F133C-3AEC-6EAC-1663-8AC93CD4CEB0}"/>
                  </a:ext>
                </a:extLst>
              </p:cNvPr>
              <p:cNvSpPr/>
              <p:nvPr/>
            </p:nvSpPr>
            <p:spPr>
              <a:xfrm>
                <a:off x="3373007" y="1369737"/>
                <a:ext cx="361066" cy="350147"/>
              </a:xfrm>
              <a:custGeom>
                <a:avLst/>
                <a:gdLst/>
                <a:ahLst/>
                <a:cxnLst/>
                <a:rect l="l" t="t" r="r" b="b"/>
                <a:pathLst>
                  <a:path w="17309" h="16834" extrusionOk="0">
                    <a:moveTo>
                      <a:pt x="13816" y="1"/>
                    </a:moveTo>
                    <a:cubicBezTo>
                      <a:pt x="13103" y="1"/>
                      <a:pt x="12523" y="456"/>
                      <a:pt x="12413" y="1372"/>
                    </a:cubicBezTo>
                    <a:cubicBezTo>
                      <a:pt x="12323" y="2091"/>
                      <a:pt x="11848" y="2990"/>
                      <a:pt x="11208" y="2990"/>
                    </a:cubicBezTo>
                    <a:cubicBezTo>
                      <a:pt x="11101" y="2990"/>
                      <a:pt x="10990" y="2965"/>
                      <a:pt x="10875" y="2910"/>
                    </a:cubicBezTo>
                    <a:cubicBezTo>
                      <a:pt x="10121" y="2550"/>
                      <a:pt x="8601" y="716"/>
                      <a:pt x="8095" y="716"/>
                    </a:cubicBezTo>
                    <a:cubicBezTo>
                      <a:pt x="8061" y="716"/>
                      <a:pt x="8032" y="724"/>
                      <a:pt x="8007" y="742"/>
                    </a:cubicBezTo>
                    <a:cubicBezTo>
                      <a:pt x="7588" y="1022"/>
                      <a:pt x="5595" y="2665"/>
                      <a:pt x="5350" y="3400"/>
                    </a:cubicBezTo>
                    <a:cubicBezTo>
                      <a:pt x="5117" y="4065"/>
                      <a:pt x="5866" y="5333"/>
                      <a:pt x="7115" y="5333"/>
                    </a:cubicBezTo>
                    <a:cubicBezTo>
                      <a:pt x="7178" y="5333"/>
                      <a:pt x="7242" y="5330"/>
                      <a:pt x="7308" y="5323"/>
                    </a:cubicBezTo>
                    <a:cubicBezTo>
                      <a:pt x="7342" y="5319"/>
                      <a:pt x="7376" y="5317"/>
                      <a:pt x="7410" y="5317"/>
                    </a:cubicBezTo>
                    <a:cubicBezTo>
                      <a:pt x="8673" y="5317"/>
                      <a:pt x="9331" y="7833"/>
                      <a:pt x="7833" y="8889"/>
                    </a:cubicBezTo>
                    <a:cubicBezTo>
                      <a:pt x="7468" y="9154"/>
                      <a:pt x="7017" y="9276"/>
                      <a:pt x="6578" y="9276"/>
                    </a:cubicBezTo>
                    <a:cubicBezTo>
                      <a:pt x="5628" y="9276"/>
                      <a:pt x="4739" y="8704"/>
                      <a:pt x="4930" y="7770"/>
                    </a:cubicBezTo>
                    <a:cubicBezTo>
                      <a:pt x="5182" y="6608"/>
                      <a:pt x="3994" y="5305"/>
                      <a:pt x="3319" y="5305"/>
                    </a:cubicBezTo>
                    <a:cubicBezTo>
                      <a:pt x="3243" y="5305"/>
                      <a:pt x="3173" y="5322"/>
                      <a:pt x="3112" y="5358"/>
                    </a:cubicBezTo>
                    <a:cubicBezTo>
                      <a:pt x="2553" y="5742"/>
                      <a:pt x="0" y="7945"/>
                      <a:pt x="35" y="8750"/>
                    </a:cubicBezTo>
                    <a:cubicBezTo>
                      <a:pt x="35" y="9064"/>
                      <a:pt x="1678" y="10708"/>
                      <a:pt x="2308" y="11477"/>
                    </a:cubicBezTo>
                    <a:cubicBezTo>
                      <a:pt x="2762" y="12001"/>
                      <a:pt x="5315" y="14169"/>
                      <a:pt x="6294" y="15288"/>
                    </a:cubicBezTo>
                    <a:cubicBezTo>
                      <a:pt x="7212" y="16338"/>
                      <a:pt x="8284" y="16833"/>
                      <a:pt x="8587" y="16833"/>
                    </a:cubicBezTo>
                    <a:cubicBezTo>
                      <a:pt x="8607" y="16833"/>
                      <a:pt x="8624" y="16831"/>
                      <a:pt x="8637" y="16827"/>
                    </a:cubicBezTo>
                    <a:cubicBezTo>
                      <a:pt x="9231" y="16652"/>
                      <a:pt x="10980" y="14729"/>
                      <a:pt x="12169" y="13715"/>
                    </a:cubicBezTo>
                    <a:cubicBezTo>
                      <a:pt x="13322" y="12701"/>
                      <a:pt x="16330" y="9868"/>
                      <a:pt x="16819" y="9134"/>
                    </a:cubicBezTo>
                    <a:cubicBezTo>
                      <a:pt x="17309" y="8400"/>
                      <a:pt x="15071" y="6721"/>
                      <a:pt x="14162" y="5812"/>
                    </a:cubicBezTo>
                    <a:cubicBezTo>
                      <a:pt x="13253" y="4903"/>
                      <a:pt x="14057" y="4099"/>
                      <a:pt x="15071" y="3994"/>
                    </a:cubicBezTo>
                    <a:cubicBezTo>
                      <a:pt x="16050" y="3924"/>
                      <a:pt x="17134" y="2700"/>
                      <a:pt x="15840" y="1127"/>
                    </a:cubicBezTo>
                    <a:cubicBezTo>
                      <a:pt x="15224" y="377"/>
                      <a:pt x="14465" y="1"/>
                      <a:pt x="13816" y="1"/>
                    </a:cubicBezTo>
                    <a:close/>
                  </a:path>
                </a:pathLst>
              </a:custGeom>
              <a:solidFill>
                <a:schemeClr val="accent1">
                  <a:lumMod val="50000"/>
                </a:schemeClr>
              </a:solidFill>
              <a:ln>
                <a:solidFill>
                  <a:schemeClr val="bg1"/>
                </a:solidFill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7" name="Google Shape;2020;p42">
                <a:extLst>
                  <a:ext uri="{FF2B5EF4-FFF2-40B4-BE49-F238E27FC236}">
                    <a16:creationId xmlns:a16="http://schemas.microsoft.com/office/drawing/2014/main" id="{4AC90EA6-ED5E-9541-B489-8F4422F2A44D}"/>
                  </a:ext>
                </a:extLst>
              </p:cNvPr>
              <p:cNvSpPr/>
              <p:nvPr/>
            </p:nvSpPr>
            <p:spPr>
              <a:xfrm>
                <a:off x="3373007" y="1360439"/>
                <a:ext cx="361066" cy="360755"/>
              </a:xfrm>
              <a:custGeom>
                <a:avLst/>
                <a:gdLst/>
                <a:ahLst/>
                <a:cxnLst/>
                <a:rect l="l" t="t" r="r" b="b"/>
                <a:pathLst>
                  <a:path w="17309" h="17344" fill="none" extrusionOk="0">
                    <a:moveTo>
                      <a:pt x="2308" y="11924"/>
                    </a:moveTo>
                    <a:cubicBezTo>
                      <a:pt x="2762" y="12448"/>
                      <a:pt x="5315" y="14616"/>
                      <a:pt x="6294" y="15735"/>
                    </a:cubicBezTo>
                    <a:cubicBezTo>
                      <a:pt x="7273" y="16854"/>
                      <a:pt x="8427" y="17344"/>
                      <a:pt x="8637" y="17274"/>
                    </a:cubicBezTo>
                    <a:cubicBezTo>
                      <a:pt x="9231" y="17099"/>
                      <a:pt x="10980" y="15176"/>
                      <a:pt x="12169" y="14162"/>
                    </a:cubicBezTo>
                    <a:cubicBezTo>
                      <a:pt x="13322" y="13148"/>
                      <a:pt x="16330" y="10315"/>
                      <a:pt x="16819" y="9581"/>
                    </a:cubicBezTo>
                    <a:cubicBezTo>
                      <a:pt x="17309" y="8847"/>
                      <a:pt x="15071" y="7168"/>
                      <a:pt x="14162" y="6259"/>
                    </a:cubicBezTo>
                    <a:cubicBezTo>
                      <a:pt x="13253" y="5350"/>
                      <a:pt x="14057" y="4546"/>
                      <a:pt x="15071" y="4441"/>
                    </a:cubicBezTo>
                    <a:cubicBezTo>
                      <a:pt x="16050" y="4371"/>
                      <a:pt x="17134" y="3147"/>
                      <a:pt x="15840" y="1574"/>
                    </a:cubicBezTo>
                    <a:cubicBezTo>
                      <a:pt x="14546" y="0"/>
                      <a:pt x="12623" y="70"/>
                      <a:pt x="12413" y="1819"/>
                    </a:cubicBezTo>
                    <a:cubicBezTo>
                      <a:pt x="12308" y="2658"/>
                      <a:pt x="11679" y="3742"/>
                      <a:pt x="10875" y="3357"/>
                    </a:cubicBezTo>
                    <a:cubicBezTo>
                      <a:pt x="10071" y="2972"/>
                      <a:pt x="8392" y="909"/>
                      <a:pt x="8007" y="1189"/>
                    </a:cubicBezTo>
                    <a:cubicBezTo>
                      <a:pt x="7588" y="1469"/>
                      <a:pt x="5595" y="3112"/>
                      <a:pt x="5350" y="3847"/>
                    </a:cubicBezTo>
                    <a:cubicBezTo>
                      <a:pt x="5105" y="4546"/>
                      <a:pt x="5944" y="5910"/>
                      <a:pt x="7308" y="5770"/>
                    </a:cubicBezTo>
                    <a:cubicBezTo>
                      <a:pt x="8637" y="5630"/>
                      <a:pt x="9371" y="8252"/>
                      <a:pt x="7833" y="9336"/>
                    </a:cubicBezTo>
                    <a:cubicBezTo>
                      <a:pt x="6679" y="10176"/>
                      <a:pt x="4651" y="9581"/>
                      <a:pt x="4930" y="8217"/>
                    </a:cubicBezTo>
                    <a:cubicBezTo>
                      <a:pt x="5210" y="6924"/>
                      <a:pt x="3707" y="5455"/>
                      <a:pt x="3112" y="5805"/>
                    </a:cubicBezTo>
                    <a:cubicBezTo>
                      <a:pt x="2553" y="6189"/>
                      <a:pt x="0" y="8392"/>
                      <a:pt x="35" y="9197"/>
                    </a:cubicBezTo>
                    <a:cubicBezTo>
                      <a:pt x="35" y="9511"/>
                      <a:pt x="1678" y="11155"/>
                      <a:pt x="2308" y="11924"/>
                    </a:cubicBezTo>
                    <a:close/>
                  </a:path>
                </a:pathLst>
              </a:custGeom>
              <a:noFill/>
              <a:ln w="21850" cap="rnd" cmpd="sng">
                <a:solidFill>
                  <a:srgbClr val="0206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8" name="Google Shape;2021;p42">
                <a:extLst>
                  <a:ext uri="{FF2B5EF4-FFF2-40B4-BE49-F238E27FC236}">
                    <a16:creationId xmlns:a16="http://schemas.microsoft.com/office/drawing/2014/main" id="{A58776D1-07C5-8643-B4E4-70436F0C056E}"/>
                  </a:ext>
                </a:extLst>
              </p:cNvPr>
              <p:cNvSpPr/>
              <p:nvPr/>
            </p:nvSpPr>
            <p:spPr>
              <a:xfrm>
                <a:off x="3247534" y="1219332"/>
                <a:ext cx="615641" cy="626246"/>
              </a:xfrm>
              <a:custGeom>
                <a:avLst/>
                <a:gdLst/>
                <a:ahLst/>
                <a:cxnLst/>
                <a:rect l="l" t="t" r="r" b="b"/>
                <a:pathLst>
                  <a:path w="29513" h="30108" fill="none" extrusionOk="0">
                    <a:moveTo>
                      <a:pt x="14722" y="141"/>
                    </a:moveTo>
                    <a:cubicBezTo>
                      <a:pt x="11260" y="141"/>
                      <a:pt x="7134" y="1784"/>
                      <a:pt x="4861" y="3917"/>
                    </a:cubicBezTo>
                    <a:cubicBezTo>
                      <a:pt x="2588" y="6050"/>
                      <a:pt x="1" y="9687"/>
                      <a:pt x="71" y="13358"/>
                    </a:cubicBezTo>
                    <a:cubicBezTo>
                      <a:pt x="176" y="17030"/>
                      <a:pt x="385" y="19827"/>
                      <a:pt x="3043" y="23813"/>
                    </a:cubicBezTo>
                    <a:cubicBezTo>
                      <a:pt x="4476" y="26086"/>
                      <a:pt x="6679" y="27764"/>
                      <a:pt x="9267" y="28499"/>
                    </a:cubicBezTo>
                    <a:cubicBezTo>
                      <a:pt x="10526" y="28953"/>
                      <a:pt x="14477" y="30107"/>
                      <a:pt x="17974" y="29198"/>
                    </a:cubicBezTo>
                    <a:cubicBezTo>
                      <a:pt x="21435" y="28254"/>
                      <a:pt x="24163" y="26995"/>
                      <a:pt x="25981" y="24303"/>
                    </a:cubicBezTo>
                    <a:cubicBezTo>
                      <a:pt x="27764" y="21610"/>
                      <a:pt x="29513" y="18988"/>
                      <a:pt x="29443" y="14827"/>
                    </a:cubicBezTo>
                    <a:cubicBezTo>
                      <a:pt x="29338" y="10666"/>
                      <a:pt x="27869" y="7728"/>
                      <a:pt x="26646" y="6260"/>
                    </a:cubicBezTo>
                    <a:cubicBezTo>
                      <a:pt x="25422" y="4756"/>
                      <a:pt x="23429" y="2728"/>
                      <a:pt x="21086" y="1574"/>
                    </a:cubicBezTo>
                    <a:cubicBezTo>
                      <a:pt x="19128" y="525"/>
                      <a:pt x="16925" y="1"/>
                      <a:pt x="14722" y="141"/>
                    </a:cubicBezTo>
                    <a:close/>
                  </a:path>
                </a:pathLst>
              </a:custGeom>
              <a:noFill/>
              <a:ln w="21850" cap="rnd" cmpd="sng">
                <a:solidFill>
                  <a:srgbClr val="0206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44" name="Google Shape;2022;p42">
              <a:extLst>
                <a:ext uri="{FF2B5EF4-FFF2-40B4-BE49-F238E27FC236}">
                  <a16:creationId xmlns:a16="http://schemas.microsoft.com/office/drawing/2014/main" id="{0E7C6EF0-DF1B-16B6-47C7-748D5C550D69}"/>
                </a:ext>
              </a:extLst>
            </p:cNvPr>
            <p:cNvGrpSpPr/>
            <p:nvPr/>
          </p:nvGrpSpPr>
          <p:grpSpPr>
            <a:xfrm>
              <a:off x="1794405" y="2301035"/>
              <a:ext cx="1471183" cy="436717"/>
              <a:chOff x="1603493" y="1317171"/>
              <a:chExt cx="1471183" cy="436717"/>
            </a:xfrm>
          </p:grpSpPr>
          <p:grpSp>
            <p:nvGrpSpPr>
              <p:cNvPr id="58" name="Google Shape;2023;p42">
                <a:extLst>
                  <a:ext uri="{FF2B5EF4-FFF2-40B4-BE49-F238E27FC236}">
                    <a16:creationId xmlns:a16="http://schemas.microsoft.com/office/drawing/2014/main" id="{887E27BD-15DB-E2A0-510D-303222D64BA5}"/>
                  </a:ext>
                </a:extLst>
              </p:cNvPr>
              <p:cNvGrpSpPr/>
              <p:nvPr/>
            </p:nvGrpSpPr>
            <p:grpSpPr>
              <a:xfrm>
                <a:off x="1603493" y="1317171"/>
                <a:ext cx="1471183" cy="436717"/>
                <a:chOff x="457250" y="2109575"/>
                <a:chExt cx="1471183" cy="436717"/>
              </a:xfrm>
            </p:grpSpPr>
            <p:sp>
              <p:nvSpPr>
                <p:cNvPr id="60" name="Google Shape;2024;p42">
                  <a:extLst>
                    <a:ext uri="{FF2B5EF4-FFF2-40B4-BE49-F238E27FC236}">
                      <a16:creationId xmlns:a16="http://schemas.microsoft.com/office/drawing/2014/main" id="{30BA62C3-38D2-93DF-4457-227BDD0C9DDA}"/>
                    </a:ext>
                  </a:extLst>
                </p:cNvPr>
                <p:cNvSpPr/>
                <p:nvPr/>
              </p:nvSpPr>
              <p:spPr>
                <a:xfrm>
                  <a:off x="457250" y="2115753"/>
                  <a:ext cx="1438358" cy="39906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1298" h="19186" extrusionOk="0">
                      <a:moveTo>
                        <a:pt x="43282" y="0"/>
                      </a:moveTo>
                      <a:cubicBezTo>
                        <a:pt x="39300" y="0"/>
                        <a:pt x="35144" y="46"/>
                        <a:pt x="31436" y="123"/>
                      </a:cubicBezTo>
                      <a:cubicBezTo>
                        <a:pt x="29652" y="167"/>
                        <a:pt x="27584" y="182"/>
                        <a:pt x="25380" y="182"/>
                      </a:cubicBezTo>
                      <a:cubicBezTo>
                        <a:pt x="21431" y="182"/>
                        <a:pt x="17048" y="136"/>
                        <a:pt x="13099" y="136"/>
                      </a:cubicBezTo>
                      <a:cubicBezTo>
                        <a:pt x="7200" y="136"/>
                        <a:pt x="2268" y="239"/>
                        <a:pt x="1190" y="752"/>
                      </a:cubicBezTo>
                      <a:cubicBezTo>
                        <a:pt x="1" y="1312"/>
                        <a:pt x="141" y="7815"/>
                        <a:pt x="281" y="10438"/>
                      </a:cubicBezTo>
                      <a:cubicBezTo>
                        <a:pt x="315" y="11417"/>
                        <a:pt x="106" y="16103"/>
                        <a:pt x="980" y="18375"/>
                      </a:cubicBezTo>
                      <a:cubicBezTo>
                        <a:pt x="1226" y="19016"/>
                        <a:pt x="4460" y="19186"/>
                        <a:pt x="9072" y="19186"/>
                      </a:cubicBezTo>
                      <a:cubicBezTo>
                        <a:pt x="14274" y="19186"/>
                        <a:pt x="21230" y="18970"/>
                        <a:pt x="27625" y="18970"/>
                      </a:cubicBezTo>
                      <a:cubicBezTo>
                        <a:pt x="31844" y="18970"/>
                        <a:pt x="39110" y="19079"/>
                        <a:pt x="45749" y="19079"/>
                      </a:cubicBezTo>
                      <a:cubicBezTo>
                        <a:pt x="52642" y="19079"/>
                        <a:pt x="58859" y="18961"/>
                        <a:pt x="60284" y="18480"/>
                      </a:cubicBezTo>
                      <a:cubicBezTo>
                        <a:pt x="61263" y="18166"/>
                        <a:pt x="61088" y="13585"/>
                        <a:pt x="61053" y="11137"/>
                      </a:cubicBezTo>
                      <a:cubicBezTo>
                        <a:pt x="61018" y="7885"/>
                        <a:pt x="61298" y="1836"/>
                        <a:pt x="60424" y="822"/>
                      </a:cubicBezTo>
                      <a:cubicBezTo>
                        <a:pt x="59943" y="221"/>
                        <a:pt x="52032" y="0"/>
                        <a:pt x="43282" y="0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61" name="Google Shape;2025;p42">
                  <a:extLst>
                    <a:ext uri="{FF2B5EF4-FFF2-40B4-BE49-F238E27FC236}">
                      <a16:creationId xmlns:a16="http://schemas.microsoft.com/office/drawing/2014/main" id="{5A3D361F-26AF-B21D-EC74-A5F0998AF939}"/>
                    </a:ext>
                  </a:extLst>
                </p:cNvPr>
                <p:cNvSpPr/>
                <p:nvPr/>
              </p:nvSpPr>
              <p:spPr>
                <a:xfrm>
                  <a:off x="490896" y="2143063"/>
                  <a:ext cx="1437536" cy="40322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1263" h="19386" extrusionOk="0">
                      <a:moveTo>
                        <a:pt x="43319" y="1"/>
                      </a:moveTo>
                      <a:cubicBezTo>
                        <a:pt x="39318" y="1"/>
                        <a:pt x="35137" y="51"/>
                        <a:pt x="31401" y="138"/>
                      </a:cubicBezTo>
                      <a:cubicBezTo>
                        <a:pt x="29624" y="183"/>
                        <a:pt x="27560" y="198"/>
                        <a:pt x="25361" y="198"/>
                      </a:cubicBezTo>
                      <a:cubicBezTo>
                        <a:pt x="21419" y="198"/>
                        <a:pt x="17041" y="151"/>
                        <a:pt x="13095" y="151"/>
                      </a:cubicBezTo>
                      <a:cubicBezTo>
                        <a:pt x="7200" y="151"/>
                        <a:pt x="2268" y="254"/>
                        <a:pt x="1189" y="768"/>
                      </a:cubicBezTo>
                      <a:cubicBezTo>
                        <a:pt x="0" y="1362"/>
                        <a:pt x="140" y="7901"/>
                        <a:pt x="280" y="10559"/>
                      </a:cubicBezTo>
                      <a:cubicBezTo>
                        <a:pt x="315" y="11538"/>
                        <a:pt x="105" y="16223"/>
                        <a:pt x="979" y="18531"/>
                      </a:cubicBezTo>
                      <a:cubicBezTo>
                        <a:pt x="1210" y="19207"/>
                        <a:pt x="4462" y="19385"/>
                        <a:pt x="9098" y="19385"/>
                      </a:cubicBezTo>
                      <a:cubicBezTo>
                        <a:pt x="14300" y="19385"/>
                        <a:pt x="21246" y="19160"/>
                        <a:pt x="27624" y="19160"/>
                      </a:cubicBezTo>
                      <a:cubicBezTo>
                        <a:pt x="31844" y="19160"/>
                        <a:pt x="39110" y="19270"/>
                        <a:pt x="45748" y="19270"/>
                      </a:cubicBezTo>
                      <a:cubicBezTo>
                        <a:pt x="52642" y="19270"/>
                        <a:pt x="58858" y="19152"/>
                        <a:pt x="60283" y="18671"/>
                      </a:cubicBezTo>
                      <a:cubicBezTo>
                        <a:pt x="61228" y="18356"/>
                        <a:pt x="61088" y="13741"/>
                        <a:pt x="61053" y="11258"/>
                      </a:cubicBezTo>
                      <a:cubicBezTo>
                        <a:pt x="61018" y="7971"/>
                        <a:pt x="61263" y="1852"/>
                        <a:pt x="60423" y="838"/>
                      </a:cubicBezTo>
                      <a:cubicBezTo>
                        <a:pt x="59920" y="238"/>
                        <a:pt x="52050" y="1"/>
                        <a:pt x="43319" y="1"/>
                      </a:cubicBez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62" name="Google Shape;2026;p42">
                  <a:extLst>
                    <a:ext uri="{FF2B5EF4-FFF2-40B4-BE49-F238E27FC236}">
                      <a16:creationId xmlns:a16="http://schemas.microsoft.com/office/drawing/2014/main" id="{C0E6DBE7-2465-624F-CDFE-BD54D300961B}"/>
                    </a:ext>
                  </a:extLst>
                </p:cNvPr>
                <p:cNvSpPr/>
                <p:nvPr/>
              </p:nvSpPr>
              <p:spPr>
                <a:xfrm>
                  <a:off x="457250" y="2109575"/>
                  <a:ext cx="1438358" cy="41677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1298" h="20037" fill="none" extrusionOk="0">
                      <a:moveTo>
                        <a:pt x="1190" y="1049"/>
                      </a:moveTo>
                      <a:cubicBezTo>
                        <a:pt x="1" y="1609"/>
                        <a:pt x="141" y="8112"/>
                        <a:pt x="281" y="10735"/>
                      </a:cubicBezTo>
                      <a:cubicBezTo>
                        <a:pt x="315" y="11714"/>
                        <a:pt x="106" y="16400"/>
                        <a:pt x="980" y="18672"/>
                      </a:cubicBezTo>
                      <a:cubicBezTo>
                        <a:pt x="1504" y="20036"/>
                        <a:pt x="15561" y="19267"/>
                        <a:pt x="27625" y="19267"/>
                      </a:cubicBezTo>
                      <a:cubicBezTo>
                        <a:pt x="36227" y="19267"/>
                        <a:pt x="57486" y="19721"/>
                        <a:pt x="60284" y="18777"/>
                      </a:cubicBezTo>
                      <a:cubicBezTo>
                        <a:pt x="61263" y="18463"/>
                        <a:pt x="61088" y="13882"/>
                        <a:pt x="61053" y="11434"/>
                      </a:cubicBezTo>
                      <a:cubicBezTo>
                        <a:pt x="61018" y="8182"/>
                        <a:pt x="61298" y="2133"/>
                        <a:pt x="60424" y="1119"/>
                      </a:cubicBezTo>
                      <a:cubicBezTo>
                        <a:pt x="59724" y="245"/>
                        <a:pt x="43290" y="175"/>
                        <a:pt x="31436" y="420"/>
                      </a:cubicBezTo>
                      <a:cubicBezTo>
                        <a:pt x="21680" y="664"/>
                        <a:pt x="3393" y="0"/>
                        <a:pt x="1190" y="1049"/>
                      </a:cubicBezTo>
                      <a:close/>
                    </a:path>
                  </a:pathLst>
                </a:custGeom>
                <a:noFill/>
                <a:ln w="21850" cap="rnd" cmpd="sng">
                  <a:solidFill>
                    <a:srgbClr val="020600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sp>
            <p:nvSpPr>
              <p:cNvPr id="59" name="Google Shape;2027;p42">
                <a:extLst>
                  <a:ext uri="{FF2B5EF4-FFF2-40B4-BE49-F238E27FC236}">
                    <a16:creationId xmlns:a16="http://schemas.microsoft.com/office/drawing/2014/main" id="{B1DBA5F9-B4DA-D8EA-D7D9-C009ED18589C}"/>
                  </a:ext>
                </a:extLst>
              </p:cNvPr>
              <p:cNvSpPr txBox="1"/>
              <p:nvPr/>
            </p:nvSpPr>
            <p:spPr>
              <a:xfrm>
                <a:off x="1686134" y="1365279"/>
                <a:ext cx="1305900" cy="3405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as-IN" sz="2000" b="1" dirty="0">
                    <a:solidFill>
                      <a:schemeClr val="accent1">
                        <a:lumMod val="50000"/>
                      </a:schemeClr>
                    </a:solidFill>
                    <a:latin typeface="Fira Sans Extra Condensed Medium"/>
                    <a:ea typeface="Fira Sans Extra Condensed Medium"/>
                    <a:cs typeface="Fira Sans Extra Condensed Medium"/>
                    <a:sym typeface="Fira Sans Extra Condensed Medium"/>
                  </a:rPr>
                  <a:t>সূক্ষকোন</a:t>
                </a:r>
              </a:p>
            </p:txBody>
          </p:sp>
        </p:grpSp>
        <p:sp>
          <p:nvSpPr>
            <p:cNvPr id="45" name="Google Shape;2028;p42">
              <a:extLst>
                <a:ext uri="{FF2B5EF4-FFF2-40B4-BE49-F238E27FC236}">
                  <a16:creationId xmlns:a16="http://schemas.microsoft.com/office/drawing/2014/main" id="{1CC8B4FF-FE02-E826-3762-DDA5E2E4DADF}"/>
                </a:ext>
              </a:extLst>
            </p:cNvPr>
            <p:cNvSpPr/>
            <p:nvPr/>
          </p:nvSpPr>
          <p:spPr>
            <a:xfrm>
              <a:off x="3228940" y="2511743"/>
              <a:ext cx="1668509" cy="15301"/>
            </a:xfrm>
            <a:custGeom>
              <a:avLst/>
              <a:gdLst/>
              <a:ahLst/>
              <a:cxnLst/>
              <a:rect l="l" t="t" r="r" b="b"/>
              <a:pathLst>
                <a:path w="67592" h="735" fill="none" extrusionOk="0">
                  <a:moveTo>
                    <a:pt x="0" y="0"/>
                  </a:moveTo>
                  <a:cubicBezTo>
                    <a:pt x="6784" y="0"/>
                    <a:pt x="35876" y="140"/>
                    <a:pt x="39897" y="140"/>
                  </a:cubicBezTo>
                  <a:cubicBezTo>
                    <a:pt x="43919" y="140"/>
                    <a:pt x="51856" y="455"/>
                    <a:pt x="56227" y="490"/>
                  </a:cubicBezTo>
                  <a:cubicBezTo>
                    <a:pt x="59479" y="525"/>
                    <a:pt x="63290" y="734"/>
                    <a:pt x="67591" y="490"/>
                  </a:cubicBezTo>
                </a:path>
              </a:pathLst>
            </a:custGeom>
            <a:noFill/>
            <a:ln w="21850" cap="rnd" cmpd="sng">
              <a:solidFill>
                <a:srgbClr val="0206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" name="Google Shape;2029;p42">
              <a:extLst>
                <a:ext uri="{FF2B5EF4-FFF2-40B4-BE49-F238E27FC236}">
                  <a16:creationId xmlns:a16="http://schemas.microsoft.com/office/drawing/2014/main" id="{76EE8CB5-6D7B-F56B-F67F-F2AC7B521B99}"/>
                </a:ext>
              </a:extLst>
            </p:cNvPr>
            <p:cNvSpPr/>
            <p:nvPr/>
          </p:nvSpPr>
          <p:spPr>
            <a:xfrm rot="5400000" flipH="1">
              <a:off x="1439406" y="2164114"/>
              <a:ext cx="2875" cy="710560"/>
            </a:xfrm>
            <a:custGeom>
              <a:avLst/>
              <a:gdLst/>
              <a:ahLst/>
              <a:cxnLst/>
              <a:rect l="l" t="t" r="r" b="b"/>
              <a:pathLst>
                <a:path w="141" h="13253" fill="none" extrusionOk="0">
                  <a:moveTo>
                    <a:pt x="1" y="0"/>
                  </a:moveTo>
                  <a:cubicBezTo>
                    <a:pt x="1" y="1924"/>
                    <a:pt x="141" y="3357"/>
                    <a:pt x="141" y="4231"/>
                  </a:cubicBezTo>
                  <a:cubicBezTo>
                    <a:pt x="141" y="5106"/>
                    <a:pt x="1" y="11190"/>
                    <a:pt x="141" y="13253"/>
                  </a:cubicBezTo>
                </a:path>
              </a:pathLst>
            </a:custGeom>
            <a:noFill/>
            <a:ln w="21850" cap="rnd" cmpd="sng">
              <a:solidFill>
                <a:srgbClr val="0206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47" name="Google Shape;2030;p42">
              <a:extLst>
                <a:ext uri="{FF2B5EF4-FFF2-40B4-BE49-F238E27FC236}">
                  <a16:creationId xmlns:a16="http://schemas.microsoft.com/office/drawing/2014/main" id="{718A8D16-D486-0829-14FF-B4CE54C23BD0}"/>
                </a:ext>
              </a:extLst>
            </p:cNvPr>
            <p:cNvGrpSpPr/>
            <p:nvPr/>
          </p:nvGrpSpPr>
          <p:grpSpPr>
            <a:xfrm>
              <a:off x="4880789" y="2172399"/>
              <a:ext cx="3806095" cy="693989"/>
              <a:chOff x="-528140" y="2158143"/>
              <a:chExt cx="2483910" cy="1100871"/>
            </a:xfrm>
          </p:grpSpPr>
          <p:grpSp>
            <p:nvGrpSpPr>
              <p:cNvPr id="52" name="Google Shape;2031;p42">
                <a:extLst>
                  <a:ext uri="{FF2B5EF4-FFF2-40B4-BE49-F238E27FC236}">
                    <a16:creationId xmlns:a16="http://schemas.microsoft.com/office/drawing/2014/main" id="{1BE28549-20F1-F9B0-ED53-B4AB6AF9504F}"/>
                  </a:ext>
                </a:extLst>
              </p:cNvPr>
              <p:cNvGrpSpPr/>
              <p:nvPr/>
            </p:nvGrpSpPr>
            <p:grpSpPr>
              <a:xfrm>
                <a:off x="-528140" y="2158143"/>
                <a:ext cx="2483910" cy="1100871"/>
                <a:chOff x="464575" y="3111189"/>
                <a:chExt cx="1437614" cy="1682775"/>
              </a:xfrm>
            </p:grpSpPr>
            <p:sp>
              <p:nvSpPr>
                <p:cNvPr id="54" name="Google Shape;2032;p42">
                  <a:extLst>
                    <a:ext uri="{FF2B5EF4-FFF2-40B4-BE49-F238E27FC236}">
                      <a16:creationId xmlns:a16="http://schemas.microsoft.com/office/drawing/2014/main" id="{537A250E-F04D-E26A-5AC9-88DA923DFC8A}"/>
                    </a:ext>
                  </a:extLst>
                </p:cNvPr>
                <p:cNvSpPr/>
                <p:nvPr/>
              </p:nvSpPr>
              <p:spPr>
                <a:xfrm>
                  <a:off x="1814782" y="3944574"/>
                  <a:ext cx="7067" cy="17748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80" h="8533" fill="none" extrusionOk="0">
                      <a:moveTo>
                        <a:pt x="280" y="0"/>
                      </a:moveTo>
                      <a:cubicBezTo>
                        <a:pt x="0" y="3392"/>
                        <a:pt x="280" y="3042"/>
                        <a:pt x="280" y="8532"/>
                      </a:cubicBezTo>
                    </a:path>
                  </a:pathLst>
                </a:custGeom>
                <a:noFill/>
                <a:ln w="21850" cap="rnd" cmpd="sng">
                  <a:solidFill>
                    <a:srgbClr val="020600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55" name="Google Shape;2033;p42">
                  <a:extLst>
                    <a:ext uri="{FF2B5EF4-FFF2-40B4-BE49-F238E27FC236}">
                      <a16:creationId xmlns:a16="http://schemas.microsoft.com/office/drawing/2014/main" id="{D3C3BA15-CC6D-090B-69EE-C3FCA38365F0}"/>
                    </a:ext>
                  </a:extLst>
                </p:cNvPr>
                <p:cNvSpPr/>
                <p:nvPr/>
              </p:nvSpPr>
              <p:spPr>
                <a:xfrm>
                  <a:off x="464575" y="3175183"/>
                  <a:ext cx="1426121" cy="155719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6508" h="74865" extrusionOk="0">
                      <a:moveTo>
                        <a:pt x="7543" y="1"/>
                      </a:moveTo>
                      <a:cubicBezTo>
                        <a:pt x="4445" y="1"/>
                        <a:pt x="2145" y="148"/>
                        <a:pt x="1609" y="590"/>
                      </a:cubicBezTo>
                      <a:cubicBezTo>
                        <a:pt x="385" y="1569"/>
                        <a:pt x="735" y="10835"/>
                        <a:pt x="560" y="19996"/>
                      </a:cubicBezTo>
                      <a:cubicBezTo>
                        <a:pt x="420" y="29158"/>
                        <a:pt x="420" y="51082"/>
                        <a:pt x="560" y="55383"/>
                      </a:cubicBezTo>
                      <a:cubicBezTo>
                        <a:pt x="735" y="59684"/>
                        <a:pt x="1" y="72132"/>
                        <a:pt x="1050" y="73566"/>
                      </a:cubicBezTo>
                      <a:cubicBezTo>
                        <a:pt x="1893" y="74718"/>
                        <a:pt x="9832" y="74831"/>
                        <a:pt x="14458" y="74831"/>
                      </a:cubicBezTo>
                      <a:cubicBezTo>
                        <a:pt x="15586" y="74831"/>
                        <a:pt x="16517" y="74824"/>
                        <a:pt x="17100" y="74824"/>
                      </a:cubicBezTo>
                      <a:cubicBezTo>
                        <a:pt x="18515" y="74824"/>
                        <a:pt x="21706" y="74864"/>
                        <a:pt x="25009" y="74864"/>
                      </a:cubicBezTo>
                      <a:cubicBezTo>
                        <a:pt x="28641" y="74864"/>
                        <a:pt x="32408" y="74816"/>
                        <a:pt x="34093" y="74615"/>
                      </a:cubicBezTo>
                      <a:cubicBezTo>
                        <a:pt x="34780" y="74540"/>
                        <a:pt x="36094" y="74520"/>
                        <a:pt x="37746" y="74520"/>
                      </a:cubicBezTo>
                      <a:cubicBezTo>
                        <a:pt x="39762" y="74520"/>
                        <a:pt x="42281" y="74550"/>
                        <a:pt x="44774" y="74550"/>
                      </a:cubicBezTo>
                      <a:cubicBezTo>
                        <a:pt x="49816" y="74550"/>
                        <a:pt x="54753" y="74425"/>
                        <a:pt x="55214" y="73671"/>
                      </a:cubicBezTo>
                      <a:cubicBezTo>
                        <a:pt x="56123" y="72237"/>
                        <a:pt x="55948" y="59334"/>
                        <a:pt x="55913" y="51991"/>
                      </a:cubicBezTo>
                      <a:cubicBezTo>
                        <a:pt x="55878" y="42270"/>
                        <a:pt x="56263" y="28808"/>
                        <a:pt x="56402" y="21990"/>
                      </a:cubicBezTo>
                      <a:cubicBezTo>
                        <a:pt x="56507" y="15136"/>
                        <a:pt x="56228" y="1464"/>
                        <a:pt x="55493" y="555"/>
                      </a:cubicBezTo>
                      <a:cubicBezTo>
                        <a:pt x="55184" y="190"/>
                        <a:pt x="51861" y="61"/>
                        <a:pt x="47651" y="61"/>
                      </a:cubicBezTo>
                      <a:cubicBezTo>
                        <a:pt x="41383" y="61"/>
                        <a:pt x="33147" y="346"/>
                        <a:pt x="29967" y="555"/>
                      </a:cubicBezTo>
                      <a:cubicBezTo>
                        <a:pt x="29477" y="587"/>
                        <a:pt x="28849" y="601"/>
                        <a:pt x="28111" y="601"/>
                      </a:cubicBezTo>
                      <a:cubicBezTo>
                        <a:pt x="23291" y="601"/>
                        <a:pt x="13792" y="1"/>
                        <a:pt x="7543" y="1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56" name="Google Shape;2034;p42">
                  <a:extLst>
                    <a:ext uri="{FF2B5EF4-FFF2-40B4-BE49-F238E27FC236}">
                      <a16:creationId xmlns:a16="http://schemas.microsoft.com/office/drawing/2014/main" id="{D452F4EB-896A-88F6-CE35-0D19DB5C20AC}"/>
                    </a:ext>
                  </a:extLst>
                </p:cNvPr>
                <p:cNvSpPr/>
                <p:nvPr/>
              </p:nvSpPr>
              <p:spPr>
                <a:xfrm>
                  <a:off x="475210" y="3237167"/>
                  <a:ext cx="1426979" cy="155679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6542" h="74846" extrusionOk="0">
                      <a:moveTo>
                        <a:pt x="7410" y="0"/>
                      </a:moveTo>
                      <a:cubicBezTo>
                        <a:pt x="4378" y="0"/>
                        <a:pt x="2137" y="143"/>
                        <a:pt x="1609" y="567"/>
                      </a:cubicBezTo>
                      <a:cubicBezTo>
                        <a:pt x="385" y="1546"/>
                        <a:pt x="734" y="10813"/>
                        <a:pt x="560" y="19974"/>
                      </a:cubicBezTo>
                      <a:cubicBezTo>
                        <a:pt x="420" y="29135"/>
                        <a:pt x="420" y="51094"/>
                        <a:pt x="560" y="55395"/>
                      </a:cubicBezTo>
                      <a:cubicBezTo>
                        <a:pt x="734" y="59696"/>
                        <a:pt x="0" y="72110"/>
                        <a:pt x="1049" y="73543"/>
                      </a:cubicBezTo>
                      <a:cubicBezTo>
                        <a:pt x="1892" y="74696"/>
                        <a:pt x="9832" y="74809"/>
                        <a:pt x="14457" y="74809"/>
                      </a:cubicBezTo>
                      <a:cubicBezTo>
                        <a:pt x="15585" y="74809"/>
                        <a:pt x="16516" y="74802"/>
                        <a:pt x="17099" y="74802"/>
                      </a:cubicBezTo>
                      <a:cubicBezTo>
                        <a:pt x="18585" y="74802"/>
                        <a:pt x="22038" y="74846"/>
                        <a:pt x="25522" y="74846"/>
                      </a:cubicBezTo>
                      <a:cubicBezTo>
                        <a:pt x="29005" y="74846"/>
                        <a:pt x="32519" y="74802"/>
                        <a:pt x="34128" y="74627"/>
                      </a:cubicBezTo>
                      <a:cubicBezTo>
                        <a:pt x="34853" y="74540"/>
                        <a:pt x="36280" y="74518"/>
                        <a:pt x="38064" y="74518"/>
                      </a:cubicBezTo>
                      <a:cubicBezTo>
                        <a:pt x="40026" y="74518"/>
                        <a:pt x="42419" y="74545"/>
                        <a:pt x="44789" y="74545"/>
                      </a:cubicBezTo>
                      <a:cubicBezTo>
                        <a:pt x="49823" y="74545"/>
                        <a:pt x="54753" y="74421"/>
                        <a:pt x="55213" y="73648"/>
                      </a:cubicBezTo>
                      <a:cubicBezTo>
                        <a:pt x="56122" y="72214"/>
                        <a:pt x="55947" y="59312"/>
                        <a:pt x="55947" y="51969"/>
                      </a:cubicBezTo>
                      <a:cubicBezTo>
                        <a:pt x="55912" y="42283"/>
                        <a:pt x="56297" y="28786"/>
                        <a:pt x="56402" y="21967"/>
                      </a:cubicBezTo>
                      <a:cubicBezTo>
                        <a:pt x="56542" y="15114"/>
                        <a:pt x="56227" y="1477"/>
                        <a:pt x="55493" y="532"/>
                      </a:cubicBezTo>
                      <a:cubicBezTo>
                        <a:pt x="55198" y="167"/>
                        <a:pt x="51877" y="39"/>
                        <a:pt x="47668" y="39"/>
                      </a:cubicBezTo>
                      <a:cubicBezTo>
                        <a:pt x="41400" y="39"/>
                        <a:pt x="33160" y="323"/>
                        <a:pt x="30002" y="532"/>
                      </a:cubicBezTo>
                      <a:cubicBezTo>
                        <a:pt x="29462" y="571"/>
                        <a:pt x="28758" y="588"/>
                        <a:pt x="27926" y="588"/>
                      </a:cubicBezTo>
                      <a:cubicBezTo>
                        <a:pt x="22992" y="588"/>
                        <a:pt x="13570" y="0"/>
                        <a:pt x="7410" y="0"/>
                      </a:cubicBez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57" name="Google Shape;2035;p42">
                  <a:extLst>
                    <a:ext uri="{FF2B5EF4-FFF2-40B4-BE49-F238E27FC236}">
                      <a16:creationId xmlns:a16="http://schemas.microsoft.com/office/drawing/2014/main" id="{668F29CD-2FE5-4158-5952-949FF1FDC806}"/>
                    </a:ext>
                  </a:extLst>
                </p:cNvPr>
                <p:cNvSpPr/>
                <p:nvPr/>
              </p:nvSpPr>
              <p:spPr>
                <a:xfrm>
                  <a:off x="464575" y="3111189"/>
                  <a:ext cx="1426121" cy="158046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6508" h="75984" fill="none" extrusionOk="0">
                      <a:moveTo>
                        <a:pt x="1609" y="1469"/>
                      </a:moveTo>
                      <a:cubicBezTo>
                        <a:pt x="385" y="2448"/>
                        <a:pt x="735" y="11714"/>
                        <a:pt x="560" y="20875"/>
                      </a:cubicBezTo>
                      <a:cubicBezTo>
                        <a:pt x="420" y="30037"/>
                        <a:pt x="420" y="51961"/>
                        <a:pt x="560" y="56262"/>
                      </a:cubicBezTo>
                      <a:cubicBezTo>
                        <a:pt x="735" y="60563"/>
                        <a:pt x="1" y="73011"/>
                        <a:pt x="1050" y="74445"/>
                      </a:cubicBezTo>
                      <a:cubicBezTo>
                        <a:pt x="2099" y="75878"/>
                        <a:pt x="14127" y="75703"/>
                        <a:pt x="17100" y="75703"/>
                      </a:cubicBezTo>
                      <a:cubicBezTo>
                        <a:pt x="20072" y="75703"/>
                        <a:pt x="30877" y="75878"/>
                        <a:pt x="34093" y="75494"/>
                      </a:cubicBezTo>
                      <a:cubicBezTo>
                        <a:pt x="37310" y="75144"/>
                        <a:pt x="54339" y="75983"/>
                        <a:pt x="55214" y="74550"/>
                      </a:cubicBezTo>
                      <a:cubicBezTo>
                        <a:pt x="56123" y="73116"/>
                        <a:pt x="55948" y="60213"/>
                        <a:pt x="55913" y="52870"/>
                      </a:cubicBezTo>
                      <a:cubicBezTo>
                        <a:pt x="55878" y="43149"/>
                        <a:pt x="56263" y="29687"/>
                        <a:pt x="56402" y="22869"/>
                      </a:cubicBezTo>
                      <a:cubicBezTo>
                        <a:pt x="56507" y="16015"/>
                        <a:pt x="56228" y="2343"/>
                        <a:pt x="55493" y="1434"/>
                      </a:cubicBezTo>
                      <a:cubicBezTo>
                        <a:pt x="54724" y="525"/>
                        <a:pt x="35282" y="1084"/>
                        <a:pt x="29967" y="1434"/>
                      </a:cubicBezTo>
                      <a:cubicBezTo>
                        <a:pt x="24687" y="1784"/>
                        <a:pt x="3392" y="0"/>
                        <a:pt x="1609" y="1469"/>
                      </a:cubicBezTo>
                      <a:close/>
                    </a:path>
                  </a:pathLst>
                </a:custGeom>
                <a:noFill/>
                <a:ln w="21850" cap="rnd" cmpd="sng">
                  <a:solidFill>
                    <a:srgbClr val="020600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53" name="Google Shape;2036;p42">
                    <a:extLst>
                      <a:ext uri="{FF2B5EF4-FFF2-40B4-BE49-F238E27FC236}">
                        <a16:creationId xmlns:a16="http://schemas.microsoft.com/office/drawing/2014/main" id="{523AAF52-A67E-3FA6-A13F-56BEA1C82453}"/>
                      </a:ext>
                    </a:extLst>
                  </p:cNvPr>
                  <p:cNvSpPr txBox="1"/>
                  <p:nvPr/>
                </p:nvSpPr>
                <p:spPr>
                  <a:xfrm>
                    <a:off x="-339479" y="2378468"/>
                    <a:ext cx="2089200" cy="641400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lvl="0" algn="ctr"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sz="2400" b="1" i="1">
                              <a:solidFill>
                                <a:schemeClr val="accent1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Roboto"/>
                              <a:sym typeface="Roboto"/>
                            </a:rPr>
                            <m:t>𝟎</m:t>
                          </m:r>
                          <m:r>
                            <a:rPr lang="en-US" sz="2400" b="1" i="1">
                              <a:solidFill>
                                <a:schemeClr val="accent1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Roboto"/>
                              <a:sym typeface="Roboto"/>
                            </a:rPr>
                            <m:t>°&lt;</m:t>
                          </m:r>
                          <m:r>
                            <a:rPr lang="en-US" sz="2400" b="1" i="1">
                              <a:solidFill>
                                <a:schemeClr val="accent1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Roboto"/>
                              <a:sym typeface="Roboto"/>
                            </a:rPr>
                            <m:t>𝜽</m:t>
                          </m:r>
                          <m:r>
                            <a:rPr lang="en-US" sz="2400" b="1" i="1">
                              <a:solidFill>
                                <a:schemeClr val="accent1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Roboto"/>
                              <a:sym typeface="Roboto"/>
                            </a:rPr>
                            <m:t>&lt;</m:t>
                          </m:r>
                          <m:r>
                            <a:rPr lang="en-US" sz="2400" b="1" i="1">
                              <a:solidFill>
                                <a:schemeClr val="accent1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Roboto"/>
                              <a:sym typeface="Roboto"/>
                            </a:rPr>
                            <m:t>𝟗𝟎</m:t>
                          </m:r>
                          <m:r>
                            <a:rPr lang="en-US" sz="2400" b="1" i="1">
                              <a:solidFill>
                                <a:schemeClr val="accent1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Roboto"/>
                              <a:sym typeface="Roboto"/>
                            </a:rPr>
                            <m:t>°</m:t>
                          </m:r>
                        </m:oMath>
                      </m:oMathPara>
                    </a14:m>
                    <a:endParaRPr lang="en-US" sz="2400" b="1" dirty="0">
                      <a:solidFill>
                        <a:schemeClr val="accent1">
                          <a:lumMod val="50000"/>
                        </a:schemeClr>
                      </a:solidFill>
                      <a:latin typeface="Roboto"/>
                      <a:ea typeface="Roboto"/>
                      <a:cs typeface="Roboto"/>
                      <a:sym typeface="Roboto"/>
                    </a:endParaRPr>
                  </a:p>
                </p:txBody>
              </p:sp>
            </mc:Choice>
            <mc:Fallback xmlns="">
              <p:sp>
                <p:nvSpPr>
                  <p:cNvPr id="53" name="Google Shape;2036;p42">
                    <a:extLst>
                      <a:ext uri="{FF2B5EF4-FFF2-40B4-BE49-F238E27FC236}">
                        <a16:creationId xmlns:a16="http://schemas.microsoft.com/office/drawing/2014/main" id="{523AAF52-A67E-3FA6-A13F-56BEA1C82453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-339479" y="2378468"/>
                    <a:ext cx="2089200" cy="641400"/>
                  </a:xfrm>
                  <a:prstGeom prst="rect">
                    <a:avLst/>
                  </a:prstGeom>
                  <a:blipFill>
                    <a:blip r:embed="rId3"/>
                    <a:stretch>
                      <a:fillRect/>
                    </a:stretch>
                  </a:blipFill>
                  <a:ln>
                    <a:noFill/>
                  </a:ln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grpSp>
          <p:nvGrpSpPr>
            <p:cNvPr id="48" name="Google Shape;2037;p42">
              <a:extLst>
                <a:ext uri="{FF2B5EF4-FFF2-40B4-BE49-F238E27FC236}">
                  <a16:creationId xmlns:a16="http://schemas.microsoft.com/office/drawing/2014/main" id="{D0A67191-6324-928F-80F4-D18263464E95}"/>
                </a:ext>
              </a:extLst>
            </p:cNvPr>
            <p:cNvGrpSpPr/>
            <p:nvPr/>
          </p:nvGrpSpPr>
          <p:grpSpPr>
            <a:xfrm>
              <a:off x="3959439" y="2381572"/>
              <a:ext cx="227499" cy="275642"/>
              <a:chOff x="3577629" y="1397719"/>
              <a:chExt cx="227499" cy="275642"/>
            </a:xfrm>
          </p:grpSpPr>
          <p:sp>
            <p:nvSpPr>
              <p:cNvPr id="49" name="Google Shape;2038;p42">
                <a:extLst>
                  <a:ext uri="{FF2B5EF4-FFF2-40B4-BE49-F238E27FC236}">
                    <a16:creationId xmlns:a16="http://schemas.microsoft.com/office/drawing/2014/main" id="{78A3D8B2-EB56-D275-2591-E4EE5175C9E0}"/>
                  </a:ext>
                </a:extLst>
              </p:cNvPr>
              <p:cNvSpPr/>
              <p:nvPr/>
            </p:nvSpPr>
            <p:spPr>
              <a:xfrm>
                <a:off x="3577629" y="1428269"/>
                <a:ext cx="227499" cy="216035"/>
              </a:xfrm>
              <a:custGeom>
                <a:avLst/>
                <a:gdLst/>
                <a:ahLst/>
                <a:cxnLst/>
                <a:rect l="l" t="t" r="r" b="b"/>
                <a:pathLst>
                  <a:path w="7448" h="7093" extrusionOk="0">
                    <a:moveTo>
                      <a:pt x="4524" y="1"/>
                    </a:moveTo>
                    <a:cubicBezTo>
                      <a:pt x="3835" y="1"/>
                      <a:pt x="3076" y="234"/>
                      <a:pt x="2308" y="746"/>
                    </a:cubicBezTo>
                    <a:cubicBezTo>
                      <a:pt x="0" y="2249"/>
                      <a:pt x="699" y="6445"/>
                      <a:pt x="3322" y="7005"/>
                    </a:cubicBezTo>
                    <a:cubicBezTo>
                      <a:pt x="3643" y="7063"/>
                      <a:pt x="3950" y="7092"/>
                      <a:pt x="4240" y="7092"/>
                    </a:cubicBezTo>
                    <a:cubicBezTo>
                      <a:pt x="6195" y="7092"/>
                      <a:pt x="7418" y="5782"/>
                      <a:pt x="7448" y="3438"/>
                    </a:cubicBezTo>
                    <a:cubicBezTo>
                      <a:pt x="7448" y="1361"/>
                      <a:pt x="6189" y="1"/>
                      <a:pt x="4524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0" name="Google Shape;2039;p42">
                <a:extLst>
                  <a:ext uri="{FF2B5EF4-FFF2-40B4-BE49-F238E27FC236}">
                    <a16:creationId xmlns:a16="http://schemas.microsoft.com/office/drawing/2014/main" id="{008BF1C2-C781-5FAF-F7C8-826E4E8F2D4C}"/>
                  </a:ext>
                </a:extLst>
              </p:cNvPr>
              <p:cNvSpPr/>
              <p:nvPr/>
            </p:nvSpPr>
            <p:spPr>
              <a:xfrm>
                <a:off x="3577782" y="1458057"/>
                <a:ext cx="227194" cy="215304"/>
              </a:xfrm>
              <a:custGeom>
                <a:avLst/>
                <a:gdLst/>
                <a:ahLst/>
                <a:cxnLst/>
                <a:rect l="l" t="t" r="r" b="b"/>
                <a:pathLst>
                  <a:path w="7438" h="7069" extrusionOk="0">
                    <a:moveTo>
                      <a:pt x="4515" y="1"/>
                    </a:moveTo>
                    <a:cubicBezTo>
                      <a:pt x="3820" y="1"/>
                      <a:pt x="3052" y="234"/>
                      <a:pt x="2273" y="747"/>
                    </a:cubicBezTo>
                    <a:cubicBezTo>
                      <a:pt x="0" y="2250"/>
                      <a:pt x="664" y="6446"/>
                      <a:pt x="3322" y="6971"/>
                    </a:cubicBezTo>
                    <a:cubicBezTo>
                      <a:pt x="3651" y="7037"/>
                      <a:pt x="3966" y="7069"/>
                      <a:pt x="4265" y="7069"/>
                    </a:cubicBezTo>
                    <a:cubicBezTo>
                      <a:pt x="6182" y="7069"/>
                      <a:pt x="7413" y="5734"/>
                      <a:pt x="7413" y="3404"/>
                    </a:cubicBezTo>
                    <a:cubicBezTo>
                      <a:pt x="7438" y="1353"/>
                      <a:pt x="6188" y="1"/>
                      <a:pt x="4515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1" name="Google Shape;2040;p42">
                <a:extLst>
                  <a:ext uri="{FF2B5EF4-FFF2-40B4-BE49-F238E27FC236}">
                    <a16:creationId xmlns:a16="http://schemas.microsoft.com/office/drawing/2014/main" id="{8D373BBE-3BA2-32FD-72C6-1C407B60F661}"/>
                  </a:ext>
                </a:extLst>
              </p:cNvPr>
              <p:cNvSpPr/>
              <p:nvPr/>
            </p:nvSpPr>
            <p:spPr>
              <a:xfrm>
                <a:off x="3577629" y="1397719"/>
                <a:ext cx="227499" cy="257762"/>
              </a:xfrm>
              <a:custGeom>
                <a:avLst/>
                <a:gdLst/>
                <a:ahLst/>
                <a:cxnLst/>
                <a:rect l="l" t="t" r="r" b="b"/>
                <a:pathLst>
                  <a:path w="7448" h="8463" fill="none" extrusionOk="0">
                    <a:moveTo>
                      <a:pt x="2308" y="1749"/>
                    </a:moveTo>
                    <a:cubicBezTo>
                      <a:pt x="0" y="3252"/>
                      <a:pt x="699" y="7448"/>
                      <a:pt x="3322" y="8008"/>
                    </a:cubicBezTo>
                    <a:cubicBezTo>
                      <a:pt x="5805" y="8462"/>
                      <a:pt x="7413" y="7133"/>
                      <a:pt x="7448" y="4441"/>
                    </a:cubicBezTo>
                    <a:cubicBezTo>
                      <a:pt x="7448" y="1504"/>
                      <a:pt x="4930" y="0"/>
                      <a:pt x="2308" y="1749"/>
                    </a:cubicBezTo>
                    <a:close/>
                  </a:path>
                </a:pathLst>
              </a:custGeom>
              <a:noFill/>
              <a:ln w="21850" cap="rnd" cmpd="sng">
                <a:solidFill>
                  <a:srgbClr val="0206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69" name="Google Shape;2041;p42">
            <a:extLst>
              <a:ext uri="{FF2B5EF4-FFF2-40B4-BE49-F238E27FC236}">
                <a16:creationId xmlns:a16="http://schemas.microsoft.com/office/drawing/2014/main" id="{44A153F5-73E2-1087-89BA-8AD35A48078C}"/>
              </a:ext>
            </a:extLst>
          </p:cNvPr>
          <p:cNvGrpSpPr/>
          <p:nvPr/>
        </p:nvGrpSpPr>
        <p:grpSpPr>
          <a:xfrm>
            <a:off x="1817162" y="3385799"/>
            <a:ext cx="10124324" cy="853759"/>
            <a:chOff x="457165" y="3122067"/>
            <a:chExt cx="8229682" cy="693989"/>
          </a:xfrm>
        </p:grpSpPr>
        <p:grpSp>
          <p:nvGrpSpPr>
            <p:cNvPr id="70" name="Google Shape;2042;p42">
              <a:extLst>
                <a:ext uri="{FF2B5EF4-FFF2-40B4-BE49-F238E27FC236}">
                  <a16:creationId xmlns:a16="http://schemas.microsoft.com/office/drawing/2014/main" id="{4D5796CE-5443-C3F0-17AE-AA6EEBF84764}"/>
                </a:ext>
              </a:extLst>
            </p:cNvPr>
            <p:cNvGrpSpPr/>
            <p:nvPr/>
          </p:nvGrpSpPr>
          <p:grpSpPr>
            <a:xfrm>
              <a:off x="457165" y="3148399"/>
              <a:ext cx="643364" cy="641326"/>
              <a:chOff x="5248722" y="1219332"/>
              <a:chExt cx="643364" cy="641326"/>
            </a:xfrm>
          </p:grpSpPr>
          <p:sp>
            <p:nvSpPr>
              <p:cNvPr id="90" name="Google Shape;2043;p42">
                <a:extLst>
                  <a:ext uri="{FF2B5EF4-FFF2-40B4-BE49-F238E27FC236}">
                    <a16:creationId xmlns:a16="http://schemas.microsoft.com/office/drawing/2014/main" id="{1F7DDD45-619B-7102-E782-311632910C2B}"/>
                  </a:ext>
                </a:extLst>
              </p:cNvPr>
              <p:cNvSpPr/>
              <p:nvPr/>
            </p:nvSpPr>
            <p:spPr>
              <a:xfrm>
                <a:off x="5248722" y="1221787"/>
                <a:ext cx="615641" cy="611936"/>
              </a:xfrm>
              <a:custGeom>
                <a:avLst/>
                <a:gdLst/>
                <a:ahLst/>
                <a:cxnLst/>
                <a:rect l="l" t="t" r="r" b="b"/>
                <a:pathLst>
                  <a:path w="29513" h="29420" extrusionOk="0">
                    <a:moveTo>
                      <a:pt x="15435" y="0"/>
                    </a:moveTo>
                    <a:cubicBezTo>
                      <a:pt x="15198" y="0"/>
                      <a:pt x="14960" y="8"/>
                      <a:pt x="14722" y="23"/>
                    </a:cubicBezTo>
                    <a:cubicBezTo>
                      <a:pt x="11260" y="23"/>
                      <a:pt x="7169" y="1666"/>
                      <a:pt x="4896" y="3799"/>
                    </a:cubicBezTo>
                    <a:cubicBezTo>
                      <a:pt x="2588" y="5932"/>
                      <a:pt x="1" y="9569"/>
                      <a:pt x="71" y="13240"/>
                    </a:cubicBezTo>
                    <a:cubicBezTo>
                      <a:pt x="141" y="16912"/>
                      <a:pt x="385" y="19709"/>
                      <a:pt x="3043" y="23695"/>
                    </a:cubicBezTo>
                    <a:cubicBezTo>
                      <a:pt x="4476" y="25968"/>
                      <a:pt x="6679" y="27646"/>
                      <a:pt x="9267" y="28381"/>
                    </a:cubicBezTo>
                    <a:cubicBezTo>
                      <a:pt x="10162" y="28713"/>
                      <a:pt x="12535" y="29420"/>
                      <a:pt x="15099" y="29420"/>
                    </a:cubicBezTo>
                    <a:cubicBezTo>
                      <a:pt x="16041" y="29420"/>
                      <a:pt x="17009" y="29324"/>
                      <a:pt x="17939" y="29080"/>
                    </a:cubicBezTo>
                    <a:cubicBezTo>
                      <a:pt x="21435" y="28136"/>
                      <a:pt x="24163" y="26877"/>
                      <a:pt x="25981" y="24185"/>
                    </a:cubicBezTo>
                    <a:cubicBezTo>
                      <a:pt x="27764" y="21492"/>
                      <a:pt x="29513" y="18870"/>
                      <a:pt x="29408" y="14709"/>
                    </a:cubicBezTo>
                    <a:cubicBezTo>
                      <a:pt x="29303" y="10583"/>
                      <a:pt x="27904" y="7610"/>
                      <a:pt x="26681" y="6142"/>
                    </a:cubicBezTo>
                    <a:cubicBezTo>
                      <a:pt x="25422" y="4638"/>
                      <a:pt x="23429" y="2610"/>
                      <a:pt x="21121" y="1456"/>
                    </a:cubicBezTo>
                    <a:cubicBezTo>
                      <a:pt x="19371" y="519"/>
                      <a:pt x="17426" y="0"/>
                      <a:pt x="15435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1" name="Google Shape;2044;p42">
                <a:extLst>
                  <a:ext uri="{FF2B5EF4-FFF2-40B4-BE49-F238E27FC236}">
                    <a16:creationId xmlns:a16="http://schemas.microsoft.com/office/drawing/2014/main" id="{BD4AB1E6-1C7A-5F27-B15D-D2CDC5B47CCA}"/>
                  </a:ext>
                </a:extLst>
              </p:cNvPr>
              <p:cNvSpPr/>
              <p:nvPr/>
            </p:nvSpPr>
            <p:spPr>
              <a:xfrm>
                <a:off x="5276445" y="1248868"/>
                <a:ext cx="615641" cy="611790"/>
              </a:xfrm>
              <a:custGeom>
                <a:avLst/>
                <a:gdLst/>
                <a:ahLst/>
                <a:cxnLst/>
                <a:rect l="l" t="t" r="r" b="b"/>
                <a:pathLst>
                  <a:path w="29513" h="29413" extrusionOk="0">
                    <a:moveTo>
                      <a:pt x="15280" y="0"/>
                    </a:moveTo>
                    <a:cubicBezTo>
                      <a:pt x="15082" y="0"/>
                      <a:pt x="14885" y="5"/>
                      <a:pt x="14687" y="14"/>
                    </a:cubicBezTo>
                    <a:cubicBezTo>
                      <a:pt x="11225" y="14"/>
                      <a:pt x="7134" y="1693"/>
                      <a:pt x="4861" y="3791"/>
                    </a:cubicBezTo>
                    <a:cubicBezTo>
                      <a:pt x="2553" y="5924"/>
                      <a:pt x="0" y="9560"/>
                      <a:pt x="70" y="13232"/>
                    </a:cubicBezTo>
                    <a:cubicBezTo>
                      <a:pt x="140" y="16903"/>
                      <a:pt x="385" y="19701"/>
                      <a:pt x="3043" y="23687"/>
                    </a:cubicBezTo>
                    <a:cubicBezTo>
                      <a:pt x="4476" y="25960"/>
                      <a:pt x="6679" y="27638"/>
                      <a:pt x="9267" y="28407"/>
                    </a:cubicBezTo>
                    <a:cubicBezTo>
                      <a:pt x="10161" y="28714"/>
                      <a:pt x="12528" y="29412"/>
                      <a:pt x="15088" y="29412"/>
                    </a:cubicBezTo>
                    <a:cubicBezTo>
                      <a:pt x="16034" y="29412"/>
                      <a:pt x="17005" y="29317"/>
                      <a:pt x="17939" y="29072"/>
                    </a:cubicBezTo>
                    <a:cubicBezTo>
                      <a:pt x="21435" y="28128"/>
                      <a:pt x="24163" y="26869"/>
                      <a:pt x="25946" y="24176"/>
                    </a:cubicBezTo>
                    <a:cubicBezTo>
                      <a:pt x="27764" y="21484"/>
                      <a:pt x="29513" y="18861"/>
                      <a:pt x="29408" y="14700"/>
                    </a:cubicBezTo>
                    <a:cubicBezTo>
                      <a:pt x="29303" y="10574"/>
                      <a:pt x="27869" y="7602"/>
                      <a:pt x="26645" y="6134"/>
                    </a:cubicBezTo>
                    <a:cubicBezTo>
                      <a:pt x="25421" y="4665"/>
                      <a:pt x="23428" y="2602"/>
                      <a:pt x="21086" y="1448"/>
                    </a:cubicBezTo>
                    <a:cubicBezTo>
                      <a:pt x="19301" y="492"/>
                      <a:pt x="17312" y="0"/>
                      <a:pt x="15280" y="0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2" name="Google Shape;2045;p42">
                <a:extLst>
                  <a:ext uri="{FF2B5EF4-FFF2-40B4-BE49-F238E27FC236}">
                    <a16:creationId xmlns:a16="http://schemas.microsoft.com/office/drawing/2014/main" id="{ED2133D8-6320-6DA3-346D-6F3087749DC8}"/>
                  </a:ext>
                </a:extLst>
              </p:cNvPr>
              <p:cNvSpPr/>
              <p:nvPr/>
            </p:nvSpPr>
            <p:spPr>
              <a:xfrm>
                <a:off x="5366163" y="1282419"/>
                <a:ext cx="450075" cy="453939"/>
              </a:xfrm>
              <a:custGeom>
                <a:avLst/>
                <a:gdLst/>
                <a:ahLst/>
                <a:cxnLst/>
                <a:rect l="l" t="t" r="r" b="b"/>
                <a:pathLst>
                  <a:path w="21576" h="21824" extrusionOk="0">
                    <a:moveTo>
                      <a:pt x="10477" y="0"/>
                    </a:moveTo>
                    <a:cubicBezTo>
                      <a:pt x="9959" y="0"/>
                      <a:pt x="9417" y="37"/>
                      <a:pt x="8847" y="115"/>
                    </a:cubicBezTo>
                    <a:cubicBezTo>
                      <a:pt x="3637" y="814"/>
                      <a:pt x="0" y="4486"/>
                      <a:pt x="0" y="10535"/>
                    </a:cubicBezTo>
                    <a:cubicBezTo>
                      <a:pt x="0" y="17248"/>
                      <a:pt x="5910" y="21095"/>
                      <a:pt x="9232" y="21619"/>
                    </a:cubicBezTo>
                    <a:cubicBezTo>
                      <a:pt x="9993" y="21740"/>
                      <a:pt x="10896" y="21823"/>
                      <a:pt x="11854" y="21823"/>
                    </a:cubicBezTo>
                    <a:cubicBezTo>
                      <a:pt x="15074" y="21823"/>
                      <a:pt x="18912" y="20879"/>
                      <a:pt x="20071" y="17213"/>
                    </a:cubicBezTo>
                    <a:cubicBezTo>
                      <a:pt x="21575" y="12458"/>
                      <a:pt x="21155" y="7108"/>
                      <a:pt x="18323" y="3961"/>
                    </a:cubicBezTo>
                    <a:cubicBezTo>
                      <a:pt x="16286" y="1650"/>
                      <a:pt x="13931" y="0"/>
                      <a:pt x="10477" y="0"/>
                    </a:cubicBezTo>
                    <a:close/>
                  </a:path>
                </a:pathLst>
              </a:custGeom>
              <a:solidFill>
                <a:srgbClr val="231F20">
                  <a:alpha val="182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3" name="Google Shape;2046;p42">
                <a:extLst>
                  <a:ext uri="{FF2B5EF4-FFF2-40B4-BE49-F238E27FC236}">
                    <a16:creationId xmlns:a16="http://schemas.microsoft.com/office/drawing/2014/main" id="{98A7223E-900F-65FA-3723-B7CCB9C9EA95}"/>
                  </a:ext>
                </a:extLst>
              </p:cNvPr>
              <p:cNvSpPr/>
              <p:nvPr/>
            </p:nvSpPr>
            <p:spPr>
              <a:xfrm>
                <a:off x="5628749" y="1382155"/>
                <a:ext cx="137154" cy="157893"/>
              </a:xfrm>
              <a:custGeom>
                <a:avLst/>
                <a:gdLst/>
                <a:ahLst/>
                <a:cxnLst/>
                <a:rect l="l" t="t" r="r" b="b"/>
                <a:pathLst>
                  <a:path w="6575" h="7591" extrusionOk="0">
                    <a:moveTo>
                      <a:pt x="2861" y="1"/>
                    </a:moveTo>
                    <a:cubicBezTo>
                      <a:pt x="2382" y="1"/>
                      <a:pt x="1665" y="411"/>
                      <a:pt x="1329" y="670"/>
                    </a:cubicBezTo>
                    <a:cubicBezTo>
                      <a:pt x="910" y="1019"/>
                      <a:pt x="105" y="1544"/>
                      <a:pt x="35" y="1859"/>
                    </a:cubicBezTo>
                    <a:cubicBezTo>
                      <a:pt x="1" y="2138"/>
                      <a:pt x="3078" y="7139"/>
                      <a:pt x="3672" y="7558"/>
                    </a:cubicBezTo>
                    <a:cubicBezTo>
                      <a:pt x="3701" y="7580"/>
                      <a:pt x="3743" y="7590"/>
                      <a:pt x="3794" y="7590"/>
                    </a:cubicBezTo>
                    <a:cubicBezTo>
                      <a:pt x="4227" y="7590"/>
                      <a:pt x="5352" y="6857"/>
                      <a:pt x="5665" y="6544"/>
                    </a:cubicBezTo>
                    <a:cubicBezTo>
                      <a:pt x="6050" y="6194"/>
                      <a:pt x="6574" y="5845"/>
                      <a:pt x="6434" y="5355"/>
                    </a:cubicBezTo>
                    <a:cubicBezTo>
                      <a:pt x="6295" y="4866"/>
                      <a:pt x="4197" y="1579"/>
                      <a:pt x="3252" y="180"/>
                    </a:cubicBezTo>
                    <a:cubicBezTo>
                      <a:pt x="3170" y="52"/>
                      <a:pt x="3030" y="1"/>
                      <a:pt x="2861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4" name="Google Shape;2047;p42">
                <a:extLst>
                  <a:ext uri="{FF2B5EF4-FFF2-40B4-BE49-F238E27FC236}">
                    <a16:creationId xmlns:a16="http://schemas.microsoft.com/office/drawing/2014/main" id="{66C0DA17-4533-3410-682B-B36A644DE877}"/>
                  </a:ext>
                </a:extLst>
              </p:cNvPr>
              <p:cNvSpPr/>
              <p:nvPr/>
            </p:nvSpPr>
            <p:spPr>
              <a:xfrm>
                <a:off x="5466145" y="1438252"/>
                <a:ext cx="207849" cy="193565"/>
              </a:xfrm>
              <a:custGeom>
                <a:avLst/>
                <a:gdLst/>
                <a:ahLst/>
                <a:cxnLst/>
                <a:rect l="l" t="t" r="r" b="b"/>
                <a:pathLst>
                  <a:path w="9964" h="9306" extrusionOk="0">
                    <a:moveTo>
                      <a:pt x="6502" y="1"/>
                    </a:moveTo>
                    <a:cubicBezTo>
                      <a:pt x="5243" y="665"/>
                      <a:pt x="4019" y="1434"/>
                      <a:pt x="2865" y="2239"/>
                    </a:cubicBezTo>
                    <a:cubicBezTo>
                      <a:pt x="2236" y="2763"/>
                      <a:pt x="522" y="3777"/>
                      <a:pt x="243" y="3952"/>
                    </a:cubicBezTo>
                    <a:cubicBezTo>
                      <a:pt x="21" y="4110"/>
                      <a:pt x="0" y="5325"/>
                      <a:pt x="1521" y="5325"/>
                    </a:cubicBezTo>
                    <a:cubicBezTo>
                      <a:pt x="1683" y="5325"/>
                      <a:pt x="1862" y="5311"/>
                      <a:pt x="2061" y="5281"/>
                    </a:cubicBezTo>
                    <a:lnTo>
                      <a:pt x="2061" y="5281"/>
                    </a:lnTo>
                    <a:cubicBezTo>
                      <a:pt x="1222" y="5630"/>
                      <a:pt x="942" y="6749"/>
                      <a:pt x="1571" y="7449"/>
                    </a:cubicBezTo>
                    <a:cubicBezTo>
                      <a:pt x="1902" y="7874"/>
                      <a:pt x="2344" y="8076"/>
                      <a:pt x="2737" y="8076"/>
                    </a:cubicBezTo>
                    <a:cubicBezTo>
                      <a:pt x="2925" y="8076"/>
                      <a:pt x="3102" y="8029"/>
                      <a:pt x="3250" y="7938"/>
                    </a:cubicBezTo>
                    <a:lnTo>
                      <a:pt x="3250" y="7938"/>
                    </a:lnTo>
                    <a:cubicBezTo>
                      <a:pt x="2914" y="8442"/>
                      <a:pt x="3251" y="9306"/>
                      <a:pt x="3883" y="9306"/>
                    </a:cubicBezTo>
                    <a:cubicBezTo>
                      <a:pt x="4040" y="9306"/>
                      <a:pt x="4216" y="9252"/>
                      <a:pt x="4404" y="9127"/>
                    </a:cubicBezTo>
                    <a:cubicBezTo>
                      <a:pt x="5313" y="8463"/>
                      <a:pt x="6712" y="7623"/>
                      <a:pt x="7516" y="7134"/>
                    </a:cubicBezTo>
                    <a:cubicBezTo>
                      <a:pt x="8285" y="6644"/>
                      <a:pt x="9089" y="6190"/>
                      <a:pt x="9963" y="5595"/>
                    </a:cubicBezTo>
                    <a:lnTo>
                      <a:pt x="6502" y="1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5" name="Google Shape;2048;p42">
                <a:extLst>
                  <a:ext uri="{FF2B5EF4-FFF2-40B4-BE49-F238E27FC236}">
                    <a16:creationId xmlns:a16="http://schemas.microsoft.com/office/drawing/2014/main" id="{91B348EF-8181-22F5-F924-F7FBC211DA16}"/>
                  </a:ext>
                </a:extLst>
              </p:cNvPr>
              <p:cNvSpPr/>
              <p:nvPr/>
            </p:nvSpPr>
            <p:spPr>
              <a:xfrm>
                <a:off x="5628749" y="1375707"/>
                <a:ext cx="137154" cy="168022"/>
              </a:xfrm>
              <a:custGeom>
                <a:avLst/>
                <a:gdLst/>
                <a:ahLst/>
                <a:cxnLst/>
                <a:rect l="l" t="t" r="r" b="b"/>
                <a:pathLst>
                  <a:path w="6575" h="8078" fill="none" extrusionOk="0">
                    <a:moveTo>
                      <a:pt x="3252" y="490"/>
                    </a:moveTo>
                    <a:cubicBezTo>
                      <a:pt x="2938" y="1"/>
                      <a:pt x="1784" y="630"/>
                      <a:pt x="1329" y="980"/>
                    </a:cubicBezTo>
                    <a:cubicBezTo>
                      <a:pt x="910" y="1329"/>
                      <a:pt x="105" y="1854"/>
                      <a:pt x="35" y="2169"/>
                    </a:cubicBezTo>
                    <a:cubicBezTo>
                      <a:pt x="1" y="2448"/>
                      <a:pt x="3078" y="7449"/>
                      <a:pt x="3672" y="7868"/>
                    </a:cubicBezTo>
                    <a:cubicBezTo>
                      <a:pt x="3952" y="8078"/>
                      <a:pt x="5315" y="7204"/>
                      <a:pt x="5665" y="6854"/>
                    </a:cubicBezTo>
                    <a:cubicBezTo>
                      <a:pt x="6050" y="6504"/>
                      <a:pt x="6574" y="6155"/>
                      <a:pt x="6434" y="5665"/>
                    </a:cubicBezTo>
                    <a:cubicBezTo>
                      <a:pt x="6295" y="5176"/>
                      <a:pt x="4197" y="1889"/>
                      <a:pt x="3252" y="490"/>
                    </a:cubicBezTo>
                    <a:close/>
                  </a:path>
                </a:pathLst>
              </a:custGeom>
              <a:noFill/>
              <a:ln w="21850" cap="rnd" cmpd="sng">
                <a:solidFill>
                  <a:srgbClr val="0206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6" name="Google Shape;2049;p42">
                <a:extLst>
                  <a:ext uri="{FF2B5EF4-FFF2-40B4-BE49-F238E27FC236}">
                    <a16:creationId xmlns:a16="http://schemas.microsoft.com/office/drawing/2014/main" id="{560BF7C9-7D15-F956-98D3-DBCFF00BDBB0}"/>
                  </a:ext>
                </a:extLst>
              </p:cNvPr>
              <p:cNvSpPr/>
              <p:nvPr/>
            </p:nvSpPr>
            <p:spPr>
              <a:xfrm>
                <a:off x="5601756" y="1420073"/>
                <a:ext cx="103612" cy="139672"/>
              </a:xfrm>
              <a:custGeom>
                <a:avLst/>
                <a:gdLst/>
                <a:ahLst/>
                <a:cxnLst/>
                <a:rect l="l" t="t" r="r" b="b"/>
                <a:pathLst>
                  <a:path w="4967" h="6715" fill="none" extrusionOk="0">
                    <a:moveTo>
                      <a:pt x="1364" y="1"/>
                    </a:moveTo>
                    <a:cubicBezTo>
                      <a:pt x="840" y="210"/>
                      <a:pt x="385" y="490"/>
                      <a:pt x="1" y="875"/>
                    </a:cubicBezTo>
                    <a:cubicBezTo>
                      <a:pt x="350" y="1714"/>
                      <a:pt x="805" y="2518"/>
                      <a:pt x="1260" y="3287"/>
                    </a:cubicBezTo>
                    <a:cubicBezTo>
                      <a:pt x="1644" y="3847"/>
                      <a:pt x="3288" y="6260"/>
                      <a:pt x="3497" y="6504"/>
                    </a:cubicBezTo>
                    <a:cubicBezTo>
                      <a:pt x="3707" y="6714"/>
                      <a:pt x="4966" y="5735"/>
                      <a:pt x="4966" y="5735"/>
                    </a:cubicBezTo>
                  </a:path>
                </a:pathLst>
              </a:custGeom>
              <a:noFill/>
              <a:ln w="21850" cap="rnd" cmpd="sng">
                <a:solidFill>
                  <a:srgbClr val="0206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7" name="Google Shape;2050;p42">
                <a:extLst>
                  <a:ext uri="{FF2B5EF4-FFF2-40B4-BE49-F238E27FC236}">
                    <a16:creationId xmlns:a16="http://schemas.microsoft.com/office/drawing/2014/main" id="{D3CFAA3B-B97E-CBB9-C738-D260E5640535}"/>
                  </a:ext>
                </a:extLst>
              </p:cNvPr>
              <p:cNvSpPr/>
              <p:nvPr/>
            </p:nvSpPr>
            <p:spPr>
              <a:xfrm>
                <a:off x="5466083" y="1438252"/>
                <a:ext cx="207912" cy="202946"/>
              </a:xfrm>
              <a:custGeom>
                <a:avLst/>
                <a:gdLst/>
                <a:ahLst/>
                <a:cxnLst/>
                <a:rect l="l" t="t" r="r" b="b"/>
                <a:pathLst>
                  <a:path w="9967" h="9757" fill="none" extrusionOk="0">
                    <a:moveTo>
                      <a:pt x="6505" y="1"/>
                    </a:moveTo>
                    <a:cubicBezTo>
                      <a:pt x="5246" y="665"/>
                      <a:pt x="4022" y="1434"/>
                      <a:pt x="2868" y="2239"/>
                    </a:cubicBezTo>
                    <a:cubicBezTo>
                      <a:pt x="2239" y="2763"/>
                      <a:pt x="525" y="3777"/>
                      <a:pt x="246" y="3952"/>
                    </a:cubicBezTo>
                    <a:cubicBezTo>
                      <a:pt x="1" y="4127"/>
                      <a:pt x="1" y="5595"/>
                      <a:pt x="2064" y="5281"/>
                    </a:cubicBezTo>
                    <a:cubicBezTo>
                      <a:pt x="1225" y="5630"/>
                      <a:pt x="945" y="6749"/>
                      <a:pt x="1574" y="7449"/>
                    </a:cubicBezTo>
                    <a:cubicBezTo>
                      <a:pt x="2064" y="8078"/>
                      <a:pt x="2798" y="8218"/>
                      <a:pt x="3253" y="7938"/>
                    </a:cubicBezTo>
                    <a:cubicBezTo>
                      <a:pt x="2833" y="8568"/>
                      <a:pt x="3463" y="9756"/>
                      <a:pt x="4407" y="9127"/>
                    </a:cubicBezTo>
                    <a:cubicBezTo>
                      <a:pt x="5316" y="8463"/>
                      <a:pt x="6715" y="7623"/>
                      <a:pt x="7519" y="7134"/>
                    </a:cubicBezTo>
                    <a:cubicBezTo>
                      <a:pt x="8288" y="6644"/>
                      <a:pt x="9092" y="6190"/>
                      <a:pt x="9966" y="5595"/>
                    </a:cubicBezTo>
                  </a:path>
                </a:pathLst>
              </a:custGeom>
              <a:noFill/>
              <a:ln w="21850" cap="rnd" cmpd="sng">
                <a:solidFill>
                  <a:srgbClr val="0206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8" name="Google Shape;2051;p42">
                <a:extLst>
                  <a:ext uri="{FF2B5EF4-FFF2-40B4-BE49-F238E27FC236}">
                    <a16:creationId xmlns:a16="http://schemas.microsoft.com/office/drawing/2014/main" id="{3EE40064-0565-EFF2-FED5-B76DD977722D}"/>
                  </a:ext>
                </a:extLst>
              </p:cNvPr>
              <p:cNvSpPr/>
              <p:nvPr/>
            </p:nvSpPr>
            <p:spPr>
              <a:xfrm>
                <a:off x="5380014" y="1520433"/>
                <a:ext cx="172158" cy="135304"/>
              </a:xfrm>
              <a:custGeom>
                <a:avLst/>
                <a:gdLst/>
                <a:ahLst/>
                <a:cxnLst/>
                <a:rect l="l" t="t" r="r" b="b"/>
                <a:pathLst>
                  <a:path w="8253" h="6505" fill="none" extrusionOk="0">
                    <a:moveTo>
                      <a:pt x="4407" y="1"/>
                    </a:moveTo>
                    <a:cubicBezTo>
                      <a:pt x="2938" y="1365"/>
                      <a:pt x="1714" y="2938"/>
                      <a:pt x="700" y="4617"/>
                    </a:cubicBezTo>
                    <a:cubicBezTo>
                      <a:pt x="385" y="5316"/>
                      <a:pt x="1" y="6085"/>
                      <a:pt x="700" y="6330"/>
                    </a:cubicBezTo>
                    <a:cubicBezTo>
                      <a:pt x="1155" y="6505"/>
                      <a:pt x="3637" y="6400"/>
                      <a:pt x="5351" y="6190"/>
                    </a:cubicBezTo>
                    <a:cubicBezTo>
                      <a:pt x="6854" y="5980"/>
                      <a:pt x="7169" y="6015"/>
                      <a:pt x="8253" y="5316"/>
                    </a:cubicBezTo>
                  </a:path>
                </a:pathLst>
              </a:custGeom>
              <a:noFill/>
              <a:ln w="21850" cap="rnd" cmpd="sng">
                <a:solidFill>
                  <a:srgbClr val="0206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9" name="Google Shape;2052;p42">
                <a:extLst>
                  <a:ext uri="{FF2B5EF4-FFF2-40B4-BE49-F238E27FC236}">
                    <a16:creationId xmlns:a16="http://schemas.microsoft.com/office/drawing/2014/main" id="{5E0E556D-7D0F-10EC-478A-40A39D689018}"/>
                  </a:ext>
                </a:extLst>
              </p:cNvPr>
              <p:cNvSpPr/>
              <p:nvPr/>
            </p:nvSpPr>
            <p:spPr>
              <a:xfrm>
                <a:off x="5387315" y="1608895"/>
                <a:ext cx="39175" cy="48069"/>
              </a:xfrm>
              <a:custGeom>
                <a:avLst/>
                <a:gdLst/>
                <a:ahLst/>
                <a:cxnLst/>
                <a:rect l="l" t="t" r="r" b="b"/>
                <a:pathLst>
                  <a:path w="1878" h="2311" extrusionOk="0">
                    <a:moveTo>
                      <a:pt x="662" y="0"/>
                    </a:moveTo>
                    <a:cubicBezTo>
                      <a:pt x="610" y="0"/>
                      <a:pt x="563" y="26"/>
                      <a:pt x="525" y="84"/>
                    </a:cubicBezTo>
                    <a:cubicBezTo>
                      <a:pt x="245" y="503"/>
                      <a:pt x="0" y="1692"/>
                      <a:pt x="350" y="2077"/>
                    </a:cubicBezTo>
                    <a:cubicBezTo>
                      <a:pt x="500" y="2241"/>
                      <a:pt x="764" y="2310"/>
                      <a:pt x="1026" y="2310"/>
                    </a:cubicBezTo>
                    <a:cubicBezTo>
                      <a:pt x="1377" y="2310"/>
                      <a:pt x="1724" y="2187"/>
                      <a:pt x="1784" y="2007"/>
                    </a:cubicBezTo>
                    <a:cubicBezTo>
                      <a:pt x="1877" y="1696"/>
                      <a:pt x="1084" y="0"/>
                      <a:pt x="662" y="0"/>
                    </a:cubicBezTo>
                    <a:close/>
                  </a:path>
                </a:pathLst>
              </a:custGeom>
              <a:solidFill>
                <a:srgbClr val="0206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0" name="Google Shape;2053;p42">
                <a:extLst>
                  <a:ext uri="{FF2B5EF4-FFF2-40B4-BE49-F238E27FC236}">
                    <a16:creationId xmlns:a16="http://schemas.microsoft.com/office/drawing/2014/main" id="{84A1B0B0-4477-18AF-E458-D48DEAA610AC}"/>
                  </a:ext>
                </a:extLst>
              </p:cNvPr>
              <p:cNvSpPr/>
              <p:nvPr/>
            </p:nvSpPr>
            <p:spPr>
              <a:xfrm>
                <a:off x="5248722" y="1219332"/>
                <a:ext cx="615641" cy="626246"/>
              </a:xfrm>
              <a:custGeom>
                <a:avLst/>
                <a:gdLst/>
                <a:ahLst/>
                <a:cxnLst/>
                <a:rect l="l" t="t" r="r" b="b"/>
                <a:pathLst>
                  <a:path w="29513" h="30108" fill="none" extrusionOk="0">
                    <a:moveTo>
                      <a:pt x="14722" y="141"/>
                    </a:moveTo>
                    <a:cubicBezTo>
                      <a:pt x="11260" y="141"/>
                      <a:pt x="7169" y="1784"/>
                      <a:pt x="4896" y="3917"/>
                    </a:cubicBezTo>
                    <a:cubicBezTo>
                      <a:pt x="2588" y="6050"/>
                      <a:pt x="1" y="9687"/>
                      <a:pt x="71" y="13358"/>
                    </a:cubicBezTo>
                    <a:cubicBezTo>
                      <a:pt x="141" y="17030"/>
                      <a:pt x="385" y="19827"/>
                      <a:pt x="3043" y="23813"/>
                    </a:cubicBezTo>
                    <a:cubicBezTo>
                      <a:pt x="4476" y="26086"/>
                      <a:pt x="6679" y="27764"/>
                      <a:pt x="9267" y="28499"/>
                    </a:cubicBezTo>
                    <a:cubicBezTo>
                      <a:pt x="10491" y="28953"/>
                      <a:pt x="14477" y="30107"/>
                      <a:pt x="17939" y="29198"/>
                    </a:cubicBezTo>
                    <a:cubicBezTo>
                      <a:pt x="21435" y="28254"/>
                      <a:pt x="24163" y="26995"/>
                      <a:pt x="25981" y="24303"/>
                    </a:cubicBezTo>
                    <a:cubicBezTo>
                      <a:pt x="27764" y="21610"/>
                      <a:pt x="29513" y="18988"/>
                      <a:pt x="29408" y="14827"/>
                    </a:cubicBezTo>
                    <a:cubicBezTo>
                      <a:pt x="29303" y="10701"/>
                      <a:pt x="27904" y="7728"/>
                      <a:pt x="26681" y="6260"/>
                    </a:cubicBezTo>
                    <a:cubicBezTo>
                      <a:pt x="25422" y="4756"/>
                      <a:pt x="23429" y="2728"/>
                      <a:pt x="21121" y="1574"/>
                    </a:cubicBezTo>
                    <a:cubicBezTo>
                      <a:pt x="19163" y="525"/>
                      <a:pt x="16960" y="1"/>
                      <a:pt x="14722" y="141"/>
                    </a:cubicBezTo>
                    <a:close/>
                  </a:path>
                </a:pathLst>
              </a:custGeom>
              <a:noFill/>
              <a:ln w="21850" cap="rnd" cmpd="sng">
                <a:solidFill>
                  <a:srgbClr val="0206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71" name="Google Shape;2054;p42">
              <a:extLst>
                <a:ext uri="{FF2B5EF4-FFF2-40B4-BE49-F238E27FC236}">
                  <a16:creationId xmlns:a16="http://schemas.microsoft.com/office/drawing/2014/main" id="{CD0EFE4F-8BFF-A03A-C5C0-B157F7CD630E}"/>
                </a:ext>
              </a:extLst>
            </p:cNvPr>
            <p:cNvGrpSpPr/>
            <p:nvPr/>
          </p:nvGrpSpPr>
          <p:grpSpPr>
            <a:xfrm>
              <a:off x="1794368" y="3250704"/>
              <a:ext cx="1471183" cy="436717"/>
              <a:chOff x="1603493" y="1317171"/>
              <a:chExt cx="1471183" cy="436717"/>
            </a:xfrm>
          </p:grpSpPr>
          <p:grpSp>
            <p:nvGrpSpPr>
              <p:cNvPr id="85" name="Google Shape;2055;p42">
                <a:extLst>
                  <a:ext uri="{FF2B5EF4-FFF2-40B4-BE49-F238E27FC236}">
                    <a16:creationId xmlns:a16="http://schemas.microsoft.com/office/drawing/2014/main" id="{69A8D256-A9E8-A9B3-E436-4F984AD68818}"/>
                  </a:ext>
                </a:extLst>
              </p:cNvPr>
              <p:cNvGrpSpPr/>
              <p:nvPr/>
            </p:nvGrpSpPr>
            <p:grpSpPr>
              <a:xfrm>
                <a:off x="1603493" y="1317171"/>
                <a:ext cx="1471183" cy="436717"/>
                <a:chOff x="457250" y="2109575"/>
                <a:chExt cx="1471183" cy="436717"/>
              </a:xfrm>
            </p:grpSpPr>
            <p:sp>
              <p:nvSpPr>
                <p:cNvPr id="87" name="Google Shape;2056;p42">
                  <a:extLst>
                    <a:ext uri="{FF2B5EF4-FFF2-40B4-BE49-F238E27FC236}">
                      <a16:creationId xmlns:a16="http://schemas.microsoft.com/office/drawing/2014/main" id="{724412DC-980C-FBDC-9EDA-70F3FC72D2CD}"/>
                    </a:ext>
                  </a:extLst>
                </p:cNvPr>
                <p:cNvSpPr/>
                <p:nvPr/>
              </p:nvSpPr>
              <p:spPr>
                <a:xfrm>
                  <a:off x="457250" y="2115753"/>
                  <a:ext cx="1438358" cy="39906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1298" h="19186" extrusionOk="0">
                      <a:moveTo>
                        <a:pt x="43282" y="0"/>
                      </a:moveTo>
                      <a:cubicBezTo>
                        <a:pt x="39300" y="0"/>
                        <a:pt x="35144" y="46"/>
                        <a:pt x="31436" y="123"/>
                      </a:cubicBezTo>
                      <a:cubicBezTo>
                        <a:pt x="29652" y="167"/>
                        <a:pt x="27584" y="182"/>
                        <a:pt x="25380" y="182"/>
                      </a:cubicBezTo>
                      <a:cubicBezTo>
                        <a:pt x="21431" y="182"/>
                        <a:pt x="17048" y="136"/>
                        <a:pt x="13099" y="136"/>
                      </a:cubicBezTo>
                      <a:cubicBezTo>
                        <a:pt x="7200" y="136"/>
                        <a:pt x="2268" y="239"/>
                        <a:pt x="1190" y="752"/>
                      </a:cubicBezTo>
                      <a:cubicBezTo>
                        <a:pt x="1" y="1312"/>
                        <a:pt x="141" y="7815"/>
                        <a:pt x="281" y="10438"/>
                      </a:cubicBezTo>
                      <a:cubicBezTo>
                        <a:pt x="315" y="11417"/>
                        <a:pt x="106" y="16103"/>
                        <a:pt x="980" y="18375"/>
                      </a:cubicBezTo>
                      <a:cubicBezTo>
                        <a:pt x="1226" y="19016"/>
                        <a:pt x="4460" y="19186"/>
                        <a:pt x="9072" y="19186"/>
                      </a:cubicBezTo>
                      <a:cubicBezTo>
                        <a:pt x="14274" y="19186"/>
                        <a:pt x="21230" y="18970"/>
                        <a:pt x="27625" y="18970"/>
                      </a:cubicBezTo>
                      <a:cubicBezTo>
                        <a:pt x="31844" y="18970"/>
                        <a:pt x="39110" y="19079"/>
                        <a:pt x="45749" y="19079"/>
                      </a:cubicBezTo>
                      <a:cubicBezTo>
                        <a:pt x="52642" y="19079"/>
                        <a:pt x="58859" y="18961"/>
                        <a:pt x="60284" y="18480"/>
                      </a:cubicBezTo>
                      <a:cubicBezTo>
                        <a:pt x="61263" y="18166"/>
                        <a:pt x="61088" y="13585"/>
                        <a:pt x="61053" y="11137"/>
                      </a:cubicBezTo>
                      <a:cubicBezTo>
                        <a:pt x="61018" y="7885"/>
                        <a:pt x="61298" y="1836"/>
                        <a:pt x="60424" y="822"/>
                      </a:cubicBezTo>
                      <a:cubicBezTo>
                        <a:pt x="59943" y="221"/>
                        <a:pt x="52032" y="0"/>
                        <a:pt x="43282" y="0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88" name="Google Shape;2057;p42">
                  <a:extLst>
                    <a:ext uri="{FF2B5EF4-FFF2-40B4-BE49-F238E27FC236}">
                      <a16:creationId xmlns:a16="http://schemas.microsoft.com/office/drawing/2014/main" id="{FD0A7451-60B8-07C9-2A4A-E53681FA2243}"/>
                    </a:ext>
                  </a:extLst>
                </p:cNvPr>
                <p:cNvSpPr/>
                <p:nvPr/>
              </p:nvSpPr>
              <p:spPr>
                <a:xfrm>
                  <a:off x="490896" y="2143063"/>
                  <a:ext cx="1437536" cy="40322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1263" h="19386" extrusionOk="0">
                      <a:moveTo>
                        <a:pt x="43319" y="1"/>
                      </a:moveTo>
                      <a:cubicBezTo>
                        <a:pt x="39318" y="1"/>
                        <a:pt x="35137" y="51"/>
                        <a:pt x="31401" y="138"/>
                      </a:cubicBezTo>
                      <a:cubicBezTo>
                        <a:pt x="29624" y="183"/>
                        <a:pt x="27560" y="198"/>
                        <a:pt x="25361" y="198"/>
                      </a:cubicBezTo>
                      <a:cubicBezTo>
                        <a:pt x="21419" y="198"/>
                        <a:pt x="17041" y="151"/>
                        <a:pt x="13095" y="151"/>
                      </a:cubicBezTo>
                      <a:cubicBezTo>
                        <a:pt x="7200" y="151"/>
                        <a:pt x="2268" y="254"/>
                        <a:pt x="1189" y="768"/>
                      </a:cubicBezTo>
                      <a:cubicBezTo>
                        <a:pt x="0" y="1362"/>
                        <a:pt x="140" y="7901"/>
                        <a:pt x="280" y="10559"/>
                      </a:cubicBezTo>
                      <a:cubicBezTo>
                        <a:pt x="315" y="11538"/>
                        <a:pt x="105" y="16223"/>
                        <a:pt x="979" y="18531"/>
                      </a:cubicBezTo>
                      <a:cubicBezTo>
                        <a:pt x="1210" y="19207"/>
                        <a:pt x="4462" y="19385"/>
                        <a:pt x="9098" y="19385"/>
                      </a:cubicBezTo>
                      <a:cubicBezTo>
                        <a:pt x="14300" y="19385"/>
                        <a:pt x="21246" y="19160"/>
                        <a:pt x="27624" y="19160"/>
                      </a:cubicBezTo>
                      <a:cubicBezTo>
                        <a:pt x="31844" y="19160"/>
                        <a:pt x="39110" y="19270"/>
                        <a:pt x="45748" y="19270"/>
                      </a:cubicBezTo>
                      <a:cubicBezTo>
                        <a:pt x="52642" y="19270"/>
                        <a:pt x="58858" y="19152"/>
                        <a:pt x="60283" y="18671"/>
                      </a:cubicBezTo>
                      <a:cubicBezTo>
                        <a:pt x="61228" y="18356"/>
                        <a:pt x="61088" y="13741"/>
                        <a:pt x="61053" y="11258"/>
                      </a:cubicBezTo>
                      <a:cubicBezTo>
                        <a:pt x="61018" y="7971"/>
                        <a:pt x="61263" y="1852"/>
                        <a:pt x="60423" y="838"/>
                      </a:cubicBezTo>
                      <a:cubicBezTo>
                        <a:pt x="59920" y="238"/>
                        <a:pt x="52050" y="1"/>
                        <a:pt x="43319" y="1"/>
                      </a:cubicBezTo>
                      <a:close/>
                    </a:path>
                  </a:pathLst>
                </a:custGeom>
                <a:solidFill>
                  <a:schemeClr val="accent5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89" name="Google Shape;2058;p42">
                  <a:extLst>
                    <a:ext uri="{FF2B5EF4-FFF2-40B4-BE49-F238E27FC236}">
                      <a16:creationId xmlns:a16="http://schemas.microsoft.com/office/drawing/2014/main" id="{9303C780-168F-3523-3C35-7B41E54C35CD}"/>
                    </a:ext>
                  </a:extLst>
                </p:cNvPr>
                <p:cNvSpPr/>
                <p:nvPr/>
              </p:nvSpPr>
              <p:spPr>
                <a:xfrm>
                  <a:off x="457250" y="2109575"/>
                  <a:ext cx="1438358" cy="41677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1298" h="20037" fill="none" extrusionOk="0">
                      <a:moveTo>
                        <a:pt x="1190" y="1049"/>
                      </a:moveTo>
                      <a:cubicBezTo>
                        <a:pt x="1" y="1609"/>
                        <a:pt x="141" y="8112"/>
                        <a:pt x="281" y="10735"/>
                      </a:cubicBezTo>
                      <a:cubicBezTo>
                        <a:pt x="315" y="11714"/>
                        <a:pt x="106" y="16400"/>
                        <a:pt x="980" y="18672"/>
                      </a:cubicBezTo>
                      <a:cubicBezTo>
                        <a:pt x="1504" y="20036"/>
                        <a:pt x="15561" y="19267"/>
                        <a:pt x="27625" y="19267"/>
                      </a:cubicBezTo>
                      <a:cubicBezTo>
                        <a:pt x="36227" y="19267"/>
                        <a:pt x="57486" y="19721"/>
                        <a:pt x="60284" y="18777"/>
                      </a:cubicBezTo>
                      <a:cubicBezTo>
                        <a:pt x="61263" y="18463"/>
                        <a:pt x="61088" y="13882"/>
                        <a:pt x="61053" y="11434"/>
                      </a:cubicBezTo>
                      <a:cubicBezTo>
                        <a:pt x="61018" y="8182"/>
                        <a:pt x="61298" y="2133"/>
                        <a:pt x="60424" y="1119"/>
                      </a:cubicBezTo>
                      <a:cubicBezTo>
                        <a:pt x="59724" y="245"/>
                        <a:pt x="43290" y="175"/>
                        <a:pt x="31436" y="420"/>
                      </a:cubicBezTo>
                      <a:cubicBezTo>
                        <a:pt x="21680" y="664"/>
                        <a:pt x="3393" y="0"/>
                        <a:pt x="1190" y="1049"/>
                      </a:cubicBezTo>
                      <a:close/>
                    </a:path>
                  </a:pathLst>
                </a:custGeom>
                <a:noFill/>
                <a:ln w="21850" cap="rnd" cmpd="sng">
                  <a:solidFill>
                    <a:srgbClr val="020600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sp>
            <p:nvSpPr>
              <p:cNvPr id="86" name="Google Shape;2059;p42">
                <a:extLst>
                  <a:ext uri="{FF2B5EF4-FFF2-40B4-BE49-F238E27FC236}">
                    <a16:creationId xmlns:a16="http://schemas.microsoft.com/office/drawing/2014/main" id="{AEC3AEAC-BF4B-406C-1C26-F282AAE4091E}"/>
                  </a:ext>
                </a:extLst>
              </p:cNvPr>
              <p:cNvSpPr txBox="1"/>
              <p:nvPr/>
            </p:nvSpPr>
            <p:spPr>
              <a:xfrm>
                <a:off x="1686134" y="1365279"/>
                <a:ext cx="1305900" cy="3405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2000" b="1" dirty="0" err="1">
                    <a:solidFill>
                      <a:srgbClr val="FFFFFF"/>
                    </a:solidFill>
                    <a:latin typeface="Fira Sans Extra Condensed Medium"/>
                    <a:ea typeface="Fira Sans Extra Condensed Medium"/>
                    <a:cs typeface="Fira Sans Extra Condensed Medium"/>
                    <a:sym typeface="Fira Sans Extra Condensed Medium"/>
                  </a:rPr>
                  <a:t>স্থুলকোন</a:t>
                </a:r>
                <a:endParaRPr sz="2000" b="1" dirty="0">
                  <a:solidFill>
                    <a:srgbClr val="FFFFFF"/>
                  </a:solidFill>
                  <a:latin typeface="Fira Sans Extra Condensed Medium"/>
                  <a:ea typeface="Fira Sans Extra Condensed Medium"/>
                  <a:cs typeface="Fira Sans Extra Condensed Medium"/>
                  <a:sym typeface="Fira Sans Extra Condensed Medium"/>
                </a:endParaRPr>
              </a:p>
            </p:txBody>
          </p:sp>
        </p:grpSp>
        <p:sp>
          <p:nvSpPr>
            <p:cNvPr id="72" name="Google Shape;2060;p42">
              <a:extLst>
                <a:ext uri="{FF2B5EF4-FFF2-40B4-BE49-F238E27FC236}">
                  <a16:creationId xmlns:a16="http://schemas.microsoft.com/office/drawing/2014/main" id="{067EED8F-C63A-D7D7-467D-6B814C824896}"/>
                </a:ext>
              </a:extLst>
            </p:cNvPr>
            <p:cNvSpPr/>
            <p:nvPr/>
          </p:nvSpPr>
          <p:spPr>
            <a:xfrm>
              <a:off x="3228903" y="3461412"/>
              <a:ext cx="1668509" cy="15301"/>
            </a:xfrm>
            <a:custGeom>
              <a:avLst/>
              <a:gdLst/>
              <a:ahLst/>
              <a:cxnLst/>
              <a:rect l="l" t="t" r="r" b="b"/>
              <a:pathLst>
                <a:path w="67592" h="735" fill="none" extrusionOk="0">
                  <a:moveTo>
                    <a:pt x="0" y="0"/>
                  </a:moveTo>
                  <a:cubicBezTo>
                    <a:pt x="6784" y="0"/>
                    <a:pt x="35876" y="140"/>
                    <a:pt x="39897" y="140"/>
                  </a:cubicBezTo>
                  <a:cubicBezTo>
                    <a:pt x="43919" y="140"/>
                    <a:pt x="51856" y="455"/>
                    <a:pt x="56227" y="490"/>
                  </a:cubicBezTo>
                  <a:cubicBezTo>
                    <a:pt x="59479" y="525"/>
                    <a:pt x="63290" y="734"/>
                    <a:pt x="67591" y="490"/>
                  </a:cubicBezTo>
                </a:path>
              </a:pathLst>
            </a:custGeom>
            <a:noFill/>
            <a:ln w="21850" cap="rnd" cmpd="sng">
              <a:solidFill>
                <a:srgbClr val="0206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" name="Google Shape;2061;p42">
              <a:extLst>
                <a:ext uri="{FF2B5EF4-FFF2-40B4-BE49-F238E27FC236}">
                  <a16:creationId xmlns:a16="http://schemas.microsoft.com/office/drawing/2014/main" id="{265CFC44-0994-5484-0F73-70A88C8198C9}"/>
                </a:ext>
              </a:extLst>
            </p:cNvPr>
            <p:cNvSpPr/>
            <p:nvPr/>
          </p:nvSpPr>
          <p:spPr>
            <a:xfrm rot="5400000" flipH="1">
              <a:off x="1439368" y="3113782"/>
              <a:ext cx="2875" cy="710560"/>
            </a:xfrm>
            <a:custGeom>
              <a:avLst/>
              <a:gdLst/>
              <a:ahLst/>
              <a:cxnLst/>
              <a:rect l="l" t="t" r="r" b="b"/>
              <a:pathLst>
                <a:path w="141" h="13253" fill="none" extrusionOk="0">
                  <a:moveTo>
                    <a:pt x="1" y="0"/>
                  </a:moveTo>
                  <a:cubicBezTo>
                    <a:pt x="1" y="1924"/>
                    <a:pt x="141" y="3357"/>
                    <a:pt x="141" y="4231"/>
                  </a:cubicBezTo>
                  <a:cubicBezTo>
                    <a:pt x="141" y="5106"/>
                    <a:pt x="1" y="11190"/>
                    <a:pt x="141" y="13253"/>
                  </a:cubicBezTo>
                </a:path>
              </a:pathLst>
            </a:custGeom>
            <a:noFill/>
            <a:ln w="21850" cap="rnd" cmpd="sng">
              <a:solidFill>
                <a:srgbClr val="0206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74" name="Google Shape;2062;p42">
              <a:extLst>
                <a:ext uri="{FF2B5EF4-FFF2-40B4-BE49-F238E27FC236}">
                  <a16:creationId xmlns:a16="http://schemas.microsoft.com/office/drawing/2014/main" id="{5DFB67A0-6AC9-D1B2-7946-34698A8F0F96}"/>
                </a:ext>
              </a:extLst>
            </p:cNvPr>
            <p:cNvGrpSpPr/>
            <p:nvPr/>
          </p:nvGrpSpPr>
          <p:grpSpPr>
            <a:xfrm>
              <a:off x="4880751" y="3122067"/>
              <a:ext cx="3806095" cy="693989"/>
              <a:chOff x="-528140" y="2158143"/>
              <a:chExt cx="2483910" cy="1100871"/>
            </a:xfrm>
          </p:grpSpPr>
          <p:grpSp>
            <p:nvGrpSpPr>
              <p:cNvPr id="79" name="Google Shape;2063;p42">
                <a:extLst>
                  <a:ext uri="{FF2B5EF4-FFF2-40B4-BE49-F238E27FC236}">
                    <a16:creationId xmlns:a16="http://schemas.microsoft.com/office/drawing/2014/main" id="{2AB77F37-9BAA-20E8-96BE-41F160CAA1E6}"/>
                  </a:ext>
                </a:extLst>
              </p:cNvPr>
              <p:cNvGrpSpPr/>
              <p:nvPr/>
            </p:nvGrpSpPr>
            <p:grpSpPr>
              <a:xfrm>
                <a:off x="-528140" y="2158143"/>
                <a:ext cx="2483910" cy="1100871"/>
                <a:chOff x="464575" y="3111189"/>
                <a:chExt cx="1437614" cy="1682775"/>
              </a:xfrm>
            </p:grpSpPr>
            <p:sp>
              <p:nvSpPr>
                <p:cNvPr id="81" name="Google Shape;2064;p42">
                  <a:extLst>
                    <a:ext uri="{FF2B5EF4-FFF2-40B4-BE49-F238E27FC236}">
                      <a16:creationId xmlns:a16="http://schemas.microsoft.com/office/drawing/2014/main" id="{8A3026C5-05CB-6F60-04A5-25E7BE560584}"/>
                    </a:ext>
                  </a:extLst>
                </p:cNvPr>
                <p:cNvSpPr/>
                <p:nvPr/>
              </p:nvSpPr>
              <p:spPr>
                <a:xfrm>
                  <a:off x="1814782" y="3944574"/>
                  <a:ext cx="7067" cy="17748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80" h="8533" fill="none" extrusionOk="0">
                      <a:moveTo>
                        <a:pt x="280" y="0"/>
                      </a:moveTo>
                      <a:cubicBezTo>
                        <a:pt x="0" y="3392"/>
                        <a:pt x="280" y="3042"/>
                        <a:pt x="280" y="8532"/>
                      </a:cubicBezTo>
                    </a:path>
                  </a:pathLst>
                </a:custGeom>
                <a:noFill/>
                <a:ln w="21850" cap="rnd" cmpd="sng">
                  <a:solidFill>
                    <a:srgbClr val="020600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82" name="Google Shape;2065;p42">
                  <a:extLst>
                    <a:ext uri="{FF2B5EF4-FFF2-40B4-BE49-F238E27FC236}">
                      <a16:creationId xmlns:a16="http://schemas.microsoft.com/office/drawing/2014/main" id="{530FF15C-EDC6-54CE-672B-302B2A12B915}"/>
                    </a:ext>
                  </a:extLst>
                </p:cNvPr>
                <p:cNvSpPr/>
                <p:nvPr/>
              </p:nvSpPr>
              <p:spPr>
                <a:xfrm>
                  <a:off x="464575" y="3175183"/>
                  <a:ext cx="1426121" cy="155719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6508" h="74865" extrusionOk="0">
                      <a:moveTo>
                        <a:pt x="7543" y="1"/>
                      </a:moveTo>
                      <a:cubicBezTo>
                        <a:pt x="4445" y="1"/>
                        <a:pt x="2145" y="148"/>
                        <a:pt x="1609" y="590"/>
                      </a:cubicBezTo>
                      <a:cubicBezTo>
                        <a:pt x="385" y="1569"/>
                        <a:pt x="735" y="10835"/>
                        <a:pt x="560" y="19996"/>
                      </a:cubicBezTo>
                      <a:cubicBezTo>
                        <a:pt x="420" y="29158"/>
                        <a:pt x="420" y="51082"/>
                        <a:pt x="560" y="55383"/>
                      </a:cubicBezTo>
                      <a:cubicBezTo>
                        <a:pt x="735" y="59684"/>
                        <a:pt x="1" y="72132"/>
                        <a:pt x="1050" y="73566"/>
                      </a:cubicBezTo>
                      <a:cubicBezTo>
                        <a:pt x="1893" y="74718"/>
                        <a:pt x="9832" y="74831"/>
                        <a:pt x="14458" y="74831"/>
                      </a:cubicBezTo>
                      <a:cubicBezTo>
                        <a:pt x="15586" y="74831"/>
                        <a:pt x="16517" y="74824"/>
                        <a:pt x="17100" y="74824"/>
                      </a:cubicBezTo>
                      <a:cubicBezTo>
                        <a:pt x="18515" y="74824"/>
                        <a:pt x="21706" y="74864"/>
                        <a:pt x="25009" y="74864"/>
                      </a:cubicBezTo>
                      <a:cubicBezTo>
                        <a:pt x="28641" y="74864"/>
                        <a:pt x="32408" y="74816"/>
                        <a:pt x="34093" y="74615"/>
                      </a:cubicBezTo>
                      <a:cubicBezTo>
                        <a:pt x="34780" y="74540"/>
                        <a:pt x="36094" y="74520"/>
                        <a:pt x="37746" y="74520"/>
                      </a:cubicBezTo>
                      <a:cubicBezTo>
                        <a:pt x="39762" y="74520"/>
                        <a:pt x="42281" y="74550"/>
                        <a:pt x="44774" y="74550"/>
                      </a:cubicBezTo>
                      <a:cubicBezTo>
                        <a:pt x="49816" y="74550"/>
                        <a:pt x="54753" y="74425"/>
                        <a:pt x="55214" y="73671"/>
                      </a:cubicBezTo>
                      <a:cubicBezTo>
                        <a:pt x="56123" y="72237"/>
                        <a:pt x="55948" y="59334"/>
                        <a:pt x="55913" y="51991"/>
                      </a:cubicBezTo>
                      <a:cubicBezTo>
                        <a:pt x="55878" y="42270"/>
                        <a:pt x="56263" y="28808"/>
                        <a:pt x="56402" y="21990"/>
                      </a:cubicBezTo>
                      <a:cubicBezTo>
                        <a:pt x="56507" y="15136"/>
                        <a:pt x="56228" y="1464"/>
                        <a:pt x="55493" y="555"/>
                      </a:cubicBezTo>
                      <a:cubicBezTo>
                        <a:pt x="55184" y="190"/>
                        <a:pt x="51861" y="61"/>
                        <a:pt x="47651" y="61"/>
                      </a:cubicBezTo>
                      <a:cubicBezTo>
                        <a:pt x="41383" y="61"/>
                        <a:pt x="33147" y="346"/>
                        <a:pt x="29967" y="555"/>
                      </a:cubicBezTo>
                      <a:cubicBezTo>
                        <a:pt x="29477" y="587"/>
                        <a:pt x="28849" y="601"/>
                        <a:pt x="28111" y="601"/>
                      </a:cubicBezTo>
                      <a:cubicBezTo>
                        <a:pt x="23291" y="601"/>
                        <a:pt x="13792" y="1"/>
                        <a:pt x="7543" y="1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83" name="Google Shape;2066;p42">
                  <a:extLst>
                    <a:ext uri="{FF2B5EF4-FFF2-40B4-BE49-F238E27FC236}">
                      <a16:creationId xmlns:a16="http://schemas.microsoft.com/office/drawing/2014/main" id="{F8A2C765-6877-66E3-F692-3964B4EF6E42}"/>
                    </a:ext>
                  </a:extLst>
                </p:cNvPr>
                <p:cNvSpPr/>
                <p:nvPr/>
              </p:nvSpPr>
              <p:spPr>
                <a:xfrm>
                  <a:off x="475210" y="3237167"/>
                  <a:ext cx="1426979" cy="155679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6542" h="74846" extrusionOk="0">
                      <a:moveTo>
                        <a:pt x="7410" y="0"/>
                      </a:moveTo>
                      <a:cubicBezTo>
                        <a:pt x="4378" y="0"/>
                        <a:pt x="2137" y="143"/>
                        <a:pt x="1609" y="567"/>
                      </a:cubicBezTo>
                      <a:cubicBezTo>
                        <a:pt x="385" y="1546"/>
                        <a:pt x="734" y="10813"/>
                        <a:pt x="560" y="19974"/>
                      </a:cubicBezTo>
                      <a:cubicBezTo>
                        <a:pt x="420" y="29135"/>
                        <a:pt x="420" y="51094"/>
                        <a:pt x="560" y="55395"/>
                      </a:cubicBezTo>
                      <a:cubicBezTo>
                        <a:pt x="734" y="59696"/>
                        <a:pt x="0" y="72110"/>
                        <a:pt x="1049" y="73543"/>
                      </a:cubicBezTo>
                      <a:cubicBezTo>
                        <a:pt x="1892" y="74696"/>
                        <a:pt x="9832" y="74809"/>
                        <a:pt x="14457" y="74809"/>
                      </a:cubicBezTo>
                      <a:cubicBezTo>
                        <a:pt x="15585" y="74809"/>
                        <a:pt x="16516" y="74802"/>
                        <a:pt x="17099" y="74802"/>
                      </a:cubicBezTo>
                      <a:cubicBezTo>
                        <a:pt x="18585" y="74802"/>
                        <a:pt x="22038" y="74846"/>
                        <a:pt x="25522" y="74846"/>
                      </a:cubicBezTo>
                      <a:cubicBezTo>
                        <a:pt x="29005" y="74846"/>
                        <a:pt x="32519" y="74802"/>
                        <a:pt x="34128" y="74627"/>
                      </a:cubicBezTo>
                      <a:cubicBezTo>
                        <a:pt x="34853" y="74540"/>
                        <a:pt x="36280" y="74518"/>
                        <a:pt x="38064" y="74518"/>
                      </a:cubicBezTo>
                      <a:cubicBezTo>
                        <a:pt x="40026" y="74518"/>
                        <a:pt x="42419" y="74545"/>
                        <a:pt x="44789" y="74545"/>
                      </a:cubicBezTo>
                      <a:cubicBezTo>
                        <a:pt x="49823" y="74545"/>
                        <a:pt x="54753" y="74421"/>
                        <a:pt x="55213" y="73648"/>
                      </a:cubicBezTo>
                      <a:cubicBezTo>
                        <a:pt x="56122" y="72214"/>
                        <a:pt x="55947" y="59312"/>
                        <a:pt x="55947" y="51969"/>
                      </a:cubicBezTo>
                      <a:cubicBezTo>
                        <a:pt x="55912" y="42283"/>
                        <a:pt x="56297" y="28786"/>
                        <a:pt x="56402" y="21967"/>
                      </a:cubicBezTo>
                      <a:cubicBezTo>
                        <a:pt x="56542" y="15114"/>
                        <a:pt x="56227" y="1477"/>
                        <a:pt x="55493" y="532"/>
                      </a:cubicBezTo>
                      <a:cubicBezTo>
                        <a:pt x="55198" y="167"/>
                        <a:pt x="51877" y="39"/>
                        <a:pt x="47668" y="39"/>
                      </a:cubicBezTo>
                      <a:cubicBezTo>
                        <a:pt x="41400" y="39"/>
                        <a:pt x="33160" y="323"/>
                        <a:pt x="30002" y="532"/>
                      </a:cubicBezTo>
                      <a:cubicBezTo>
                        <a:pt x="29462" y="571"/>
                        <a:pt x="28758" y="588"/>
                        <a:pt x="27926" y="588"/>
                      </a:cubicBezTo>
                      <a:cubicBezTo>
                        <a:pt x="22992" y="588"/>
                        <a:pt x="13570" y="0"/>
                        <a:pt x="7410" y="0"/>
                      </a:cubicBezTo>
                      <a:close/>
                    </a:path>
                  </a:pathLst>
                </a:custGeom>
                <a:solidFill>
                  <a:schemeClr val="accent5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84" name="Google Shape;2067;p42">
                  <a:extLst>
                    <a:ext uri="{FF2B5EF4-FFF2-40B4-BE49-F238E27FC236}">
                      <a16:creationId xmlns:a16="http://schemas.microsoft.com/office/drawing/2014/main" id="{4530BD95-0647-8B46-FD0E-667E56F742D8}"/>
                    </a:ext>
                  </a:extLst>
                </p:cNvPr>
                <p:cNvSpPr/>
                <p:nvPr/>
              </p:nvSpPr>
              <p:spPr>
                <a:xfrm>
                  <a:off x="464575" y="3111189"/>
                  <a:ext cx="1426121" cy="158046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6508" h="75984" fill="none" extrusionOk="0">
                      <a:moveTo>
                        <a:pt x="1609" y="1469"/>
                      </a:moveTo>
                      <a:cubicBezTo>
                        <a:pt x="385" y="2448"/>
                        <a:pt x="735" y="11714"/>
                        <a:pt x="560" y="20875"/>
                      </a:cubicBezTo>
                      <a:cubicBezTo>
                        <a:pt x="420" y="30037"/>
                        <a:pt x="420" y="51961"/>
                        <a:pt x="560" y="56262"/>
                      </a:cubicBezTo>
                      <a:cubicBezTo>
                        <a:pt x="735" y="60563"/>
                        <a:pt x="1" y="73011"/>
                        <a:pt x="1050" y="74445"/>
                      </a:cubicBezTo>
                      <a:cubicBezTo>
                        <a:pt x="2099" y="75878"/>
                        <a:pt x="14127" y="75703"/>
                        <a:pt x="17100" y="75703"/>
                      </a:cubicBezTo>
                      <a:cubicBezTo>
                        <a:pt x="20072" y="75703"/>
                        <a:pt x="30877" y="75878"/>
                        <a:pt x="34093" y="75494"/>
                      </a:cubicBezTo>
                      <a:cubicBezTo>
                        <a:pt x="37310" y="75144"/>
                        <a:pt x="54339" y="75983"/>
                        <a:pt x="55214" y="74550"/>
                      </a:cubicBezTo>
                      <a:cubicBezTo>
                        <a:pt x="56123" y="73116"/>
                        <a:pt x="55948" y="60213"/>
                        <a:pt x="55913" y="52870"/>
                      </a:cubicBezTo>
                      <a:cubicBezTo>
                        <a:pt x="55878" y="43149"/>
                        <a:pt x="56263" y="29687"/>
                        <a:pt x="56402" y="22869"/>
                      </a:cubicBezTo>
                      <a:cubicBezTo>
                        <a:pt x="56507" y="16015"/>
                        <a:pt x="56228" y="2343"/>
                        <a:pt x="55493" y="1434"/>
                      </a:cubicBezTo>
                      <a:cubicBezTo>
                        <a:pt x="54724" y="525"/>
                        <a:pt x="35282" y="1084"/>
                        <a:pt x="29967" y="1434"/>
                      </a:cubicBezTo>
                      <a:cubicBezTo>
                        <a:pt x="24687" y="1784"/>
                        <a:pt x="3392" y="0"/>
                        <a:pt x="1609" y="1469"/>
                      </a:cubicBezTo>
                      <a:close/>
                    </a:path>
                  </a:pathLst>
                </a:custGeom>
                <a:noFill/>
                <a:ln w="21850" cap="rnd" cmpd="sng">
                  <a:solidFill>
                    <a:srgbClr val="020600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80" name="Google Shape;2068;p42">
                    <a:extLst>
                      <a:ext uri="{FF2B5EF4-FFF2-40B4-BE49-F238E27FC236}">
                        <a16:creationId xmlns:a16="http://schemas.microsoft.com/office/drawing/2014/main" id="{EF55BD0E-3824-3AE1-D4E2-E52D16CE6288}"/>
                      </a:ext>
                    </a:extLst>
                  </p:cNvPr>
                  <p:cNvSpPr txBox="1"/>
                  <p:nvPr/>
                </p:nvSpPr>
                <p:spPr>
                  <a:xfrm>
                    <a:off x="-339479" y="2378468"/>
                    <a:ext cx="2089200" cy="641400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algn="ctr"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sz="2400" b="1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Roboto"/>
                              <a:sym typeface="Roboto"/>
                            </a:rPr>
                            <m:t>𝟗𝟎</m:t>
                          </m:r>
                          <m:r>
                            <a:rPr lang="en-US" sz="2400" b="1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Roboto"/>
                              <a:sym typeface="Roboto"/>
                            </a:rPr>
                            <m:t>°&lt;</m:t>
                          </m:r>
                          <m:r>
                            <a:rPr lang="en-US" sz="2400" b="1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Roboto"/>
                              <a:sym typeface="Roboto"/>
                            </a:rPr>
                            <m:t>𝜽</m:t>
                          </m:r>
                          <m:r>
                            <a:rPr lang="en-US" sz="2400" b="1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Roboto"/>
                              <a:sym typeface="Roboto"/>
                            </a:rPr>
                            <m:t>&lt;</m:t>
                          </m:r>
                          <m:r>
                            <a:rPr lang="en-US" sz="2400" b="1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Roboto"/>
                              <a:sym typeface="Roboto"/>
                            </a:rPr>
                            <m:t>𝟏𝟖𝟎</m:t>
                          </m:r>
                          <m:r>
                            <a:rPr lang="en-US" sz="2400" b="1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Roboto"/>
                              <a:sym typeface="Roboto"/>
                            </a:rPr>
                            <m:t>°</m:t>
                          </m:r>
                        </m:oMath>
                      </m:oMathPara>
                    </a14:m>
                    <a:endParaRPr lang="en-US" sz="2400" b="1" dirty="0">
                      <a:solidFill>
                        <a:schemeClr val="bg1"/>
                      </a:solidFill>
                      <a:latin typeface="Roboto"/>
                      <a:ea typeface="Roboto"/>
                      <a:cs typeface="Roboto"/>
                      <a:sym typeface="Roboto"/>
                    </a:endParaRPr>
                  </a:p>
                </p:txBody>
              </p:sp>
            </mc:Choice>
            <mc:Fallback xmlns="">
              <p:sp>
                <p:nvSpPr>
                  <p:cNvPr id="80" name="Google Shape;2068;p42">
                    <a:extLst>
                      <a:ext uri="{FF2B5EF4-FFF2-40B4-BE49-F238E27FC236}">
                        <a16:creationId xmlns:a16="http://schemas.microsoft.com/office/drawing/2014/main" id="{EF55BD0E-3824-3AE1-D4E2-E52D16CE6288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-339479" y="2378468"/>
                    <a:ext cx="2089200" cy="641400"/>
                  </a:xfrm>
                  <a:prstGeom prst="rect">
                    <a:avLst/>
                  </a:prstGeom>
                  <a:blipFill>
                    <a:blip r:embed="rId4"/>
                    <a:stretch>
                      <a:fillRect/>
                    </a:stretch>
                  </a:blipFill>
                  <a:ln>
                    <a:noFill/>
                  </a:ln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grpSp>
          <p:nvGrpSpPr>
            <p:cNvPr id="75" name="Google Shape;2069;p42">
              <a:extLst>
                <a:ext uri="{FF2B5EF4-FFF2-40B4-BE49-F238E27FC236}">
                  <a16:creationId xmlns:a16="http://schemas.microsoft.com/office/drawing/2014/main" id="{17E04A45-B11E-7952-A452-9B1B6D9A3E87}"/>
                </a:ext>
              </a:extLst>
            </p:cNvPr>
            <p:cNvGrpSpPr/>
            <p:nvPr/>
          </p:nvGrpSpPr>
          <p:grpSpPr>
            <a:xfrm>
              <a:off x="3959401" y="3331241"/>
              <a:ext cx="227499" cy="275642"/>
              <a:chOff x="3577629" y="1397719"/>
              <a:chExt cx="227499" cy="275642"/>
            </a:xfrm>
          </p:grpSpPr>
          <p:sp>
            <p:nvSpPr>
              <p:cNvPr id="76" name="Google Shape;2070;p42">
                <a:extLst>
                  <a:ext uri="{FF2B5EF4-FFF2-40B4-BE49-F238E27FC236}">
                    <a16:creationId xmlns:a16="http://schemas.microsoft.com/office/drawing/2014/main" id="{5CA230F2-B64A-0D64-2C12-B3A4CCAD7BF2}"/>
                  </a:ext>
                </a:extLst>
              </p:cNvPr>
              <p:cNvSpPr/>
              <p:nvPr/>
            </p:nvSpPr>
            <p:spPr>
              <a:xfrm>
                <a:off x="3577629" y="1428269"/>
                <a:ext cx="227499" cy="216035"/>
              </a:xfrm>
              <a:custGeom>
                <a:avLst/>
                <a:gdLst/>
                <a:ahLst/>
                <a:cxnLst/>
                <a:rect l="l" t="t" r="r" b="b"/>
                <a:pathLst>
                  <a:path w="7448" h="7093" extrusionOk="0">
                    <a:moveTo>
                      <a:pt x="4524" y="1"/>
                    </a:moveTo>
                    <a:cubicBezTo>
                      <a:pt x="3835" y="1"/>
                      <a:pt x="3076" y="234"/>
                      <a:pt x="2308" y="746"/>
                    </a:cubicBezTo>
                    <a:cubicBezTo>
                      <a:pt x="0" y="2249"/>
                      <a:pt x="699" y="6445"/>
                      <a:pt x="3322" y="7005"/>
                    </a:cubicBezTo>
                    <a:cubicBezTo>
                      <a:pt x="3643" y="7063"/>
                      <a:pt x="3950" y="7092"/>
                      <a:pt x="4240" y="7092"/>
                    </a:cubicBezTo>
                    <a:cubicBezTo>
                      <a:pt x="6195" y="7092"/>
                      <a:pt x="7418" y="5782"/>
                      <a:pt x="7448" y="3438"/>
                    </a:cubicBezTo>
                    <a:cubicBezTo>
                      <a:pt x="7448" y="1361"/>
                      <a:pt x="6189" y="1"/>
                      <a:pt x="4524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7" name="Google Shape;2071;p42">
                <a:extLst>
                  <a:ext uri="{FF2B5EF4-FFF2-40B4-BE49-F238E27FC236}">
                    <a16:creationId xmlns:a16="http://schemas.microsoft.com/office/drawing/2014/main" id="{19A0201E-2330-3062-2126-E30C1B1CF54E}"/>
                  </a:ext>
                </a:extLst>
              </p:cNvPr>
              <p:cNvSpPr/>
              <p:nvPr/>
            </p:nvSpPr>
            <p:spPr>
              <a:xfrm>
                <a:off x="3577782" y="1458057"/>
                <a:ext cx="227194" cy="215304"/>
              </a:xfrm>
              <a:custGeom>
                <a:avLst/>
                <a:gdLst/>
                <a:ahLst/>
                <a:cxnLst/>
                <a:rect l="l" t="t" r="r" b="b"/>
                <a:pathLst>
                  <a:path w="7438" h="7069" extrusionOk="0">
                    <a:moveTo>
                      <a:pt x="4515" y="1"/>
                    </a:moveTo>
                    <a:cubicBezTo>
                      <a:pt x="3820" y="1"/>
                      <a:pt x="3052" y="234"/>
                      <a:pt x="2273" y="747"/>
                    </a:cubicBezTo>
                    <a:cubicBezTo>
                      <a:pt x="0" y="2250"/>
                      <a:pt x="664" y="6446"/>
                      <a:pt x="3322" y="6971"/>
                    </a:cubicBezTo>
                    <a:cubicBezTo>
                      <a:pt x="3651" y="7037"/>
                      <a:pt x="3966" y="7069"/>
                      <a:pt x="4265" y="7069"/>
                    </a:cubicBezTo>
                    <a:cubicBezTo>
                      <a:pt x="6182" y="7069"/>
                      <a:pt x="7413" y="5734"/>
                      <a:pt x="7413" y="3404"/>
                    </a:cubicBezTo>
                    <a:cubicBezTo>
                      <a:pt x="7438" y="1353"/>
                      <a:pt x="6188" y="1"/>
                      <a:pt x="4515" y="1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8" name="Google Shape;2072;p42">
                <a:extLst>
                  <a:ext uri="{FF2B5EF4-FFF2-40B4-BE49-F238E27FC236}">
                    <a16:creationId xmlns:a16="http://schemas.microsoft.com/office/drawing/2014/main" id="{FCFA30A0-36A7-599C-A4B0-505E4AFB181E}"/>
                  </a:ext>
                </a:extLst>
              </p:cNvPr>
              <p:cNvSpPr/>
              <p:nvPr/>
            </p:nvSpPr>
            <p:spPr>
              <a:xfrm>
                <a:off x="3577629" y="1397719"/>
                <a:ext cx="227499" cy="257762"/>
              </a:xfrm>
              <a:custGeom>
                <a:avLst/>
                <a:gdLst/>
                <a:ahLst/>
                <a:cxnLst/>
                <a:rect l="l" t="t" r="r" b="b"/>
                <a:pathLst>
                  <a:path w="7448" h="8463" fill="none" extrusionOk="0">
                    <a:moveTo>
                      <a:pt x="2308" y="1749"/>
                    </a:moveTo>
                    <a:cubicBezTo>
                      <a:pt x="0" y="3252"/>
                      <a:pt x="699" y="7448"/>
                      <a:pt x="3322" y="8008"/>
                    </a:cubicBezTo>
                    <a:cubicBezTo>
                      <a:pt x="5805" y="8462"/>
                      <a:pt x="7413" y="7133"/>
                      <a:pt x="7448" y="4441"/>
                    </a:cubicBezTo>
                    <a:cubicBezTo>
                      <a:pt x="7448" y="1504"/>
                      <a:pt x="4930" y="0"/>
                      <a:pt x="2308" y="1749"/>
                    </a:cubicBezTo>
                    <a:close/>
                  </a:path>
                </a:pathLst>
              </a:custGeom>
              <a:noFill/>
              <a:ln w="21850" cap="rnd" cmpd="sng">
                <a:solidFill>
                  <a:srgbClr val="0206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101" name="Google Shape;2073;p42">
            <a:extLst>
              <a:ext uri="{FF2B5EF4-FFF2-40B4-BE49-F238E27FC236}">
                <a16:creationId xmlns:a16="http://schemas.microsoft.com/office/drawing/2014/main" id="{4EE508B1-058D-1847-CBA3-73215DD037DC}"/>
              </a:ext>
            </a:extLst>
          </p:cNvPr>
          <p:cNvGrpSpPr/>
          <p:nvPr/>
        </p:nvGrpSpPr>
        <p:grpSpPr>
          <a:xfrm>
            <a:off x="1902859" y="4445352"/>
            <a:ext cx="10004841" cy="824550"/>
            <a:chOff x="457160" y="4071736"/>
            <a:chExt cx="8229686" cy="693989"/>
          </a:xfrm>
        </p:grpSpPr>
        <p:grpSp>
          <p:nvGrpSpPr>
            <p:cNvPr id="102" name="Google Shape;2074;p42">
              <a:extLst>
                <a:ext uri="{FF2B5EF4-FFF2-40B4-BE49-F238E27FC236}">
                  <a16:creationId xmlns:a16="http://schemas.microsoft.com/office/drawing/2014/main" id="{A1EC9393-07B7-E7A5-85B1-4D9E2E14A7DD}"/>
                </a:ext>
              </a:extLst>
            </p:cNvPr>
            <p:cNvGrpSpPr/>
            <p:nvPr/>
          </p:nvGrpSpPr>
          <p:grpSpPr>
            <a:xfrm>
              <a:off x="457160" y="4098067"/>
              <a:ext cx="643364" cy="641326"/>
              <a:chOff x="7253539" y="1219332"/>
              <a:chExt cx="643364" cy="641326"/>
            </a:xfrm>
          </p:grpSpPr>
          <p:sp>
            <p:nvSpPr>
              <p:cNvPr id="122" name="Google Shape;2075;p42">
                <a:extLst>
                  <a:ext uri="{FF2B5EF4-FFF2-40B4-BE49-F238E27FC236}">
                    <a16:creationId xmlns:a16="http://schemas.microsoft.com/office/drawing/2014/main" id="{FCD8E71B-F2C0-D509-0E17-C47217897248}"/>
                  </a:ext>
                </a:extLst>
              </p:cNvPr>
              <p:cNvSpPr/>
              <p:nvPr/>
            </p:nvSpPr>
            <p:spPr>
              <a:xfrm>
                <a:off x="7253539" y="1221787"/>
                <a:ext cx="615641" cy="611936"/>
              </a:xfrm>
              <a:custGeom>
                <a:avLst/>
                <a:gdLst/>
                <a:ahLst/>
                <a:cxnLst/>
                <a:rect l="l" t="t" r="r" b="b"/>
                <a:pathLst>
                  <a:path w="29513" h="29420" extrusionOk="0">
                    <a:moveTo>
                      <a:pt x="15425" y="0"/>
                    </a:moveTo>
                    <a:cubicBezTo>
                      <a:pt x="15191" y="0"/>
                      <a:pt x="14956" y="8"/>
                      <a:pt x="14722" y="23"/>
                    </a:cubicBezTo>
                    <a:cubicBezTo>
                      <a:pt x="11260" y="23"/>
                      <a:pt x="7134" y="1666"/>
                      <a:pt x="4861" y="3799"/>
                    </a:cubicBezTo>
                    <a:cubicBezTo>
                      <a:pt x="2588" y="5932"/>
                      <a:pt x="1" y="9569"/>
                      <a:pt x="71" y="13240"/>
                    </a:cubicBezTo>
                    <a:cubicBezTo>
                      <a:pt x="106" y="16912"/>
                      <a:pt x="350" y="19709"/>
                      <a:pt x="3043" y="23695"/>
                    </a:cubicBezTo>
                    <a:cubicBezTo>
                      <a:pt x="4441" y="25968"/>
                      <a:pt x="6679" y="27646"/>
                      <a:pt x="9267" y="28381"/>
                    </a:cubicBezTo>
                    <a:cubicBezTo>
                      <a:pt x="10162" y="28713"/>
                      <a:pt x="12516" y="29420"/>
                      <a:pt x="15084" y="29420"/>
                    </a:cubicBezTo>
                    <a:cubicBezTo>
                      <a:pt x="16027" y="29420"/>
                      <a:pt x="16999" y="29324"/>
                      <a:pt x="17939" y="29080"/>
                    </a:cubicBezTo>
                    <a:cubicBezTo>
                      <a:pt x="21435" y="28136"/>
                      <a:pt x="24128" y="26877"/>
                      <a:pt x="25946" y="24185"/>
                    </a:cubicBezTo>
                    <a:cubicBezTo>
                      <a:pt x="27764" y="21492"/>
                      <a:pt x="29513" y="18870"/>
                      <a:pt x="29408" y="14709"/>
                    </a:cubicBezTo>
                    <a:cubicBezTo>
                      <a:pt x="29303" y="10583"/>
                      <a:pt x="27869" y="7610"/>
                      <a:pt x="26646" y="6142"/>
                    </a:cubicBezTo>
                    <a:cubicBezTo>
                      <a:pt x="25457" y="4638"/>
                      <a:pt x="23429" y="2610"/>
                      <a:pt x="21086" y="1456"/>
                    </a:cubicBezTo>
                    <a:cubicBezTo>
                      <a:pt x="19336" y="519"/>
                      <a:pt x="17391" y="0"/>
                      <a:pt x="15425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3" name="Google Shape;2076;p42">
                <a:extLst>
                  <a:ext uri="{FF2B5EF4-FFF2-40B4-BE49-F238E27FC236}">
                    <a16:creationId xmlns:a16="http://schemas.microsoft.com/office/drawing/2014/main" id="{100EAF90-879A-BD0C-7E46-C45744742924}"/>
                  </a:ext>
                </a:extLst>
              </p:cNvPr>
              <p:cNvSpPr/>
              <p:nvPr/>
            </p:nvSpPr>
            <p:spPr>
              <a:xfrm>
                <a:off x="7280532" y="1248868"/>
                <a:ext cx="616371" cy="611790"/>
              </a:xfrm>
              <a:custGeom>
                <a:avLst/>
                <a:gdLst/>
                <a:ahLst/>
                <a:cxnLst/>
                <a:rect l="l" t="t" r="r" b="b"/>
                <a:pathLst>
                  <a:path w="29548" h="29413" extrusionOk="0">
                    <a:moveTo>
                      <a:pt x="15313" y="0"/>
                    </a:moveTo>
                    <a:cubicBezTo>
                      <a:pt x="15116" y="0"/>
                      <a:pt x="14919" y="5"/>
                      <a:pt x="14722" y="14"/>
                    </a:cubicBezTo>
                    <a:cubicBezTo>
                      <a:pt x="11260" y="14"/>
                      <a:pt x="7134" y="1693"/>
                      <a:pt x="4861" y="3791"/>
                    </a:cubicBezTo>
                    <a:cubicBezTo>
                      <a:pt x="2588" y="5924"/>
                      <a:pt x="0" y="9595"/>
                      <a:pt x="70" y="13232"/>
                    </a:cubicBezTo>
                    <a:cubicBezTo>
                      <a:pt x="140" y="16903"/>
                      <a:pt x="385" y="19701"/>
                      <a:pt x="3043" y="23687"/>
                    </a:cubicBezTo>
                    <a:cubicBezTo>
                      <a:pt x="4476" y="25960"/>
                      <a:pt x="6679" y="27638"/>
                      <a:pt x="9267" y="28407"/>
                    </a:cubicBezTo>
                    <a:cubicBezTo>
                      <a:pt x="10186" y="28714"/>
                      <a:pt x="12542" y="29412"/>
                      <a:pt x="15108" y="29412"/>
                    </a:cubicBezTo>
                    <a:cubicBezTo>
                      <a:pt x="16055" y="29412"/>
                      <a:pt x="17031" y="29317"/>
                      <a:pt x="17973" y="29072"/>
                    </a:cubicBezTo>
                    <a:cubicBezTo>
                      <a:pt x="21470" y="28128"/>
                      <a:pt x="24163" y="26869"/>
                      <a:pt x="25981" y="24176"/>
                    </a:cubicBezTo>
                    <a:cubicBezTo>
                      <a:pt x="27764" y="21484"/>
                      <a:pt x="29548" y="18861"/>
                      <a:pt x="29443" y="14700"/>
                    </a:cubicBezTo>
                    <a:cubicBezTo>
                      <a:pt x="29338" y="10574"/>
                      <a:pt x="27904" y="7602"/>
                      <a:pt x="26680" y="6134"/>
                    </a:cubicBezTo>
                    <a:cubicBezTo>
                      <a:pt x="25456" y="4665"/>
                      <a:pt x="23428" y="2602"/>
                      <a:pt x="21121" y="1483"/>
                    </a:cubicBezTo>
                    <a:cubicBezTo>
                      <a:pt x="19335" y="495"/>
                      <a:pt x="17346" y="0"/>
                      <a:pt x="15313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4" name="Google Shape;2077;p42">
                <a:extLst>
                  <a:ext uri="{FF2B5EF4-FFF2-40B4-BE49-F238E27FC236}">
                    <a16:creationId xmlns:a16="http://schemas.microsoft.com/office/drawing/2014/main" id="{0E3CD1A6-B29D-AF42-8782-5CAC093B95C4}"/>
                  </a:ext>
                </a:extLst>
              </p:cNvPr>
              <p:cNvSpPr/>
              <p:nvPr/>
            </p:nvSpPr>
            <p:spPr>
              <a:xfrm>
                <a:off x="7370981" y="1282419"/>
                <a:ext cx="449324" cy="453939"/>
              </a:xfrm>
              <a:custGeom>
                <a:avLst/>
                <a:gdLst/>
                <a:ahLst/>
                <a:cxnLst/>
                <a:rect l="l" t="t" r="r" b="b"/>
                <a:pathLst>
                  <a:path w="21540" h="21824" extrusionOk="0">
                    <a:moveTo>
                      <a:pt x="10454" y="0"/>
                    </a:moveTo>
                    <a:cubicBezTo>
                      <a:pt x="9933" y="0"/>
                      <a:pt x="9386" y="37"/>
                      <a:pt x="8812" y="115"/>
                    </a:cubicBezTo>
                    <a:cubicBezTo>
                      <a:pt x="3637" y="814"/>
                      <a:pt x="0" y="4486"/>
                      <a:pt x="0" y="10535"/>
                    </a:cubicBezTo>
                    <a:cubicBezTo>
                      <a:pt x="0" y="17248"/>
                      <a:pt x="5910" y="21095"/>
                      <a:pt x="9232" y="21619"/>
                    </a:cubicBezTo>
                    <a:cubicBezTo>
                      <a:pt x="9993" y="21740"/>
                      <a:pt x="10896" y="21823"/>
                      <a:pt x="11853" y="21823"/>
                    </a:cubicBezTo>
                    <a:cubicBezTo>
                      <a:pt x="15072" y="21823"/>
                      <a:pt x="18904" y="20879"/>
                      <a:pt x="20036" y="17213"/>
                    </a:cubicBezTo>
                    <a:cubicBezTo>
                      <a:pt x="21540" y="12458"/>
                      <a:pt x="21155" y="7108"/>
                      <a:pt x="18288" y="3961"/>
                    </a:cubicBezTo>
                    <a:cubicBezTo>
                      <a:pt x="16281" y="1650"/>
                      <a:pt x="13930" y="0"/>
                      <a:pt x="10454" y="0"/>
                    </a:cubicBezTo>
                    <a:close/>
                  </a:path>
                </a:pathLst>
              </a:custGeom>
              <a:solidFill>
                <a:srgbClr val="231F20">
                  <a:alpha val="182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5" name="Google Shape;2078;p42">
                <a:extLst>
                  <a:ext uri="{FF2B5EF4-FFF2-40B4-BE49-F238E27FC236}">
                    <a16:creationId xmlns:a16="http://schemas.microsoft.com/office/drawing/2014/main" id="{929733BA-ED01-2CD0-F726-F937CAF4CBE5}"/>
                  </a:ext>
                </a:extLst>
              </p:cNvPr>
              <p:cNvSpPr/>
              <p:nvPr/>
            </p:nvSpPr>
            <p:spPr>
              <a:xfrm>
                <a:off x="7397974" y="1367886"/>
                <a:ext cx="326063" cy="320403"/>
              </a:xfrm>
              <a:custGeom>
                <a:avLst/>
                <a:gdLst/>
                <a:ahLst/>
                <a:cxnLst/>
                <a:rect l="l" t="t" r="r" b="b"/>
                <a:pathLst>
                  <a:path w="15631" h="15404" extrusionOk="0">
                    <a:moveTo>
                      <a:pt x="7928" y="5407"/>
                    </a:moveTo>
                    <a:cubicBezTo>
                      <a:pt x="7977" y="5407"/>
                      <a:pt x="8027" y="5409"/>
                      <a:pt x="8078" y="5412"/>
                    </a:cubicBezTo>
                    <a:cubicBezTo>
                      <a:pt x="8637" y="5447"/>
                      <a:pt x="9161" y="5726"/>
                      <a:pt x="9546" y="6146"/>
                    </a:cubicBezTo>
                    <a:cubicBezTo>
                      <a:pt x="9896" y="6566"/>
                      <a:pt x="10106" y="7125"/>
                      <a:pt x="10141" y="7685"/>
                    </a:cubicBezTo>
                    <a:cubicBezTo>
                      <a:pt x="10141" y="8034"/>
                      <a:pt x="10071" y="8384"/>
                      <a:pt x="9896" y="8664"/>
                    </a:cubicBezTo>
                    <a:cubicBezTo>
                      <a:pt x="9721" y="9013"/>
                      <a:pt x="9476" y="9293"/>
                      <a:pt x="9161" y="9538"/>
                    </a:cubicBezTo>
                    <a:cubicBezTo>
                      <a:pt x="8777" y="9818"/>
                      <a:pt x="8322" y="9992"/>
                      <a:pt x="7833" y="9992"/>
                    </a:cubicBezTo>
                    <a:cubicBezTo>
                      <a:pt x="7273" y="9957"/>
                      <a:pt x="6784" y="9783"/>
                      <a:pt x="6364" y="9433"/>
                    </a:cubicBezTo>
                    <a:cubicBezTo>
                      <a:pt x="5979" y="9118"/>
                      <a:pt x="5700" y="8664"/>
                      <a:pt x="5595" y="8174"/>
                    </a:cubicBezTo>
                    <a:cubicBezTo>
                      <a:pt x="5525" y="7720"/>
                      <a:pt x="5560" y="7265"/>
                      <a:pt x="5700" y="6845"/>
                    </a:cubicBezTo>
                    <a:cubicBezTo>
                      <a:pt x="5840" y="6426"/>
                      <a:pt x="6084" y="6076"/>
                      <a:pt x="6434" y="5866"/>
                    </a:cubicBezTo>
                    <a:cubicBezTo>
                      <a:pt x="6882" y="5578"/>
                      <a:pt x="7389" y="5407"/>
                      <a:pt x="7928" y="5407"/>
                    </a:cubicBezTo>
                    <a:close/>
                    <a:moveTo>
                      <a:pt x="8054" y="1"/>
                    </a:moveTo>
                    <a:cubicBezTo>
                      <a:pt x="7935" y="1"/>
                      <a:pt x="7815" y="9"/>
                      <a:pt x="7693" y="27"/>
                    </a:cubicBezTo>
                    <a:cubicBezTo>
                      <a:pt x="7552" y="40"/>
                      <a:pt x="7422" y="43"/>
                      <a:pt x="7303" y="43"/>
                    </a:cubicBezTo>
                    <a:cubicBezTo>
                      <a:pt x="7198" y="43"/>
                      <a:pt x="7102" y="41"/>
                      <a:pt x="7016" y="41"/>
                    </a:cubicBezTo>
                    <a:cubicBezTo>
                      <a:pt x="6690" y="41"/>
                      <a:pt x="6504" y="76"/>
                      <a:pt x="6504" y="412"/>
                    </a:cubicBezTo>
                    <a:cubicBezTo>
                      <a:pt x="6504" y="831"/>
                      <a:pt x="6574" y="1740"/>
                      <a:pt x="6609" y="2545"/>
                    </a:cubicBezTo>
                    <a:cubicBezTo>
                      <a:pt x="6014" y="2649"/>
                      <a:pt x="5455" y="2894"/>
                      <a:pt x="4930" y="3209"/>
                    </a:cubicBezTo>
                    <a:cubicBezTo>
                      <a:pt x="4356" y="2466"/>
                      <a:pt x="3652" y="1527"/>
                      <a:pt x="3447" y="1527"/>
                    </a:cubicBezTo>
                    <a:cubicBezTo>
                      <a:pt x="3439" y="1527"/>
                      <a:pt x="3433" y="1528"/>
                      <a:pt x="3427" y="1530"/>
                    </a:cubicBezTo>
                    <a:cubicBezTo>
                      <a:pt x="2972" y="1705"/>
                      <a:pt x="2588" y="1985"/>
                      <a:pt x="2308" y="2370"/>
                    </a:cubicBezTo>
                    <a:cubicBezTo>
                      <a:pt x="1853" y="2929"/>
                      <a:pt x="1364" y="3104"/>
                      <a:pt x="1748" y="3489"/>
                    </a:cubicBezTo>
                    <a:cubicBezTo>
                      <a:pt x="2098" y="3838"/>
                      <a:pt x="2658" y="4328"/>
                      <a:pt x="3252" y="4817"/>
                    </a:cubicBezTo>
                    <a:cubicBezTo>
                      <a:pt x="3077" y="5097"/>
                      <a:pt x="2937" y="5412"/>
                      <a:pt x="2867" y="5692"/>
                    </a:cubicBezTo>
                    <a:cubicBezTo>
                      <a:pt x="2763" y="5971"/>
                      <a:pt x="2693" y="6286"/>
                      <a:pt x="2623" y="6566"/>
                    </a:cubicBezTo>
                    <a:cubicBezTo>
                      <a:pt x="1913" y="6490"/>
                      <a:pt x="1076" y="6359"/>
                      <a:pt x="641" y="6359"/>
                    </a:cubicBezTo>
                    <a:cubicBezTo>
                      <a:pt x="476" y="6359"/>
                      <a:pt x="369" y="6378"/>
                      <a:pt x="350" y="6426"/>
                    </a:cubicBezTo>
                    <a:cubicBezTo>
                      <a:pt x="140" y="6880"/>
                      <a:pt x="105" y="7335"/>
                      <a:pt x="175" y="7790"/>
                    </a:cubicBezTo>
                    <a:cubicBezTo>
                      <a:pt x="245" y="8559"/>
                      <a:pt x="0" y="9013"/>
                      <a:pt x="525" y="9013"/>
                    </a:cubicBezTo>
                    <a:cubicBezTo>
                      <a:pt x="979" y="9013"/>
                      <a:pt x="1853" y="8943"/>
                      <a:pt x="2623" y="8908"/>
                    </a:cubicBezTo>
                    <a:cubicBezTo>
                      <a:pt x="2763" y="9503"/>
                      <a:pt x="3007" y="10097"/>
                      <a:pt x="3322" y="10657"/>
                    </a:cubicBezTo>
                    <a:cubicBezTo>
                      <a:pt x="2553" y="11251"/>
                      <a:pt x="1574" y="11916"/>
                      <a:pt x="1644" y="12125"/>
                    </a:cubicBezTo>
                    <a:cubicBezTo>
                      <a:pt x="1818" y="12545"/>
                      <a:pt x="2098" y="12930"/>
                      <a:pt x="2483" y="13209"/>
                    </a:cubicBezTo>
                    <a:cubicBezTo>
                      <a:pt x="2936" y="13556"/>
                      <a:pt x="3145" y="13923"/>
                      <a:pt x="3374" y="13923"/>
                    </a:cubicBezTo>
                    <a:cubicBezTo>
                      <a:pt x="3445" y="13923"/>
                      <a:pt x="3519" y="13887"/>
                      <a:pt x="3602" y="13804"/>
                    </a:cubicBezTo>
                    <a:cubicBezTo>
                      <a:pt x="3986" y="13419"/>
                      <a:pt x="4511" y="12790"/>
                      <a:pt x="5035" y="12195"/>
                    </a:cubicBezTo>
                    <a:cubicBezTo>
                      <a:pt x="5560" y="12545"/>
                      <a:pt x="6119" y="12790"/>
                      <a:pt x="6714" y="12930"/>
                    </a:cubicBezTo>
                    <a:cubicBezTo>
                      <a:pt x="6574" y="13909"/>
                      <a:pt x="6399" y="15133"/>
                      <a:pt x="6574" y="15168"/>
                    </a:cubicBezTo>
                    <a:cubicBezTo>
                      <a:pt x="6889" y="15325"/>
                      <a:pt x="7243" y="15404"/>
                      <a:pt x="7592" y="15404"/>
                    </a:cubicBezTo>
                    <a:cubicBezTo>
                      <a:pt x="7708" y="15404"/>
                      <a:pt x="7824" y="15395"/>
                      <a:pt x="7938" y="15377"/>
                    </a:cubicBezTo>
                    <a:cubicBezTo>
                      <a:pt x="8078" y="15364"/>
                      <a:pt x="8210" y="15361"/>
                      <a:pt x="8331" y="15361"/>
                    </a:cubicBezTo>
                    <a:cubicBezTo>
                      <a:pt x="8437" y="15361"/>
                      <a:pt x="8536" y="15363"/>
                      <a:pt x="8625" y="15363"/>
                    </a:cubicBezTo>
                    <a:cubicBezTo>
                      <a:pt x="8961" y="15363"/>
                      <a:pt x="9161" y="15328"/>
                      <a:pt x="9161" y="14993"/>
                    </a:cubicBezTo>
                    <a:cubicBezTo>
                      <a:pt x="9161" y="14573"/>
                      <a:pt x="9092" y="13699"/>
                      <a:pt x="9022" y="12895"/>
                    </a:cubicBezTo>
                    <a:cubicBezTo>
                      <a:pt x="9651" y="12755"/>
                      <a:pt x="10210" y="12510"/>
                      <a:pt x="10735" y="12160"/>
                    </a:cubicBezTo>
                    <a:cubicBezTo>
                      <a:pt x="11319" y="12950"/>
                      <a:pt x="12037" y="13875"/>
                      <a:pt x="12229" y="13875"/>
                    </a:cubicBezTo>
                    <a:cubicBezTo>
                      <a:pt x="12232" y="13875"/>
                      <a:pt x="12235" y="13874"/>
                      <a:pt x="12239" y="13874"/>
                    </a:cubicBezTo>
                    <a:cubicBezTo>
                      <a:pt x="12658" y="13699"/>
                      <a:pt x="13043" y="13384"/>
                      <a:pt x="13323" y="13035"/>
                    </a:cubicBezTo>
                    <a:cubicBezTo>
                      <a:pt x="13812" y="12440"/>
                      <a:pt x="14302" y="12265"/>
                      <a:pt x="13917" y="11916"/>
                    </a:cubicBezTo>
                    <a:cubicBezTo>
                      <a:pt x="13532" y="11531"/>
                      <a:pt x="12938" y="11041"/>
                      <a:pt x="12343" y="10482"/>
                    </a:cubicBezTo>
                    <a:cubicBezTo>
                      <a:pt x="12448" y="10342"/>
                      <a:pt x="12553" y="10167"/>
                      <a:pt x="12623" y="9992"/>
                    </a:cubicBezTo>
                    <a:cubicBezTo>
                      <a:pt x="12833" y="9608"/>
                      <a:pt x="12973" y="9223"/>
                      <a:pt x="13078" y="8804"/>
                    </a:cubicBezTo>
                    <a:cubicBezTo>
                      <a:pt x="13764" y="8902"/>
                      <a:pt x="14536" y="9017"/>
                      <a:pt x="14972" y="9017"/>
                    </a:cubicBezTo>
                    <a:cubicBezTo>
                      <a:pt x="15159" y="9017"/>
                      <a:pt x="15284" y="8996"/>
                      <a:pt x="15316" y="8943"/>
                    </a:cubicBezTo>
                    <a:cubicBezTo>
                      <a:pt x="15491" y="8489"/>
                      <a:pt x="15560" y="8034"/>
                      <a:pt x="15491" y="7580"/>
                    </a:cubicBezTo>
                    <a:cubicBezTo>
                      <a:pt x="15421" y="6845"/>
                      <a:pt x="15630" y="6356"/>
                      <a:pt x="15106" y="6356"/>
                    </a:cubicBezTo>
                    <a:cubicBezTo>
                      <a:pt x="14686" y="6356"/>
                      <a:pt x="13812" y="6426"/>
                      <a:pt x="13008" y="6461"/>
                    </a:cubicBezTo>
                    <a:cubicBezTo>
                      <a:pt x="12868" y="5866"/>
                      <a:pt x="12623" y="5307"/>
                      <a:pt x="12309" y="4782"/>
                    </a:cubicBezTo>
                    <a:cubicBezTo>
                      <a:pt x="13078" y="4188"/>
                      <a:pt x="14057" y="3489"/>
                      <a:pt x="13987" y="3279"/>
                    </a:cubicBezTo>
                    <a:cubicBezTo>
                      <a:pt x="13847" y="2859"/>
                      <a:pt x="13532" y="2475"/>
                      <a:pt x="13148" y="2195"/>
                    </a:cubicBezTo>
                    <a:cubicBezTo>
                      <a:pt x="12729" y="1829"/>
                      <a:pt x="12526" y="1462"/>
                      <a:pt x="12303" y="1462"/>
                    </a:cubicBezTo>
                    <a:cubicBezTo>
                      <a:pt x="12229" y="1462"/>
                      <a:pt x="12152" y="1504"/>
                      <a:pt x="12064" y="1600"/>
                    </a:cubicBezTo>
                    <a:cubicBezTo>
                      <a:pt x="11679" y="1950"/>
                      <a:pt x="11190" y="2545"/>
                      <a:pt x="10665" y="3139"/>
                    </a:cubicBezTo>
                    <a:cubicBezTo>
                      <a:pt x="10141" y="2789"/>
                      <a:pt x="9581" y="2545"/>
                      <a:pt x="8952" y="2405"/>
                    </a:cubicBezTo>
                    <a:cubicBezTo>
                      <a:pt x="9092" y="1461"/>
                      <a:pt x="9266" y="307"/>
                      <a:pt x="9092" y="237"/>
                    </a:cubicBezTo>
                    <a:cubicBezTo>
                      <a:pt x="8751" y="79"/>
                      <a:pt x="8410" y="1"/>
                      <a:pt x="8054" y="1"/>
                    </a:cubicBezTo>
                    <a:close/>
                  </a:path>
                </a:pathLst>
              </a:custGeom>
              <a:solidFill>
                <a:schemeClr val="accent6">
                  <a:lumMod val="60000"/>
                  <a:lumOff val="4000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6" name="Google Shape;2079;p42">
                <a:extLst>
                  <a:ext uri="{FF2B5EF4-FFF2-40B4-BE49-F238E27FC236}">
                    <a16:creationId xmlns:a16="http://schemas.microsoft.com/office/drawing/2014/main" id="{D1EADD1B-C17E-EF81-6CA5-4E4BEF1A7086}"/>
                  </a:ext>
                </a:extLst>
              </p:cNvPr>
              <p:cNvSpPr/>
              <p:nvPr/>
            </p:nvSpPr>
            <p:spPr>
              <a:xfrm>
                <a:off x="7397974" y="1365535"/>
                <a:ext cx="326063" cy="325125"/>
              </a:xfrm>
              <a:custGeom>
                <a:avLst/>
                <a:gdLst/>
                <a:ahLst/>
                <a:cxnLst/>
                <a:rect l="l" t="t" r="r" b="b"/>
                <a:pathLst>
                  <a:path w="15631" h="15631" fill="none" extrusionOk="0">
                    <a:moveTo>
                      <a:pt x="15491" y="7693"/>
                    </a:moveTo>
                    <a:cubicBezTo>
                      <a:pt x="15421" y="6958"/>
                      <a:pt x="15630" y="6469"/>
                      <a:pt x="15141" y="6469"/>
                    </a:cubicBezTo>
                    <a:cubicBezTo>
                      <a:pt x="14686" y="6469"/>
                      <a:pt x="13812" y="6539"/>
                      <a:pt x="13008" y="6609"/>
                    </a:cubicBezTo>
                    <a:cubicBezTo>
                      <a:pt x="12868" y="5979"/>
                      <a:pt x="12623" y="5420"/>
                      <a:pt x="12309" y="4895"/>
                    </a:cubicBezTo>
                    <a:cubicBezTo>
                      <a:pt x="13078" y="4301"/>
                      <a:pt x="14057" y="3602"/>
                      <a:pt x="13987" y="3392"/>
                    </a:cubicBezTo>
                    <a:cubicBezTo>
                      <a:pt x="13847" y="2972"/>
                      <a:pt x="13532" y="2588"/>
                      <a:pt x="13183" y="2308"/>
                    </a:cubicBezTo>
                    <a:cubicBezTo>
                      <a:pt x="12588" y="1818"/>
                      <a:pt x="12413" y="1329"/>
                      <a:pt x="12064" y="1713"/>
                    </a:cubicBezTo>
                    <a:cubicBezTo>
                      <a:pt x="11679" y="2098"/>
                      <a:pt x="11190" y="2658"/>
                      <a:pt x="10665" y="3252"/>
                    </a:cubicBezTo>
                    <a:cubicBezTo>
                      <a:pt x="10141" y="2902"/>
                      <a:pt x="9581" y="2658"/>
                      <a:pt x="8952" y="2518"/>
                    </a:cubicBezTo>
                    <a:cubicBezTo>
                      <a:pt x="9092" y="1574"/>
                      <a:pt x="9266" y="420"/>
                      <a:pt x="9092" y="350"/>
                    </a:cubicBezTo>
                    <a:cubicBezTo>
                      <a:pt x="8637" y="140"/>
                      <a:pt x="8182" y="70"/>
                      <a:pt x="7693" y="140"/>
                    </a:cubicBezTo>
                    <a:cubicBezTo>
                      <a:pt x="6959" y="210"/>
                      <a:pt x="6504" y="0"/>
                      <a:pt x="6504" y="525"/>
                    </a:cubicBezTo>
                    <a:cubicBezTo>
                      <a:pt x="6504" y="944"/>
                      <a:pt x="6574" y="1853"/>
                      <a:pt x="6609" y="2658"/>
                    </a:cubicBezTo>
                    <a:cubicBezTo>
                      <a:pt x="6014" y="2797"/>
                      <a:pt x="5455" y="3007"/>
                      <a:pt x="4930" y="3357"/>
                    </a:cubicBezTo>
                    <a:cubicBezTo>
                      <a:pt x="4336" y="2553"/>
                      <a:pt x="3602" y="1574"/>
                      <a:pt x="3427" y="1643"/>
                    </a:cubicBezTo>
                    <a:cubicBezTo>
                      <a:pt x="2972" y="1818"/>
                      <a:pt x="2588" y="2098"/>
                      <a:pt x="2343" y="2483"/>
                    </a:cubicBezTo>
                    <a:cubicBezTo>
                      <a:pt x="1853" y="3042"/>
                      <a:pt x="1364" y="3217"/>
                      <a:pt x="1748" y="3602"/>
                    </a:cubicBezTo>
                    <a:cubicBezTo>
                      <a:pt x="2098" y="3951"/>
                      <a:pt x="2658" y="4441"/>
                      <a:pt x="3252" y="4930"/>
                    </a:cubicBezTo>
                    <a:cubicBezTo>
                      <a:pt x="3077" y="5210"/>
                      <a:pt x="2937" y="5525"/>
                      <a:pt x="2867" y="5805"/>
                    </a:cubicBezTo>
                    <a:cubicBezTo>
                      <a:pt x="2763" y="6084"/>
                      <a:pt x="2693" y="6399"/>
                      <a:pt x="2623" y="6679"/>
                    </a:cubicBezTo>
                    <a:cubicBezTo>
                      <a:pt x="1644" y="6574"/>
                      <a:pt x="420" y="6364"/>
                      <a:pt x="350" y="6539"/>
                    </a:cubicBezTo>
                    <a:cubicBezTo>
                      <a:pt x="140" y="6993"/>
                      <a:pt x="105" y="7448"/>
                      <a:pt x="175" y="7903"/>
                    </a:cubicBezTo>
                    <a:cubicBezTo>
                      <a:pt x="245" y="8672"/>
                      <a:pt x="0" y="9126"/>
                      <a:pt x="525" y="9126"/>
                    </a:cubicBezTo>
                    <a:cubicBezTo>
                      <a:pt x="979" y="9126"/>
                      <a:pt x="1853" y="9056"/>
                      <a:pt x="2623" y="9021"/>
                    </a:cubicBezTo>
                    <a:cubicBezTo>
                      <a:pt x="2763" y="9616"/>
                      <a:pt x="3007" y="10210"/>
                      <a:pt x="3322" y="10735"/>
                    </a:cubicBezTo>
                    <a:cubicBezTo>
                      <a:pt x="2553" y="11329"/>
                      <a:pt x="1574" y="12029"/>
                      <a:pt x="1644" y="12203"/>
                    </a:cubicBezTo>
                    <a:cubicBezTo>
                      <a:pt x="1818" y="12658"/>
                      <a:pt x="2098" y="13043"/>
                      <a:pt x="2483" y="13287"/>
                    </a:cubicBezTo>
                    <a:cubicBezTo>
                      <a:pt x="3077" y="13777"/>
                      <a:pt x="3252" y="14266"/>
                      <a:pt x="3602" y="13882"/>
                    </a:cubicBezTo>
                    <a:cubicBezTo>
                      <a:pt x="3951" y="13532"/>
                      <a:pt x="4511" y="12903"/>
                      <a:pt x="5035" y="12308"/>
                    </a:cubicBezTo>
                    <a:cubicBezTo>
                      <a:pt x="5560" y="12623"/>
                      <a:pt x="6119" y="12868"/>
                      <a:pt x="6714" y="13043"/>
                    </a:cubicBezTo>
                    <a:cubicBezTo>
                      <a:pt x="6574" y="13987"/>
                      <a:pt x="6399" y="15211"/>
                      <a:pt x="6574" y="15281"/>
                    </a:cubicBezTo>
                    <a:cubicBezTo>
                      <a:pt x="6994" y="15455"/>
                      <a:pt x="7483" y="15525"/>
                      <a:pt x="7938" y="15455"/>
                    </a:cubicBezTo>
                    <a:cubicBezTo>
                      <a:pt x="8672" y="15385"/>
                      <a:pt x="9161" y="15630"/>
                      <a:pt x="9161" y="15106"/>
                    </a:cubicBezTo>
                    <a:cubicBezTo>
                      <a:pt x="9161" y="14651"/>
                      <a:pt x="9092" y="13777"/>
                      <a:pt x="9022" y="12973"/>
                    </a:cubicBezTo>
                    <a:cubicBezTo>
                      <a:pt x="9651" y="12868"/>
                      <a:pt x="10210" y="12623"/>
                      <a:pt x="10735" y="12273"/>
                    </a:cubicBezTo>
                    <a:cubicBezTo>
                      <a:pt x="11329" y="13078"/>
                      <a:pt x="12064" y="14022"/>
                      <a:pt x="12239" y="13987"/>
                    </a:cubicBezTo>
                    <a:cubicBezTo>
                      <a:pt x="12693" y="13812"/>
                      <a:pt x="13078" y="13532"/>
                      <a:pt x="13358" y="13148"/>
                    </a:cubicBezTo>
                    <a:cubicBezTo>
                      <a:pt x="13812" y="12553"/>
                      <a:pt x="14302" y="12378"/>
                      <a:pt x="13952" y="12029"/>
                    </a:cubicBezTo>
                    <a:cubicBezTo>
                      <a:pt x="13567" y="11644"/>
                      <a:pt x="12973" y="11154"/>
                      <a:pt x="12378" y="10630"/>
                    </a:cubicBezTo>
                    <a:cubicBezTo>
                      <a:pt x="12483" y="10455"/>
                      <a:pt x="12588" y="10280"/>
                      <a:pt x="12658" y="10105"/>
                    </a:cubicBezTo>
                    <a:cubicBezTo>
                      <a:pt x="12868" y="9721"/>
                      <a:pt x="13008" y="9336"/>
                      <a:pt x="13113" y="8917"/>
                    </a:cubicBezTo>
                    <a:cubicBezTo>
                      <a:pt x="14092" y="9056"/>
                      <a:pt x="15246" y="9231"/>
                      <a:pt x="15316" y="9056"/>
                    </a:cubicBezTo>
                    <a:cubicBezTo>
                      <a:pt x="15525" y="8602"/>
                      <a:pt x="15560" y="8147"/>
                      <a:pt x="15491" y="7693"/>
                    </a:cubicBezTo>
                    <a:close/>
                  </a:path>
                </a:pathLst>
              </a:custGeom>
              <a:noFill/>
              <a:ln w="21850" cap="rnd" cmpd="sng">
                <a:solidFill>
                  <a:srgbClr val="0206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7" name="Google Shape;2080;p42">
                <a:extLst>
                  <a:ext uri="{FF2B5EF4-FFF2-40B4-BE49-F238E27FC236}">
                    <a16:creationId xmlns:a16="http://schemas.microsoft.com/office/drawing/2014/main" id="{5690E7AC-1036-D9D2-9193-D0F11D284CB0}"/>
                  </a:ext>
                </a:extLst>
              </p:cNvPr>
              <p:cNvSpPr/>
              <p:nvPr/>
            </p:nvSpPr>
            <p:spPr>
              <a:xfrm>
                <a:off x="7513205" y="1479707"/>
                <a:ext cx="96311" cy="95306"/>
              </a:xfrm>
              <a:custGeom>
                <a:avLst/>
                <a:gdLst/>
                <a:ahLst/>
                <a:cxnLst/>
                <a:rect l="l" t="t" r="r" b="b"/>
                <a:pathLst>
                  <a:path w="4617" h="4582" fill="none" extrusionOk="0">
                    <a:moveTo>
                      <a:pt x="4582" y="2309"/>
                    </a:moveTo>
                    <a:cubicBezTo>
                      <a:pt x="4582" y="1749"/>
                      <a:pt x="4372" y="1190"/>
                      <a:pt x="3987" y="770"/>
                    </a:cubicBezTo>
                    <a:cubicBezTo>
                      <a:pt x="3637" y="350"/>
                      <a:pt x="3113" y="71"/>
                      <a:pt x="2554" y="36"/>
                    </a:cubicBezTo>
                    <a:cubicBezTo>
                      <a:pt x="1959" y="1"/>
                      <a:pt x="1400" y="176"/>
                      <a:pt x="910" y="490"/>
                    </a:cubicBezTo>
                    <a:cubicBezTo>
                      <a:pt x="560" y="700"/>
                      <a:pt x="281" y="1050"/>
                      <a:pt x="176" y="1469"/>
                    </a:cubicBezTo>
                    <a:cubicBezTo>
                      <a:pt x="36" y="1889"/>
                      <a:pt x="1" y="2344"/>
                      <a:pt x="71" y="2798"/>
                    </a:cubicBezTo>
                    <a:cubicBezTo>
                      <a:pt x="176" y="3323"/>
                      <a:pt x="421" y="3742"/>
                      <a:pt x="840" y="4057"/>
                    </a:cubicBezTo>
                    <a:cubicBezTo>
                      <a:pt x="1260" y="4407"/>
                      <a:pt x="1784" y="4581"/>
                      <a:pt x="2309" y="4581"/>
                    </a:cubicBezTo>
                    <a:cubicBezTo>
                      <a:pt x="2798" y="4581"/>
                      <a:pt x="3253" y="4442"/>
                      <a:pt x="3637" y="4162"/>
                    </a:cubicBezTo>
                    <a:cubicBezTo>
                      <a:pt x="3917" y="3917"/>
                      <a:pt x="4162" y="3602"/>
                      <a:pt x="4337" y="3288"/>
                    </a:cubicBezTo>
                    <a:cubicBezTo>
                      <a:pt x="4512" y="2973"/>
                      <a:pt x="4617" y="2658"/>
                      <a:pt x="4582" y="2309"/>
                    </a:cubicBezTo>
                    <a:close/>
                  </a:path>
                </a:pathLst>
              </a:custGeom>
              <a:noFill/>
              <a:ln w="21850" cap="rnd" cmpd="sng">
                <a:solidFill>
                  <a:srgbClr val="0206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8" name="Google Shape;2081;p42">
                <a:extLst>
                  <a:ext uri="{FF2B5EF4-FFF2-40B4-BE49-F238E27FC236}">
                    <a16:creationId xmlns:a16="http://schemas.microsoft.com/office/drawing/2014/main" id="{FE31A4F5-CF6F-36B8-34FB-964496B3862F}"/>
                  </a:ext>
                </a:extLst>
              </p:cNvPr>
              <p:cNvSpPr/>
              <p:nvPr/>
            </p:nvSpPr>
            <p:spPr>
              <a:xfrm>
                <a:off x="7253539" y="1219332"/>
                <a:ext cx="615641" cy="626246"/>
              </a:xfrm>
              <a:custGeom>
                <a:avLst/>
                <a:gdLst/>
                <a:ahLst/>
                <a:cxnLst/>
                <a:rect l="l" t="t" r="r" b="b"/>
                <a:pathLst>
                  <a:path w="29513" h="30108" fill="none" extrusionOk="0">
                    <a:moveTo>
                      <a:pt x="14722" y="141"/>
                    </a:moveTo>
                    <a:cubicBezTo>
                      <a:pt x="11260" y="141"/>
                      <a:pt x="7134" y="1784"/>
                      <a:pt x="4861" y="3917"/>
                    </a:cubicBezTo>
                    <a:cubicBezTo>
                      <a:pt x="2588" y="6050"/>
                      <a:pt x="1" y="9687"/>
                      <a:pt x="71" y="13358"/>
                    </a:cubicBezTo>
                    <a:cubicBezTo>
                      <a:pt x="106" y="17030"/>
                      <a:pt x="350" y="19827"/>
                      <a:pt x="3043" y="23813"/>
                    </a:cubicBezTo>
                    <a:cubicBezTo>
                      <a:pt x="4441" y="26086"/>
                      <a:pt x="6679" y="27764"/>
                      <a:pt x="9267" y="28499"/>
                    </a:cubicBezTo>
                    <a:cubicBezTo>
                      <a:pt x="10491" y="28953"/>
                      <a:pt x="14442" y="30107"/>
                      <a:pt x="17939" y="29198"/>
                    </a:cubicBezTo>
                    <a:cubicBezTo>
                      <a:pt x="21435" y="28254"/>
                      <a:pt x="24128" y="26995"/>
                      <a:pt x="25946" y="24303"/>
                    </a:cubicBezTo>
                    <a:cubicBezTo>
                      <a:pt x="27764" y="21610"/>
                      <a:pt x="29513" y="18988"/>
                      <a:pt x="29408" y="14827"/>
                    </a:cubicBezTo>
                    <a:cubicBezTo>
                      <a:pt x="29303" y="10701"/>
                      <a:pt x="27869" y="7728"/>
                      <a:pt x="26646" y="6260"/>
                    </a:cubicBezTo>
                    <a:cubicBezTo>
                      <a:pt x="25457" y="4756"/>
                      <a:pt x="23429" y="2728"/>
                      <a:pt x="21086" y="1574"/>
                    </a:cubicBezTo>
                    <a:cubicBezTo>
                      <a:pt x="19128" y="525"/>
                      <a:pt x="16925" y="1"/>
                      <a:pt x="14722" y="141"/>
                    </a:cubicBezTo>
                    <a:close/>
                  </a:path>
                </a:pathLst>
              </a:custGeom>
              <a:noFill/>
              <a:ln w="21850" cap="rnd" cmpd="sng">
                <a:solidFill>
                  <a:srgbClr val="0206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03" name="Google Shape;2082;p42">
              <a:extLst>
                <a:ext uri="{FF2B5EF4-FFF2-40B4-BE49-F238E27FC236}">
                  <a16:creationId xmlns:a16="http://schemas.microsoft.com/office/drawing/2014/main" id="{C4042DBC-CF29-8646-4C5B-21463E35AE36}"/>
                </a:ext>
              </a:extLst>
            </p:cNvPr>
            <p:cNvGrpSpPr/>
            <p:nvPr/>
          </p:nvGrpSpPr>
          <p:grpSpPr>
            <a:xfrm>
              <a:off x="1794368" y="4200372"/>
              <a:ext cx="1471183" cy="436717"/>
              <a:chOff x="1603493" y="1317171"/>
              <a:chExt cx="1471183" cy="436717"/>
            </a:xfrm>
          </p:grpSpPr>
          <p:grpSp>
            <p:nvGrpSpPr>
              <p:cNvPr id="117" name="Google Shape;2083;p42">
                <a:extLst>
                  <a:ext uri="{FF2B5EF4-FFF2-40B4-BE49-F238E27FC236}">
                    <a16:creationId xmlns:a16="http://schemas.microsoft.com/office/drawing/2014/main" id="{441297CE-D101-227E-2E15-A2F4958E7A73}"/>
                  </a:ext>
                </a:extLst>
              </p:cNvPr>
              <p:cNvGrpSpPr/>
              <p:nvPr/>
            </p:nvGrpSpPr>
            <p:grpSpPr>
              <a:xfrm>
                <a:off x="1603493" y="1317171"/>
                <a:ext cx="1471183" cy="436717"/>
                <a:chOff x="457250" y="2109575"/>
                <a:chExt cx="1471183" cy="436717"/>
              </a:xfrm>
            </p:grpSpPr>
            <p:sp>
              <p:nvSpPr>
                <p:cNvPr id="119" name="Google Shape;2084;p42">
                  <a:extLst>
                    <a:ext uri="{FF2B5EF4-FFF2-40B4-BE49-F238E27FC236}">
                      <a16:creationId xmlns:a16="http://schemas.microsoft.com/office/drawing/2014/main" id="{EE5B3F83-BE9B-9D1C-1689-901A94C2647A}"/>
                    </a:ext>
                  </a:extLst>
                </p:cNvPr>
                <p:cNvSpPr/>
                <p:nvPr/>
              </p:nvSpPr>
              <p:spPr>
                <a:xfrm>
                  <a:off x="457250" y="2115753"/>
                  <a:ext cx="1438358" cy="39906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1298" h="19186" extrusionOk="0">
                      <a:moveTo>
                        <a:pt x="43282" y="0"/>
                      </a:moveTo>
                      <a:cubicBezTo>
                        <a:pt x="39300" y="0"/>
                        <a:pt x="35144" y="46"/>
                        <a:pt x="31436" y="123"/>
                      </a:cubicBezTo>
                      <a:cubicBezTo>
                        <a:pt x="29652" y="167"/>
                        <a:pt x="27584" y="182"/>
                        <a:pt x="25380" y="182"/>
                      </a:cubicBezTo>
                      <a:cubicBezTo>
                        <a:pt x="21431" y="182"/>
                        <a:pt x="17048" y="136"/>
                        <a:pt x="13099" y="136"/>
                      </a:cubicBezTo>
                      <a:cubicBezTo>
                        <a:pt x="7200" y="136"/>
                        <a:pt x="2268" y="239"/>
                        <a:pt x="1190" y="752"/>
                      </a:cubicBezTo>
                      <a:cubicBezTo>
                        <a:pt x="1" y="1312"/>
                        <a:pt x="141" y="7815"/>
                        <a:pt x="281" y="10438"/>
                      </a:cubicBezTo>
                      <a:cubicBezTo>
                        <a:pt x="315" y="11417"/>
                        <a:pt x="106" y="16103"/>
                        <a:pt x="980" y="18375"/>
                      </a:cubicBezTo>
                      <a:cubicBezTo>
                        <a:pt x="1226" y="19016"/>
                        <a:pt x="4460" y="19186"/>
                        <a:pt x="9072" y="19186"/>
                      </a:cubicBezTo>
                      <a:cubicBezTo>
                        <a:pt x="14274" y="19186"/>
                        <a:pt x="21230" y="18970"/>
                        <a:pt x="27625" y="18970"/>
                      </a:cubicBezTo>
                      <a:cubicBezTo>
                        <a:pt x="31844" y="18970"/>
                        <a:pt x="39110" y="19079"/>
                        <a:pt x="45749" y="19079"/>
                      </a:cubicBezTo>
                      <a:cubicBezTo>
                        <a:pt x="52642" y="19079"/>
                        <a:pt x="58859" y="18961"/>
                        <a:pt x="60284" y="18480"/>
                      </a:cubicBezTo>
                      <a:cubicBezTo>
                        <a:pt x="61263" y="18166"/>
                        <a:pt x="61088" y="13585"/>
                        <a:pt x="61053" y="11137"/>
                      </a:cubicBezTo>
                      <a:cubicBezTo>
                        <a:pt x="61018" y="7885"/>
                        <a:pt x="61298" y="1836"/>
                        <a:pt x="60424" y="822"/>
                      </a:cubicBezTo>
                      <a:cubicBezTo>
                        <a:pt x="59943" y="221"/>
                        <a:pt x="52032" y="0"/>
                        <a:pt x="43282" y="0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20" name="Google Shape;2085;p42">
                  <a:extLst>
                    <a:ext uri="{FF2B5EF4-FFF2-40B4-BE49-F238E27FC236}">
                      <a16:creationId xmlns:a16="http://schemas.microsoft.com/office/drawing/2014/main" id="{AC8EA81E-E745-FAE4-ABEB-D26BA7FBEEE4}"/>
                    </a:ext>
                  </a:extLst>
                </p:cNvPr>
                <p:cNvSpPr/>
                <p:nvPr/>
              </p:nvSpPr>
              <p:spPr>
                <a:xfrm>
                  <a:off x="490896" y="2143063"/>
                  <a:ext cx="1437536" cy="40322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1263" h="19386" extrusionOk="0">
                      <a:moveTo>
                        <a:pt x="43319" y="1"/>
                      </a:moveTo>
                      <a:cubicBezTo>
                        <a:pt x="39318" y="1"/>
                        <a:pt x="35137" y="51"/>
                        <a:pt x="31401" y="138"/>
                      </a:cubicBezTo>
                      <a:cubicBezTo>
                        <a:pt x="29624" y="183"/>
                        <a:pt x="27560" y="198"/>
                        <a:pt x="25361" y="198"/>
                      </a:cubicBezTo>
                      <a:cubicBezTo>
                        <a:pt x="21419" y="198"/>
                        <a:pt x="17041" y="151"/>
                        <a:pt x="13095" y="151"/>
                      </a:cubicBezTo>
                      <a:cubicBezTo>
                        <a:pt x="7200" y="151"/>
                        <a:pt x="2268" y="254"/>
                        <a:pt x="1189" y="768"/>
                      </a:cubicBezTo>
                      <a:cubicBezTo>
                        <a:pt x="0" y="1362"/>
                        <a:pt x="140" y="7901"/>
                        <a:pt x="280" y="10559"/>
                      </a:cubicBezTo>
                      <a:cubicBezTo>
                        <a:pt x="315" y="11538"/>
                        <a:pt x="105" y="16223"/>
                        <a:pt x="979" y="18531"/>
                      </a:cubicBezTo>
                      <a:cubicBezTo>
                        <a:pt x="1210" y="19207"/>
                        <a:pt x="4462" y="19385"/>
                        <a:pt x="9098" y="19385"/>
                      </a:cubicBezTo>
                      <a:cubicBezTo>
                        <a:pt x="14300" y="19385"/>
                        <a:pt x="21246" y="19160"/>
                        <a:pt x="27624" y="19160"/>
                      </a:cubicBezTo>
                      <a:cubicBezTo>
                        <a:pt x="31844" y="19160"/>
                        <a:pt x="39110" y="19270"/>
                        <a:pt x="45748" y="19270"/>
                      </a:cubicBezTo>
                      <a:cubicBezTo>
                        <a:pt x="52642" y="19270"/>
                        <a:pt x="58858" y="19152"/>
                        <a:pt x="60283" y="18671"/>
                      </a:cubicBezTo>
                      <a:cubicBezTo>
                        <a:pt x="61228" y="18356"/>
                        <a:pt x="61088" y="13741"/>
                        <a:pt x="61053" y="11258"/>
                      </a:cubicBezTo>
                      <a:cubicBezTo>
                        <a:pt x="61018" y="7971"/>
                        <a:pt x="61263" y="1852"/>
                        <a:pt x="60423" y="838"/>
                      </a:cubicBezTo>
                      <a:cubicBezTo>
                        <a:pt x="59920" y="238"/>
                        <a:pt x="52050" y="1"/>
                        <a:pt x="43319" y="1"/>
                      </a:cubicBez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21" name="Google Shape;2086;p42">
                  <a:extLst>
                    <a:ext uri="{FF2B5EF4-FFF2-40B4-BE49-F238E27FC236}">
                      <a16:creationId xmlns:a16="http://schemas.microsoft.com/office/drawing/2014/main" id="{22C10CC9-E022-7796-44BF-1C6CA95FC99D}"/>
                    </a:ext>
                  </a:extLst>
                </p:cNvPr>
                <p:cNvSpPr/>
                <p:nvPr/>
              </p:nvSpPr>
              <p:spPr>
                <a:xfrm>
                  <a:off x="457250" y="2109575"/>
                  <a:ext cx="1438358" cy="41677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1298" h="20037" fill="none" extrusionOk="0">
                      <a:moveTo>
                        <a:pt x="1190" y="1049"/>
                      </a:moveTo>
                      <a:cubicBezTo>
                        <a:pt x="1" y="1609"/>
                        <a:pt x="141" y="8112"/>
                        <a:pt x="281" y="10735"/>
                      </a:cubicBezTo>
                      <a:cubicBezTo>
                        <a:pt x="315" y="11714"/>
                        <a:pt x="106" y="16400"/>
                        <a:pt x="980" y="18672"/>
                      </a:cubicBezTo>
                      <a:cubicBezTo>
                        <a:pt x="1504" y="20036"/>
                        <a:pt x="15561" y="19267"/>
                        <a:pt x="27625" y="19267"/>
                      </a:cubicBezTo>
                      <a:cubicBezTo>
                        <a:pt x="36227" y="19267"/>
                        <a:pt x="57486" y="19721"/>
                        <a:pt x="60284" y="18777"/>
                      </a:cubicBezTo>
                      <a:cubicBezTo>
                        <a:pt x="61263" y="18463"/>
                        <a:pt x="61088" y="13882"/>
                        <a:pt x="61053" y="11434"/>
                      </a:cubicBezTo>
                      <a:cubicBezTo>
                        <a:pt x="61018" y="8182"/>
                        <a:pt x="61298" y="2133"/>
                        <a:pt x="60424" y="1119"/>
                      </a:cubicBezTo>
                      <a:cubicBezTo>
                        <a:pt x="59724" y="245"/>
                        <a:pt x="43290" y="175"/>
                        <a:pt x="31436" y="420"/>
                      </a:cubicBezTo>
                      <a:cubicBezTo>
                        <a:pt x="21680" y="664"/>
                        <a:pt x="3393" y="0"/>
                        <a:pt x="1190" y="1049"/>
                      </a:cubicBezTo>
                      <a:close/>
                    </a:path>
                  </a:pathLst>
                </a:custGeom>
                <a:noFill/>
                <a:ln w="21850" cap="rnd" cmpd="sng">
                  <a:solidFill>
                    <a:srgbClr val="020600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sp>
            <p:nvSpPr>
              <p:cNvPr id="118" name="Google Shape;2087;p42">
                <a:extLst>
                  <a:ext uri="{FF2B5EF4-FFF2-40B4-BE49-F238E27FC236}">
                    <a16:creationId xmlns:a16="http://schemas.microsoft.com/office/drawing/2014/main" id="{53D9DA26-9BFB-C4C7-E9DC-E6D28DAE5CF7}"/>
                  </a:ext>
                </a:extLst>
              </p:cNvPr>
              <p:cNvSpPr txBox="1"/>
              <p:nvPr/>
            </p:nvSpPr>
            <p:spPr>
              <a:xfrm>
                <a:off x="1686134" y="1365279"/>
                <a:ext cx="1305900" cy="3405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as-IN" sz="1800" b="1" dirty="0">
                    <a:solidFill>
                      <a:schemeClr val="accent6">
                        <a:lumMod val="75000"/>
                      </a:schemeClr>
                    </a:solidFill>
                    <a:latin typeface="Fira Sans Extra Condensed Medium"/>
                    <a:ea typeface="Fira Sans Extra Condensed Medium"/>
                    <a:cs typeface="Fira Sans Extra Condensed Medium"/>
                    <a:sym typeface="Fira Sans Extra Condensed Medium"/>
                  </a:rPr>
                  <a:t>সরলকোন</a:t>
                </a:r>
              </a:p>
            </p:txBody>
          </p:sp>
        </p:grpSp>
        <p:sp>
          <p:nvSpPr>
            <p:cNvPr id="104" name="Google Shape;2088;p42">
              <a:extLst>
                <a:ext uri="{FF2B5EF4-FFF2-40B4-BE49-F238E27FC236}">
                  <a16:creationId xmlns:a16="http://schemas.microsoft.com/office/drawing/2014/main" id="{BA6F052B-82FE-F858-5585-9C9CC18E76BA}"/>
                </a:ext>
              </a:extLst>
            </p:cNvPr>
            <p:cNvSpPr/>
            <p:nvPr/>
          </p:nvSpPr>
          <p:spPr>
            <a:xfrm>
              <a:off x="3228903" y="4411080"/>
              <a:ext cx="1668509" cy="15301"/>
            </a:xfrm>
            <a:custGeom>
              <a:avLst/>
              <a:gdLst/>
              <a:ahLst/>
              <a:cxnLst/>
              <a:rect l="l" t="t" r="r" b="b"/>
              <a:pathLst>
                <a:path w="67592" h="735" fill="none" extrusionOk="0">
                  <a:moveTo>
                    <a:pt x="0" y="0"/>
                  </a:moveTo>
                  <a:cubicBezTo>
                    <a:pt x="6784" y="0"/>
                    <a:pt x="35876" y="140"/>
                    <a:pt x="39897" y="140"/>
                  </a:cubicBezTo>
                  <a:cubicBezTo>
                    <a:pt x="43919" y="140"/>
                    <a:pt x="51856" y="455"/>
                    <a:pt x="56227" y="490"/>
                  </a:cubicBezTo>
                  <a:cubicBezTo>
                    <a:pt x="59479" y="525"/>
                    <a:pt x="63290" y="734"/>
                    <a:pt x="67591" y="490"/>
                  </a:cubicBezTo>
                </a:path>
              </a:pathLst>
            </a:custGeom>
            <a:noFill/>
            <a:ln w="21850" cap="rnd" cmpd="sng">
              <a:solidFill>
                <a:srgbClr val="0206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" name="Google Shape;2089;p42">
              <a:extLst>
                <a:ext uri="{FF2B5EF4-FFF2-40B4-BE49-F238E27FC236}">
                  <a16:creationId xmlns:a16="http://schemas.microsoft.com/office/drawing/2014/main" id="{BED32803-6BFB-6494-AAB7-923F2EA139BC}"/>
                </a:ext>
              </a:extLst>
            </p:cNvPr>
            <p:cNvSpPr/>
            <p:nvPr/>
          </p:nvSpPr>
          <p:spPr>
            <a:xfrm rot="5400000" flipH="1">
              <a:off x="1439368" y="4063451"/>
              <a:ext cx="2875" cy="710560"/>
            </a:xfrm>
            <a:custGeom>
              <a:avLst/>
              <a:gdLst/>
              <a:ahLst/>
              <a:cxnLst/>
              <a:rect l="l" t="t" r="r" b="b"/>
              <a:pathLst>
                <a:path w="141" h="13253" fill="none" extrusionOk="0">
                  <a:moveTo>
                    <a:pt x="1" y="0"/>
                  </a:moveTo>
                  <a:cubicBezTo>
                    <a:pt x="1" y="1924"/>
                    <a:pt x="141" y="3357"/>
                    <a:pt x="141" y="4231"/>
                  </a:cubicBezTo>
                  <a:cubicBezTo>
                    <a:pt x="141" y="5106"/>
                    <a:pt x="1" y="11190"/>
                    <a:pt x="141" y="13253"/>
                  </a:cubicBezTo>
                </a:path>
              </a:pathLst>
            </a:custGeom>
            <a:noFill/>
            <a:ln w="21850" cap="rnd" cmpd="sng">
              <a:solidFill>
                <a:srgbClr val="0206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106" name="Google Shape;2090;p42">
              <a:extLst>
                <a:ext uri="{FF2B5EF4-FFF2-40B4-BE49-F238E27FC236}">
                  <a16:creationId xmlns:a16="http://schemas.microsoft.com/office/drawing/2014/main" id="{28C8C59B-24E1-5ED6-2AAF-8828AC93B3B4}"/>
                </a:ext>
              </a:extLst>
            </p:cNvPr>
            <p:cNvGrpSpPr/>
            <p:nvPr/>
          </p:nvGrpSpPr>
          <p:grpSpPr>
            <a:xfrm>
              <a:off x="4880751" y="4071736"/>
              <a:ext cx="3806095" cy="693989"/>
              <a:chOff x="-528140" y="2158143"/>
              <a:chExt cx="2483910" cy="1100871"/>
            </a:xfrm>
          </p:grpSpPr>
          <p:grpSp>
            <p:nvGrpSpPr>
              <p:cNvPr id="111" name="Google Shape;2091;p42">
                <a:extLst>
                  <a:ext uri="{FF2B5EF4-FFF2-40B4-BE49-F238E27FC236}">
                    <a16:creationId xmlns:a16="http://schemas.microsoft.com/office/drawing/2014/main" id="{DBA7BA86-4F4C-EF22-BFE1-FD57C1B77FB6}"/>
                  </a:ext>
                </a:extLst>
              </p:cNvPr>
              <p:cNvGrpSpPr/>
              <p:nvPr/>
            </p:nvGrpSpPr>
            <p:grpSpPr>
              <a:xfrm>
                <a:off x="-528140" y="2158143"/>
                <a:ext cx="2483910" cy="1100871"/>
                <a:chOff x="464575" y="3111189"/>
                <a:chExt cx="1437614" cy="1682775"/>
              </a:xfrm>
            </p:grpSpPr>
            <p:sp>
              <p:nvSpPr>
                <p:cNvPr id="113" name="Google Shape;2092;p42">
                  <a:extLst>
                    <a:ext uri="{FF2B5EF4-FFF2-40B4-BE49-F238E27FC236}">
                      <a16:creationId xmlns:a16="http://schemas.microsoft.com/office/drawing/2014/main" id="{F1030A70-F266-EE0C-6484-5C747F3C44BE}"/>
                    </a:ext>
                  </a:extLst>
                </p:cNvPr>
                <p:cNvSpPr/>
                <p:nvPr/>
              </p:nvSpPr>
              <p:spPr>
                <a:xfrm>
                  <a:off x="1814782" y="3944574"/>
                  <a:ext cx="7067" cy="17748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80" h="8533" fill="none" extrusionOk="0">
                      <a:moveTo>
                        <a:pt x="280" y="0"/>
                      </a:moveTo>
                      <a:cubicBezTo>
                        <a:pt x="0" y="3392"/>
                        <a:pt x="280" y="3042"/>
                        <a:pt x="280" y="8532"/>
                      </a:cubicBezTo>
                    </a:path>
                  </a:pathLst>
                </a:custGeom>
                <a:noFill/>
                <a:ln w="21850" cap="rnd" cmpd="sng">
                  <a:solidFill>
                    <a:srgbClr val="020600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14" name="Google Shape;2093;p42">
                  <a:extLst>
                    <a:ext uri="{FF2B5EF4-FFF2-40B4-BE49-F238E27FC236}">
                      <a16:creationId xmlns:a16="http://schemas.microsoft.com/office/drawing/2014/main" id="{052E9374-5543-D07F-30DD-132627285A26}"/>
                    </a:ext>
                  </a:extLst>
                </p:cNvPr>
                <p:cNvSpPr/>
                <p:nvPr/>
              </p:nvSpPr>
              <p:spPr>
                <a:xfrm>
                  <a:off x="464575" y="3175183"/>
                  <a:ext cx="1426121" cy="155719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6508" h="74865" extrusionOk="0">
                      <a:moveTo>
                        <a:pt x="7543" y="1"/>
                      </a:moveTo>
                      <a:cubicBezTo>
                        <a:pt x="4445" y="1"/>
                        <a:pt x="2145" y="148"/>
                        <a:pt x="1609" y="590"/>
                      </a:cubicBezTo>
                      <a:cubicBezTo>
                        <a:pt x="385" y="1569"/>
                        <a:pt x="735" y="10835"/>
                        <a:pt x="560" y="19996"/>
                      </a:cubicBezTo>
                      <a:cubicBezTo>
                        <a:pt x="420" y="29158"/>
                        <a:pt x="420" y="51082"/>
                        <a:pt x="560" y="55383"/>
                      </a:cubicBezTo>
                      <a:cubicBezTo>
                        <a:pt x="735" y="59684"/>
                        <a:pt x="1" y="72132"/>
                        <a:pt x="1050" y="73566"/>
                      </a:cubicBezTo>
                      <a:cubicBezTo>
                        <a:pt x="1893" y="74718"/>
                        <a:pt x="9832" y="74831"/>
                        <a:pt x="14458" y="74831"/>
                      </a:cubicBezTo>
                      <a:cubicBezTo>
                        <a:pt x="15586" y="74831"/>
                        <a:pt x="16517" y="74824"/>
                        <a:pt x="17100" y="74824"/>
                      </a:cubicBezTo>
                      <a:cubicBezTo>
                        <a:pt x="18515" y="74824"/>
                        <a:pt x="21706" y="74864"/>
                        <a:pt x="25009" y="74864"/>
                      </a:cubicBezTo>
                      <a:cubicBezTo>
                        <a:pt x="28641" y="74864"/>
                        <a:pt x="32408" y="74816"/>
                        <a:pt x="34093" y="74615"/>
                      </a:cubicBezTo>
                      <a:cubicBezTo>
                        <a:pt x="34780" y="74540"/>
                        <a:pt x="36094" y="74520"/>
                        <a:pt x="37746" y="74520"/>
                      </a:cubicBezTo>
                      <a:cubicBezTo>
                        <a:pt x="39762" y="74520"/>
                        <a:pt x="42281" y="74550"/>
                        <a:pt x="44774" y="74550"/>
                      </a:cubicBezTo>
                      <a:cubicBezTo>
                        <a:pt x="49816" y="74550"/>
                        <a:pt x="54753" y="74425"/>
                        <a:pt x="55214" y="73671"/>
                      </a:cubicBezTo>
                      <a:cubicBezTo>
                        <a:pt x="56123" y="72237"/>
                        <a:pt x="55948" y="59334"/>
                        <a:pt x="55913" y="51991"/>
                      </a:cubicBezTo>
                      <a:cubicBezTo>
                        <a:pt x="55878" y="42270"/>
                        <a:pt x="56263" y="28808"/>
                        <a:pt x="56402" y="21990"/>
                      </a:cubicBezTo>
                      <a:cubicBezTo>
                        <a:pt x="56507" y="15136"/>
                        <a:pt x="56228" y="1464"/>
                        <a:pt x="55493" y="555"/>
                      </a:cubicBezTo>
                      <a:cubicBezTo>
                        <a:pt x="55184" y="190"/>
                        <a:pt x="51861" y="61"/>
                        <a:pt x="47651" y="61"/>
                      </a:cubicBezTo>
                      <a:cubicBezTo>
                        <a:pt x="41383" y="61"/>
                        <a:pt x="33147" y="346"/>
                        <a:pt x="29967" y="555"/>
                      </a:cubicBezTo>
                      <a:cubicBezTo>
                        <a:pt x="29477" y="587"/>
                        <a:pt x="28849" y="601"/>
                        <a:pt x="28111" y="601"/>
                      </a:cubicBezTo>
                      <a:cubicBezTo>
                        <a:pt x="23291" y="601"/>
                        <a:pt x="13792" y="1"/>
                        <a:pt x="7543" y="1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15" name="Google Shape;2094;p42">
                  <a:extLst>
                    <a:ext uri="{FF2B5EF4-FFF2-40B4-BE49-F238E27FC236}">
                      <a16:creationId xmlns:a16="http://schemas.microsoft.com/office/drawing/2014/main" id="{7A0218AC-ADA1-F31D-DD54-7CC18BB79A95}"/>
                    </a:ext>
                  </a:extLst>
                </p:cNvPr>
                <p:cNvSpPr/>
                <p:nvPr/>
              </p:nvSpPr>
              <p:spPr>
                <a:xfrm>
                  <a:off x="475210" y="3237167"/>
                  <a:ext cx="1426979" cy="155679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6542" h="74846" extrusionOk="0">
                      <a:moveTo>
                        <a:pt x="7410" y="0"/>
                      </a:moveTo>
                      <a:cubicBezTo>
                        <a:pt x="4378" y="0"/>
                        <a:pt x="2137" y="143"/>
                        <a:pt x="1609" y="567"/>
                      </a:cubicBezTo>
                      <a:cubicBezTo>
                        <a:pt x="385" y="1546"/>
                        <a:pt x="734" y="10813"/>
                        <a:pt x="560" y="19974"/>
                      </a:cubicBezTo>
                      <a:cubicBezTo>
                        <a:pt x="420" y="29135"/>
                        <a:pt x="420" y="51094"/>
                        <a:pt x="560" y="55395"/>
                      </a:cubicBezTo>
                      <a:cubicBezTo>
                        <a:pt x="734" y="59696"/>
                        <a:pt x="0" y="72110"/>
                        <a:pt x="1049" y="73543"/>
                      </a:cubicBezTo>
                      <a:cubicBezTo>
                        <a:pt x="1892" y="74696"/>
                        <a:pt x="9832" y="74809"/>
                        <a:pt x="14457" y="74809"/>
                      </a:cubicBezTo>
                      <a:cubicBezTo>
                        <a:pt x="15585" y="74809"/>
                        <a:pt x="16516" y="74802"/>
                        <a:pt x="17099" y="74802"/>
                      </a:cubicBezTo>
                      <a:cubicBezTo>
                        <a:pt x="18585" y="74802"/>
                        <a:pt x="22038" y="74846"/>
                        <a:pt x="25522" y="74846"/>
                      </a:cubicBezTo>
                      <a:cubicBezTo>
                        <a:pt x="29005" y="74846"/>
                        <a:pt x="32519" y="74802"/>
                        <a:pt x="34128" y="74627"/>
                      </a:cubicBezTo>
                      <a:cubicBezTo>
                        <a:pt x="34853" y="74540"/>
                        <a:pt x="36280" y="74518"/>
                        <a:pt x="38064" y="74518"/>
                      </a:cubicBezTo>
                      <a:cubicBezTo>
                        <a:pt x="40026" y="74518"/>
                        <a:pt x="42419" y="74545"/>
                        <a:pt x="44789" y="74545"/>
                      </a:cubicBezTo>
                      <a:cubicBezTo>
                        <a:pt x="49823" y="74545"/>
                        <a:pt x="54753" y="74421"/>
                        <a:pt x="55213" y="73648"/>
                      </a:cubicBezTo>
                      <a:cubicBezTo>
                        <a:pt x="56122" y="72214"/>
                        <a:pt x="55947" y="59312"/>
                        <a:pt x="55947" y="51969"/>
                      </a:cubicBezTo>
                      <a:cubicBezTo>
                        <a:pt x="55912" y="42283"/>
                        <a:pt x="56297" y="28786"/>
                        <a:pt x="56402" y="21967"/>
                      </a:cubicBezTo>
                      <a:cubicBezTo>
                        <a:pt x="56542" y="15114"/>
                        <a:pt x="56227" y="1477"/>
                        <a:pt x="55493" y="532"/>
                      </a:cubicBezTo>
                      <a:cubicBezTo>
                        <a:pt x="55198" y="167"/>
                        <a:pt x="51877" y="39"/>
                        <a:pt x="47668" y="39"/>
                      </a:cubicBezTo>
                      <a:cubicBezTo>
                        <a:pt x="41400" y="39"/>
                        <a:pt x="33160" y="323"/>
                        <a:pt x="30002" y="532"/>
                      </a:cubicBezTo>
                      <a:cubicBezTo>
                        <a:pt x="29462" y="571"/>
                        <a:pt x="28758" y="588"/>
                        <a:pt x="27926" y="588"/>
                      </a:cubicBezTo>
                      <a:cubicBezTo>
                        <a:pt x="22992" y="588"/>
                        <a:pt x="13570" y="0"/>
                        <a:pt x="7410" y="0"/>
                      </a:cubicBez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16" name="Google Shape;2095;p42">
                  <a:extLst>
                    <a:ext uri="{FF2B5EF4-FFF2-40B4-BE49-F238E27FC236}">
                      <a16:creationId xmlns:a16="http://schemas.microsoft.com/office/drawing/2014/main" id="{840A7143-1B3D-30C1-5446-41C95E68FAD4}"/>
                    </a:ext>
                  </a:extLst>
                </p:cNvPr>
                <p:cNvSpPr/>
                <p:nvPr/>
              </p:nvSpPr>
              <p:spPr>
                <a:xfrm>
                  <a:off x="464575" y="3111189"/>
                  <a:ext cx="1426121" cy="158046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6508" h="75984" fill="none" extrusionOk="0">
                      <a:moveTo>
                        <a:pt x="1609" y="1469"/>
                      </a:moveTo>
                      <a:cubicBezTo>
                        <a:pt x="385" y="2448"/>
                        <a:pt x="735" y="11714"/>
                        <a:pt x="560" y="20875"/>
                      </a:cubicBezTo>
                      <a:cubicBezTo>
                        <a:pt x="420" y="30037"/>
                        <a:pt x="420" y="51961"/>
                        <a:pt x="560" y="56262"/>
                      </a:cubicBezTo>
                      <a:cubicBezTo>
                        <a:pt x="735" y="60563"/>
                        <a:pt x="1" y="73011"/>
                        <a:pt x="1050" y="74445"/>
                      </a:cubicBezTo>
                      <a:cubicBezTo>
                        <a:pt x="2099" y="75878"/>
                        <a:pt x="14127" y="75703"/>
                        <a:pt x="17100" y="75703"/>
                      </a:cubicBezTo>
                      <a:cubicBezTo>
                        <a:pt x="20072" y="75703"/>
                        <a:pt x="30877" y="75878"/>
                        <a:pt x="34093" y="75494"/>
                      </a:cubicBezTo>
                      <a:cubicBezTo>
                        <a:pt x="37310" y="75144"/>
                        <a:pt x="54339" y="75983"/>
                        <a:pt x="55214" y="74550"/>
                      </a:cubicBezTo>
                      <a:cubicBezTo>
                        <a:pt x="56123" y="73116"/>
                        <a:pt x="55948" y="60213"/>
                        <a:pt x="55913" y="52870"/>
                      </a:cubicBezTo>
                      <a:cubicBezTo>
                        <a:pt x="55878" y="43149"/>
                        <a:pt x="56263" y="29687"/>
                        <a:pt x="56402" y="22869"/>
                      </a:cubicBezTo>
                      <a:cubicBezTo>
                        <a:pt x="56507" y="16015"/>
                        <a:pt x="56228" y="2343"/>
                        <a:pt x="55493" y="1434"/>
                      </a:cubicBezTo>
                      <a:cubicBezTo>
                        <a:pt x="54724" y="525"/>
                        <a:pt x="35282" y="1084"/>
                        <a:pt x="29967" y="1434"/>
                      </a:cubicBezTo>
                      <a:cubicBezTo>
                        <a:pt x="24687" y="1784"/>
                        <a:pt x="3392" y="0"/>
                        <a:pt x="1609" y="1469"/>
                      </a:cubicBezTo>
                      <a:close/>
                    </a:path>
                  </a:pathLst>
                </a:custGeom>
                <a:noFill/>
                <a:ln w="21850" cap="rnd" cmpd="sng">
                  <a:solidFill>
                    <a:srgbClr val="020600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12" name="Google Shape;2096;p42">
                    <a:extLst>
                      <a:ext uri="{FF2B5EF4-FFF2-40B4-BE49-F238E27FC236}">
                        <a16:creationId xmlns:a16="http://schemas.microsoft.com/office/drawing/2014/main" id="{4BBFBAFD-849A-2B1F-0EC9-021BCEC7FF03}"/>
                      </a:ext>
                    </a:extLst>
                  </p:cNvPr>
                  <p:cNvSpPr txBox="1"/>
                  <p:nvPr/>
                </p:nvSpPr>
                <p:spPr>
                  <a:xfrm>
                    <a:off x="-339479" y="2378468"/>
                    <a:ext cx="2089200" cy="641400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ctr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sz="2400" b="1" i="1" smtClean="0"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Roboto"/>
                              <a:sym typeface="Roboto"/>
                            </a:rPr>
                            <m:t>𝜽</m:t>
                          </m:r>
                          <m:r>
                            <a:rPr lang="en-US" sz="2400" b="1" i="1" smtClean="0"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Roboto"/>
                              <a:sym typeface="Roboto"/>
                            </a:rPr>
                            <m:t>=</m:t>
                          </m:r>
                          <m:r>
                            <a:rPr lang="en-US" sz="2400" b="1" i="1" smtClean="0"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Roboto"/>
                              <a:sym typeface="Roboto"/>
                            </a:rPr>
                            <m:t>𝟏𝟖𝟎</m:t>
                          </m:r>
                          <m:r>
                            <a:rPr lang="en-US" sz="2400" b="1" i="1" smtClean="0"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Roboto"/>
                              <a:sym typeface="Roboto"/>
                            </a:rPr>
                            <m:t>°</m:t>
                          </m:r>
                        </m:oMath>
                      </m:oMathPara>
                    </a14:m>
                    <a:endParaRPr lang="en-US" sz="2400" b="1" dirty="0">
                      <a:solidFill>
                        <a:schemeClr val="accent6">
                          <a:lumMod val="75000"/>
                        </a:schemeClr>
                      </a:solidFill>
                      <a:latin typeface="Roboto"/>
                      <a:ea typeface="Roboto"/>
                      <a:cs typeface="Roboto"/>
                      <a:sym typeface="Roboto"/>
                    </a:endParaRPr>
                  </a:p>
                </p:txBody>
              </p:sp>
            </mc:Choice>
            <mc:Fallback xmlns="">
              <p:sp>
                <p:nvSpPr>
                  <p:cNvPr id="112" name="Google Shape;2096;p42">
                    <a:extLst>
                      <a:ext uri="{FF2B5EF4-FFF2-40B4-BE49-F238E27FC236}">
                        <a16:creationId xmlns:a16="http://schemas.microsoft.com/office/drawing/2014/main" id="{4BBFBAFD-849A-2B1F-0EC9-021BCEC7FF03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-339479" y="2378468"/>
                    <a:ext cx="2089200" cy="641400"/>
                  </a:xfrm>
                  <a:prstGeom prst="rect">
                    <a:avLst/>
                  </a:prstGeom>
                  <a:blipFill>
                    <a:blip r:embed="rId5"/>
                    <a:stretch>
                      <a:fillRect/>
                    </a:stretch>
                  </a:blipFill>
                  <a:ln>
                    <a:noFill/>
                  </a:ln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grpSp>
          <p:nvGrpSpPr>
            <p:cNvPr id="107" name="Google Shape;2097;p42">
              <a:extLst>
                <a:ext uri="{FF2B5EF4-FFF2-40B4-BE49-F238E27FC236}">
                  <a16:creationId xmlns:a16="http://schemas.microsoft.com/office/drawing/2014/main" id="{214ACB2A-26CF-9525-297C-7CA370A7F938}"/>
                </a:ext>
              </a:extLst>
            </p:cNvPr>
            <p:cNvGrpSpPr/>
            <p:nvPr/>
          </p:nvGrpSpPr>
          <p:grpSpPr>
            <a:xfrm>
              <a:off x="3959401" y="4280909"/>
              <a:ext cx="227499" cy="275642"/>
              <a:chOff x="3577629" y="1397719"/>
              <a:chExt cx="227499" cy="275642"/>
            </a:xfrm>
          </p:grpSpPr>
          <p:sp>
            <p:nvSpPr>
              <p:cNvPr id="108" name="Google Shape;2098;p42">
                <a:extLst>
                  <a:ext uri="{FF2B5EF4-FFF2-40B4-BE49-F238E27FC236}">
                    <a16:creationId xmlns:a16="http://schemas.microsoft.com/office/drawing/2014/main" id="{AB86E920-CF5C-FD5A-96A8-0BF4CF4D7AD6}"/>
                  </a:ext>
                </a:extLst>
              </p:cNvPr>
              <p:cNvSpPr/>
              <p:nvPr/>
            </p:nvSpPr>
            <p:spPr>
              <a:xfrm>
                <a:off x="3577629" y="1428269"/>
                <a:ext cx="227499" cy="216035"/>
              </a:xfrm>
              <a:custGeom>
                <a:avLst/>
                <a:gdLst/>
                <a:ahLst/>
                <a:cxnLst/>
                <a:rect l="l" t="t" r="r" b="b"/>
                <a:pathLst>
                  <a:path w="7448" h="7093" extrusionOk="0">
                    <a:moveTo>
                      <a:pt x="4524" y="1"/>
                    </a:moveTo>
                    <a:cubicBezTo>
                      <a:pt x="3835" y="1"/>
                      <a:pt x="3076" y="234"/>
                      <a:pt x="2308" y="746"/>
                    </a:cubicBezTo>
                    <a:cubicBezTo>
                      <a:pt x="0" y="2249"/>
                      <a:pt x="699" y="6445"/>
                      <a:pt x="3322" y="7005"/>
                    </a:cubicBezTo>
                    <a:cubicBezTo>
                      <a:pt x="3643" y="7063"/>
                      <a:pt x="3950" y="7092"/>
                      <a:pt x="4240" y="7092"/>
                    </a:cubicBezTo>
                    <a:cubicBezTo>
                      <a:pt x="6195" y="7092"/>
                      <a:pt x="7418" y="5782"/>
                      <a:pt x="7448" y="3438"/>
                    </a:cubicBezTo>
                    <a:cubicBezTo>
                      <a:pt x="7448" y="1361"/>
                      <a:pt x="6189" y="1"/>
                      <a:pt x="4524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9" name="Google Shape;2099;p42">
                <a:extLst>
                  <a:ext uri="{FF2B5EF4-FFF2-40B4-BE49-F238E27FC236}">
                    <a16:creationId xmlns:a16="http://schemas.microsoft.com/office/drawing/2014/main" id="{4945F7AA-FADD-57E1-5E70-B25C6FA2ED9F}"/>
                  </a:ext>
                </a:extLst>
              </p:cNvPr>
              <p:cNvSpPr/>
              <p:nvPr/>
            </p:nvSpPr>
            <p:spPr>
              <a:xfrm>
                <a:off x="3577782" y="1458057"/>
                <a:ext cx="227194" cy="215304"/>
              </a:xfrm>
              <a:custGeom>
                <a:avLst/>
                <a:gdLst/>
                <a:ahLst/>
                <a:cxnLst/>
                <a:rect l="l" t="t" r="r" b="b"/>
                <a:pathLst>
                  <a:path w="7438" h="7069" extrusionOk="0">
                    <a:moveTo>
                      <a:pt x="4515" y="1"/>
                    </a:moveTo>
                    <a:cubicBezTo>
                      <a:pt x="3820" y="1"/>
                      <a:pt x="3052" y="234"/>
                      <a:pt x="2273" y="747"/>
                    </a:cubicBezTo>
                    <a:cubicBezTo>
                      <a:pt x="0" y="2250"/>
                      <a:pt x="664" y="6446"/>
                      <a:pt x="3322" y="6971"/>
                    </a:cubicBezTo>
                    <a:cubicBezTo>
                      <a:pt x="3651" y="7037"/>
                      <a:pt x="3966" y="7069"/>
                      <a:pt x="4265" y="7069"/>
                    </a:cubicBezTo>
                    <a:cubicBezTo>
                      <a:pt x="6182" y="7069"/>
                      <a:pt x="7413" y="5734"/>
                      <a:pt x="7413" y="3404"/>
                    </a:cubicBezTo>
                    <a:cubicBezTo>
                      <a:pt x="7438" y="1353"/>
                      <a:pt x="6188" y="1"/>
                      <a:pt x="4515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0" name="Google Shape;2100;p42">
                <a:extLst>
                  <a:ext uri="{FF2B5EF4-FFF2-40B4-BE49-F238E27FC236}">
                    <a16:creationId xmlns:a16="http://schemas.microsoft.com/office/drawing/2014/main" id="{20C628F6-B298-B621-0AB2-93D602405BC1}"/>
                  </a:ext>
                </a:extLst>
              </p:cNvPr>
              <p:cNvSpPr/>
              <p:nvPr/>
            </p:nvSpPr>
            <p:spPr>
              <a:xfrm>
                <a:off x="3577629" y="1397719"/>
                <a:ext cx="227499" cy="257762"/>
              </a:xfrm>
              <a:custGeom>
                <a:avLst/>
                <a:gdLst/>
                <a:ahLst/>
                <a:cxnLst/>
                <a:rect l="l" t="t" r="r" b="b"/>
                <a:pathLst>
                  <a:path w="7448" h="8463" fill="none" extrusionOk="0">
                    <a:moveTo>
                      <a:pt x="2308" y="1749"/>
                    </a:moveTo>
                    <a:cubicBezTo>
                      <a:pt x="0" y="3252"/>
                      <a:pt x="699" y="7448"/>
                      <a:pt x="3322" y="8008"/>
                    </a:cubicBezTo>
                    <a:cubicBezTo>
                      <a:pt x="5805" y="8462"/>
                      <a:pt x="7413" y="7133"/>
                      <a:pt x="7448" y="4441"/>
                    </a:cubicBezTo>
                    <a:cubicBezTo>
                      <a:pt x="7448" y="1504"/>
                      <a:pt x="4930" y="0"/>
                      <a:pt x="2308" y="1749"/>
                    </a:cubicBezTo>
                    <a:close/>
                  </a:path>
                </a:pathLst>
              </a:custGeom>
              <a:noFill/>
              <a:ln w="21850" cap="rnd" cmpd="sng">
                <a:solidFill>
                  <a:srgbClr val="0206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129" name="Google Shape;1982;p42">
            <a:extLst>
              <a:ext uri="{FF2B5EF4-FFF2-40B4-BE49-F238E27FC236}">
                <a16:creationId xmlns:a16="http://schemas.microsoft.com/office/drawing/2014/main" id="{C4F9CBBE-74D1-83BC-8386-440959CA4575}"/>
              </a:ext>
            </a:extLst>
          </p:cNvPr>
          <p:cNvGrpSpPr/>
          <p:nvPr/>
        </p:nvGrpSpPr>
        <p:grpSpPr>
          <a:xfrm>
            <a:off x="1850179" y="5520051"/>
            <a:ext cx="10067584" cy="848973"/>
            <a:chOff x="457190" y="1222730"/>
            <a:chExt cx="8229694" cy="693989"/>
          </a:xfrm>
        </p:grpSpPr>
        <p:grpSp>
          <p:nvGrpSpPr>
            <p:cNvPr id="130" name="Google Shape;1983;p42">
              <a:extLst>
                <a:ext uri="{FF2B5EF4-FFF2-40B4-BE49-F238E27FC236}">
                  <a16:creationId xmlns:a16="http://schemas.microsoft.com/office/drawing/2014/main" id="{D99F7379-DFA2-38F0-0F77-626ED4D5454F}"/>
                </a:ext>
              </a:extLst>
            </p:cNvPr>
            <p:cNvGrpSpPr/>
            <p:nvPr/>
          </p:nvGrpSpPr>
          <p:grpSpPr>
            <a:xfrm>
              <a:off x="1794405" y="1351367"/>
              <a:ext cx="1471182" cy="436717"/>
              <a:chOff x="1603493" y="1317171"/>
              <a:chExt cx="1471182" cy="436717"/>
            </a:xfrm>
          </p:grpSpPr>
          <p:grpSp>
            <p:nvGrpSpPr>
              <p:cNvPr id="156" name="Google Shape;1984;p42">
                <a:extLst>
                  <a:ext uri="{FF2B5EF4-FFF2-40B4-BE49-F238E27FC236}">
                    <a16:creationId xmlns:a16="http://schemas.microsoft.com/office/drawing/2014/main" id="{9B66A8F2-76B0-CA66-B6E5-B6BD21482D63}"/>
                  </a:ext>
                </a:extLst>
              </p:cNvPr>
              <p:cNvGrpSpPr/>
              <p:nvPr/>
            </p:nvGrpSpPr>
            <p:grpSpPr>
              <a:xfrm>
                <a:off x="1603493" y="1317171"/>
                <a:ext cx="1471182" cy="436717"/>
                <a:chOff x="457250" y="2109575"/>
                <a:chExt cx="1471182" cy="436717"/>
              </a:xfrm>
            </p:grpSpPr>
            <p:sp>
              <p:nvSpPr>
                <p:cNvPr id="158" name="Google Shape;1985;p42">
                  <a:extLst>
                    <a:ext uri="{FF2B5EF4-FFF2-40B4-BE49-F238E27FC236}">
                      <a16:creationId xmlns:a16="http://schemas.microsoft.com/office/drawing/2014/main" id="{D8E0CD25-C5EE-4478-4EBA-4CB484CB1F2C}"/>
                    </a:ext>
                  </a:extLst>
                </p:cNvPr>
                <p:cNvSpPr/>
                <p:nvPr/>
              </p:nvSpPr>
              <p:spPr>
                <a:xfrm>
                  <a:off x="457250" y="2115753"/>
                  <a:ext cx="1438358" cy="39906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1298" h="19186" extrusionOk="0">
                      <a:moveTo>
                        <a:pt x="43282" y="0"/>
                      </a:moveTo>
                      <a:cubicBezTo>
                        <a:pt x="39300" y="0"/>
                        <a:pt x="35144" y="46"/>
                        <a:pt x="31436" y="123"/>
                      </a:cubicBezTo>
                      <a:cubicBezTo>
                        <a:pt x="29652" y="167"/>
                        <a:pt x="27584" y="182"/>
                        <a:pt x="25380" y="182"/>
                      </a:cubicBezTo>
                      <a:cubicBezTo>
                        <a:pt x="21431" y="182"/>
                        <a:pt x="17048" y="136"/>
                        <a:pt x="13099" y="136"/>
                      </a:cubicBezTo>
                      <a:cubicBezTo>
                        <a:pt x="7200" y="136"/>
                        <a:pt x="2268" y="239"/>
                        <a:pt x="1190" y="752"/>
                      </a:cubicBezTo>
                      <a:cubicBezTo>
                        <a:pt x="1" y="1312"/>
                        <a:pt x="141" y="7815"/>
                        <a:pt x="281" y="10438"/>
                      </a:cubicBezTo>
                      <a:cubicBezTo>
                        <a:pt x="315" y="11417"/>
                        <a:pt x="106" y="16103"/>
                        <a:pt x="980" y="18375"/>
                      </a:cubicBezTo>
                      <a:cubicBezTo>
                        <a:pt x="1226" y="19016"/>
                        <a:pt x="4460" y="19186"/>
                        <a:pt x="9072" y="19186"/>
                      </a:cubicBezTo>
                      <a:cubicBezTo>
                        <a:pt x="14274" y="19186"/>
                        <a:pt x="21230" y="18970"/>
                        <a:pt x="27625" y="18970"/>
                      </a:cubicBezTo>
                      <a:cubicBezTo>
                        <a:pt x="31844" y="18970"/>
                        <a:pt x="39110" y="19079"/>
                        <a:pt x="45749" y="19079"/>
                      </a:cubicBezTo>
                      <a:cubicBezTo>
                        <a:pt x="52642" y="19079"/>
                        <a:pt x="58859" y="18961"/>
                        <a:pt x="60284" y="18480"/>
                      </a:cubicBezTo>
                      <a:cubicBezTo>
                        <a:pt x="61263" y="18166"/>
                        <a:pt x="61088" y="13585"/>
                        <a:pt x="61053" y="11137"/>
                      </a:cubicBezTo>
                      <a:cubicBezTo>
                        <a:pt x="61018" y="7885"/>
                        <a:pt x="61298" y="1836"/>
                        <a:pt x="60424" y="822"/>
                      </a:cubicBezTo>
                      <a:cubicBezTo>
                        <a:pt x="59943" y="221"/>
                        <a:pt x="52032" y="0"/>
                        <a:pt x="43282" y="0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59" name="Google Shape;1986;p42">
                  <a:extLst>
                    <a:ext uri="{FF2B5EF4-FFF2-40B4-BE49-F238E27FC236}">
                      <a16:creationId xmlns:a16="http://schemas.microsoft.com/office/drawing/2014/main" id="{2F0158D3-6250-0EDA-292A-1F3C62BFC7A4}"/>
                    </a:ext>
                  </a:extLst>
                </p:cNvPr>
                <p:cNvSpPr/>
                <p:nvPr/>
              </p:nvSpPr>
              <p:spPr>
                <a:xfrm>
                  <a:off x="490896" y="2143063"/>
                  <a:ext cx="1437536" cy="40322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1263" h="19386" extrusionOk="0">
                      <a:moveTo>
                        <a:pt x="43319" y="1"/>
                      </a:moveTo>
                      <a:cubicBezTo>
                        <a:pt x="39318" y="1"/>
                        <a:pt x="35137" y="51"/>
                        <a:pt x="31401" y="138"/>
                      </a:cubicBezTo>
                      <a:cubicBezTo>
                        <a:pt x="29624" y="183"/>
                        <a:pt x="27560" y="198"/>
                        <a:pt x="25361" y="198"/>
                      </a:cubicBezTo>
                      <a:cubicBezTo>
                        <a:pt x="21419" y="198"/>
                        <a:pt x="17041" y="151"/>
                        <a:pt x="13095" y="151"/>
                      </a:cubicBezTo>
                      <a:cubicBezTo>
                        <a:pt x="7200" y="151"/>
                        <a:pt x="2268" y="254"/>
                        <a:pt x="1189" y="768"/>
                      </a:cubicBezTo>
                      <a:cubicBezTo>
                        <a:pt x="0" y="1362"/>
                        <a:pt x="140" y="7901"/>
                        <a:pt x="280" y="10559"/>
                      </a:cubicBezTo>
                      <a:cubicBezTo>
                        <a:pt x="315" y="11538"/>
                        <a:pt x="105" y="16223"/>
                        <a:pt x="979" y="18531"/>
                      </a:cubicBezTo>
                      <a:cubicBezTo>
                        <a:pt x="1210" y="19207"/>
                        <a:pt x="4462" y="19385"/>
                        <a:pt x="9098" y="19385"/>
                      </a:cubicBezTo>
                      <a:cubicBezTo>
                        <a:pt x="14300" y="19385"/>
                        <a:pt x="21246" y="19160"/>
                        <a:pt x="27624" y="19160"/>
                      </a:cubicBezTo>
                      <a:cubicBezTo>
                        <a:pt x="31844" y="19160"/>
                        <a:pt x="39110" y="19270"/>
                        <a:pt x="45748" y="19270"/>
                      </a:cubicBezTo>
                      <a:cubicBezTo>
                        <a:pt x="52642" y="19270"/>
                        <a:pt x="58858" y="19152"/>
                        <a:pt x="60283" y="18671"/>
                      </a:cubicBezTo>
                      <a:cubicBezTo>
                        <a:pt x="61228" y="18356"/>
                        <a:pt x="61088" y="13741"/>
                        <a:pt x="61053" y="11258"/>
                      </a:cubicBezTo>
                      <a:cubicBezTo>
                        <a:pt x="61018" y="7971"/>
                        <a:pt x="61263" y="1852"/>
                        <a:pt x="60423" y="838"/>
                      </a:cubicBezTo>
                      <a:cubicBezTo>
                        <a:pt x="59920" y="238"/>
                        <a:pt x="52050" y="1"/>
                        <a:pt x="43319" y="1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60" name="Google Shape;1987;p42">
                  <a:extLst>
                    <a:ext uri="{FF2B5EF4-FFF2-40B4-BE49-F238E27FC236}">
                      <a16:creationId xmlns:a16="http://schemas.microsoft.com/office/drawing/2014/main" id="{7E42AB3B-C3CC-2352-957F-CA6509713E60}"/>
                    </a:ext>
                  </a:extLst>
                </p:cNvPr>
                <p:cNvSpPr/>
                <p:nvPr/>
              </p:nvSpPr>
              <p:spPr>
                <a:xfrm>
                  <a:off x="457250" y="2109575"/>
                  <a:ext cx="1438356" cy="41677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1298" h="20037" fill="none" extrusionOk="0">
                      <a:moveTo>
                        <a:pt x="1190" y="1049"/>
                      </a:moveTo>
                      <a:cubicBezTo>
                        <a:pt x="1" y="1609"/>
                        <a:pt x="141" y="8112"/>
                        <a:pt x="281" y="10735"/>
                      </a:cubicBezTo>
                      <a:cubicBezTo>
                        <a:pt x="315" y="11714"/>
                        <a:pt x="106" y="16400"/>
                        <a:pt x="980" y="18672"/>
                      </a:cubicBezTo>
                      <a:cubicBezTo>
                        <a:pt x="1504" y="20036"/>
                        <a:pt x="15561" y="19267"/>
                        <a:pt x="27625" y="19267"/>
                      </a:cubicBezTo>
                      <a:cubicBezTo>
                        <a:pt x="36227" y="19267"/>
                        <a:pt x="57486" y="19721"/>
                        <a:pt x="60284" y="18777"/>
                      </a:cubicBezTo>
                      <a:cubicBezTo>
                        <a:pt x="61263" y="18463"/>
                        <a:pt x="61088" y="13882"/>
                        <a:pt x="61053" y="11434"/>
                      </a:cubicBezTo>
                      <a:cubicBezTo>
                        <a:pt x="61018" y="8182"/>
                        <a:pt x="61298" y="2133"/>
                        <a:pt x="60424" y="1119"/>
                      </a:cubicBezTo>
                      <a:cubicBezTo>
                        <a:pt x="59724" y="245"/>
                        <a:pt x="43290" y="175"/>
                        <a:pt x="31436" y="420"/>
                      </a:cubicBezTo>
                      <a:cubicBezTo>
                        <a:pt x="21680" y="664"/>
                        <a:pt x="3393" y="0"/>
                        <a:pt x="1190" y="1049"/>
                      </a:cubicBezTo>
                      <a:close/>
                    </a:path>
                  </a:pathLst>
                </a:custGeom>
                <a:noFill/>
                <a:ln w="21850" cap="rnd" cmpd="sng">
                  <a:solidFill>
                    <a:srgbClr val="020600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sp>
            <p:nvSpPr>
              <p:cNvPr id="157" name="Google Shape;1988;p42">
                <a:extLst>
                  <a:ext uri="{FF2B5EF4-FFF2-40B4-BE49-F238E27FC236}">
                    <a16:creationId xmlns:a16="http://schemas.microsoft.com/office/drawing/2014/main" id="{F2C45384-EA3C-2BB9-B0D1-E5DE8EE9444B}"/>
                  </a:ext>
                </a:extLst>
              </p:cNvPr>
              <p:cNvSpPr txBox="1"/>
              <p:nvPr/>
            </p:nvSpPr>
            <p:spPr>
              <a:xfrm>
                <a:off x="1686134" y="1365279"/>
                <a:ext cx="1305900" cy="3405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2000" b="1" dirty="0" err="1">
                    <a:solidFill>
                      <a:srgbClr val="FFFFFF"/>
                    </a:solidFill>
                    <a:latin typeface="Fira Sans Extra Condensed Medium"/>
                    <a:ea typeface="Fira Sans Extra Condensed Medium"/>
                    <a:cs typeface="Fira Sans Extra Condensed Medium"/>
                    <a:sym typeface="Fira Sans Extra Condensed Medium"/>
                  </a:rPr>
                  <a:t>প্রবৃদ্ধকোন</a:t>
                </a:r>
                <a:endParaRPr sz="2000" b="1" dirty="0">
                  <a:solidFill>
                    <a:srgbClr val="FFFFFF"/>
                  </a:solidFill>
                  <a:latin typeface="Fira Sans Extra Condensed Medium"/>
                  <a:ea typeface="Fira Sans Extra Condensed Medium"/>
                  <a:cs typeface="Fira Sans Extra Condensed Medium"/>
                  <a:sym typeface="Fira Sans Extra Condensed Medium"/>
                </a:endParaRPr>
              </a:p>
            </p:txBody>
          </p:sp>
        </p:grpSp>
        <p:sp>
          <p:nvSpPr>
            <p:cNvPr id="131" name="Google Shape;1989;p42">
              <a:extLst>
                <a:ext uri="{FF2B5EF4-FFF2-40B4-BE49-F238E27FC236}">
                  <a16:creationId xmlns:a16="http://schemas.microsoft.com/office/drawing/2014/main" id="{F8803163-3882-3561-5CD9-D5051B03099B}"/>
                </a:ext>
              </a:extLst>
            </p:cNvPr>
            <p:cNvSpPr/>
            <p:nvPr/>
          </p:nvSpPr>
          <p:spPr>
            <a:xfrm>
              <a:off x="3228940" y="1562075"/>
              <a:ext cx="1668509" cy="15301"/>
            </a:xfrm>
            <a:custGeom>
              <a:avLst/>
              <a:gdLst/>
              <a:ahLst/>
              <a:cxnLst/>
              <a:rect l="l" t="t" r="r" b="b"/>
              <a:pathLst>
                <a:path w="67592" h="735" fill="none" extrusionOk="0">
                  <a:moveTo>
                    <a:pt x="0" y="0"/>
                  </a:moveTo>
                  <a:cubicBezTo>
                    <a:pt x="6784" y="0"/>
                    <a:pt x="35876" y="140"/>
                    <a:pt x="39897" y="140"/>
                  </a:cubicBezTo>
                  <a:cubicBezTo>
                    <a:pt x="43919" y="140"/>
                    <a:pt x="51856" y="455"/>
                    <a:pt x="56227" y="490"/>
                  </a:cubicBezTo>
                  <a:cubicBezTo>
                    <a:pt x="59479" y="525"/>
                    <a:pt x="63290" y="734"/>
                    <a:pt x="67591" y="490"/>
                  </a:cubicBezTo>
                </a:path>
              </a:pathLst>
            </a:custGeom>
            <a:noFill/>
            <a:ln w="21850" cap="rnd" cmpd="sng">
              <a:solidFill>
                <a:srgbClr val="0206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132" name="Google Shape;1990;p42">
              <a:extLst>
                <a:ext uri="{FF2B5EF4-FFF2-40B4-BE49-F238E27FC236}">
                  <a16:creationId xmlns:a16="http://schemas.microsoft.com/office/drawing/2014/main" id="{F26DA54D-F0DC-8AD5-15BF-B4876F8706CB}"/>
                </a:ext>
              </a:extLst>
            </p:cNvPr>
            <p:cNvGrpSpPr/>
            <p:nvPr/>
          </p:nvGrpSpPr>
          <p:grpSpPr>
            <a:xfrm>
              <a:off x="457190" y="1249062"/>
              <a:ext cx="643364" cy="641326"/>
              <a:chOff x="1244906" y="1219332"/>
              <a:chExt cx="643364" cy="641326"/>
            </a:xfrm>
          </p:grpSpPr>
          <p:sp>
            <p:nvSpPr>
              <p:cNvPr id="145" name="Google Shape;1991;p42">
                <a:extLst>
                  <a:ext uri="{FF2B5EF4-FFF2-40B4-BE49-F238E27FC236}">
                    <a16:creationId xmlns:a16="http://schemas.microsoft.com/office/drawing/2014/main" id="{FC682FE0-2B59-CB7C-3795-B0084E041239}"/>
                  </a:ext>
                </a:extLst>
              </p:cNvPr>
              <p:cNvSpPr/>
              <p:nvPr/>
            </p:nvSpPr>
            <p:spPr>
              <a:xfrm>
                <a:off x="1244906" y="1221787"/>
                <a:ext cx="616371" cy="611936"/>
              </a:xfrm>
              <a:custGeom>
                <a:avLst/>
                <a:gdLst/>
                <a:ahLst/>
                <a:cxnLst/>
                <a:rect l="l" t="t" r="r" b="b"/>
                <a:pathLst>
                  <a:path w="29548" h="29420" extrusionOk="0">
                    <a:moveTo>
                      <a:pt x="15435" y="0"/>
                    </a:moveTo>
                    <a:cubicBezTo>
                      <a:pt x="15198" y="0"/>
                      <a:pt x="14960" y="8"/>
                      <a:pt x="14722" y="23"/>
                    </a:cubicBezTo>
                    <a:cubicBezTo>
                      <a:pt x="11260" y="23"/>
                      <a:pt x="7169" y="1666"/>
                      <a:pt x="4861" y="3799"/>
                    </a:cubicBezTo>
                    <a:cubicBezTo>
                      <a:pt x="2588" y="5932"/>
                      <a:pt x="1" y="9569"/>
                      <a:pt x="71" y="13240"/>
                    </a:cubicBezTo>
                    <a:cubicBezTo>
                      <a:pt x="106" y="16912"/>
                      <a:pt x="350" y="19709"/>
                      <a:pt x="3043" y="23695"/>
                    </a:cubicBezTo>
                    <a:cubicBezTo>
                      <a:pt x="4477" y="25968"/>
                      <a:pt x="6679" y="27646"/>
                      <a:pt x="9302" y="28381"/>
                    </a:cubicBezTo>
                    <a:cubicBezTo>
                      <a:pt x="10223" y="28713"/>
                      <a:pt x="12565" y="29420"/>
                      <a:pt x="15124" y="29420"/>
                    </a:cubicBezTo>
                    <a:cubicBezTo>
                      <a:pt x="16065" y="29420"/>
                      <a:pt x="17034" y="29324"/>
                      <a:pt x="17974" y="29080"/>
                    </a:cubicBezTo>
                    <a:cubicBezTo>
                      <a:pt x="21470" y="28136"/>
                      <a:pt x="24163" y="26877"/>
                      <a:pt x="25981" y="24185"/>
                    </a:cubicBezTo>
                    <a:cubicBezTo>
                      <a:pt x="27800" y="21492"/>
                      <a:pt x="29548" y="18870"/>
                      <a:pt x="29443" y="14709"/>
                    </a:cubicBezTo>
                    <a:cubicBezTo>
                      <a:pt x="29338" y="10583"/>
                      <a:pt x="27904" y="7610"/>
                      <a:pt x="26681" y="6142"/>
                    </a:cubicBezTo>
                    <a:cubicBezTo>
                      <a:pt x="25457" y="4638"/>
                      <a:pt x="23429" y="2610"/>
                      <a:pt x="21121" y="1456"/>
                    </a:cubicBezTo>
                    <a:cubicBezTo>
                      <a:pt x="19371" y="519"/>
                      <a:pt x="17426" y="0"/>
                      <a:pt x="15435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6" name="Google Shape;1992;p42">
                <a:extLst>
                  <a:ext uri="{FF2B5EF4-FFF2-40B4-BE49-F238E27FC236}">
                    <a16:creationId xmlns:a16="http://schemas.microsoft.com/office/drawing/2014/main" id="{FD8DA643-CC13-31C5-993B-9B999E427EAB}"/>
                  </a:ext>
                </a:extLst>
              </p:cNvPr>
              <p:cNvSpPr/>
              <p:nvPr/>
            </p:nvSpPr>
            <p:spPr>
              <a:xfrm>
                <a:off x="1271899" y="1248868"/>
                <a:ext cx="616371" cy="611790"/>
              </a:xfrm>
              <a:custGeom>
                <a:avLst/>
                <a:gdLst/>
                <a:ahLst/>
                <a:cxnLst/>
                <a:rect l="l" t="t" r="r" b="b"/>
                <a:pathLst>
                  <a:path w="29548" h="29413" extrusionOk="0">
                    <a:moveTo>
                      <a:pt x="15315" y="0"/>
                    </a:moveTo>
                    <a:cubicBezTo>
                      <a:pt x="15117" y="0"/>
                      <a:pt x="14920" y="5"/>
                      <a:pt x="14722" y="14"/>
                    </a:cubicBezTo>
                    <a:cubicBezTo>
                      <a:pt x="11260" y="14"/>
                      <a:pt x="7169" y="1658"/>
                      <a:pt x="4896" y="3791"/>
                    </a:cubicBezTo>
                    <a:cubicBezTo>
                      <a:pt x="2588" y="5924"/>
                      <a:pt x="1" y="9560"/>
                      <a:pt x="105" y="13232"/>
                    </a:cubicBezTo>
                    <a:cubicBezTo>
                      <a:pt x="175" y="16903"/>
                      <a:pt x="420" y="19701"/>
                      <a:pt x="3078" y="23687"/>
                    </a:cubicBezTo>
                    <a:cubicBezTo>
                      <a:pt x="4476" y="25960"/>
                      <a:pt x="6714" y="27638"/>
                      <a:pt x="9302" y="28407"/>
                    </a:cubicBezTo>
                    <a:cubicBezTo>
                      <a:pt x="10196" y="28714"/>
                      <a:pt x="12563" y="29412"/>
                      <a:pt x="15137" y="29412"/>
                    </a:cubicBezTo>
                    <a:cubicBezTo>
                      <a:pt x="16087" y="29412"/>
                      <a:pt x="17066" y="29317"/>
                      <a:pt x="18009" y="29072"/>
                    </a:cubicBezTo>
                    <a:cubicBezTo>
                      <a:pt x="21505" y="28128"/>
                      <a:pt x="24198" y="26869"/>
                      <a:pt x="26016" y="24176"/>
                    </a:cubicBezTo>
                    <a:cubicBezTo>
                      <a:pt x="27799" y="21484"/>
                      <a:pt x="29548" y="18861"/>
                      <a:pt x="29478" y="14700"/>
                    </a:cubicBezTo>
                    <a:cubicBezTo>
                      <a:pt x="29373" y="10574"/>
                      <a:pt x="27904" y="7602"/>
                      <a:pt x="26680" y="6134"/>
                    </a:cubicBezTo>
                    <a:cubicBezTo>
                      <a:pt x="25456" y="4665"/>
                      <a:pt x="23463" y="2602"/>
                      <a:pt x="21121" y="1448"/>
                    </a:cubicBezTo>
                    <a:cubicBezTo>
                      <a:pt x="19336" y="492"/>
                      <a:pt x="17347" y="0"/>
                      <a:pt x="15315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7" name="Google Shape;1993;p42">
                <a:extLst>
                  <a:ext uri="{FF2B5EF4-FFF2-40B4-BE49-F238E27FC236}">
                    <a16:creationId xmlns:a16="http://schemas.microsoft.com/office/drawing/2014/main" id="{0AEBA5A1-E9B6-CD80-E1B9-68321524CBA9}"/>
                  </a:ext>
                </a:extLst>
              </p:cNvPr>
              <p:cNvSpPr/>
              <p:nvPr/>
            </p:nvSpPr>
            <p:spPr>
              <a:xfrm>
                <a:off x="1362348" y="1282419"/>
                <a:ext cx="449345" cy="453939"/>
              </a:xfrm>
              <a:custGeom>
                <a:avLst/>
                <a:gdLst/>
                <a:ahLst/>
                <a:cxnLst/>
                <a:rect l="l" t="t" r="r" b="b"/>
                <a:pathLst>
                  <a:path w="21541" h="21824" extrusionOk="0">
                    <a:moveTo>
                      <a:pt x="10477" y="0"/>
                    </a:moveTo>
                    <a:cubicBezTo>
                      <a:pt x="9959" y="0"/>
                      <a:pt x="9417" y="37"/>
                      <a:pt x="8847" y="115"/>
                    </a:cubicBezTo>
                    <a:cubicBezTo>
                      <a:pt x="3637" y="814"/>
                      <a:pt x="0" y="4486"/>
                      <a:pt x="0" y="10535"/>
                    </a:cubicBezTo>
                    <a:cubicBezTo>
                      <a:pt x="0" y="17248"/>
                      <a:pt x="5910" y="21095"/>
                      <a:pt x="9232" y="21619"/>
                    </a:cubicBezTo>
                    <a:cubicBezTo>
                      <a:pt x="9993" y="21740"/>
                      <a:pt x="10896" y="21823"/>
                      <a:pt x="11854" y="21823"/>
                    </a:cubicBezTo>
                    <a:cubicBezTo>
                      <a:pt x="15074" y="21823"/>
                      <a:pt x="18913" y="20879"/>
                      <a:pt x="20071" y="17213"/>
                    </a:cubicBezTo>
                    <a:cubicBezTo>
                      <a:pt x="21540" y="12458"/>
                      <a:pt x="21155" y="7108"/>
                      <a:pt x="18323" y="3961"/>
                    </a:cubicBezTo>
                    <a:cubicBezTo>
                      <a:pt x="16286" y="1650"/>
                      <a:pt x="13931" y="0"/>
                      <a:pt x="10477" y="0"/>
                    </a:cubicBezTo>
                    <a:close/>
                  </a:path>
                </a:pathLst>
              </a:custGeom>
              <a:solidFill>
                <a:srgbClr val="231F20">
                  <a:alpha val="182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8" name="Google Shape;1994;p42">
                <a:extLst>
                  <a:ext uri="{FF2B5EF4-FFF2-40B4-BE49-F238E27FC236}">
                    <a16:creationId xmlns:a16="http://schemas.microsoft.com/office/drawing/2014/main" id="{EA65CA01-74E6-1971-5158-046E6996BD17}"/>
                  </a:ext>
                </a:extLst>
              </p:cNvPr>
              <p:cNvSpPr/>
              <p:nvPr/>
            </p:nvSpPr>
            <p:spPr>
              <a:xfrm>
                <a:off x="1342656" y="1392159"/>
                <a:ext cx="344399" cy="179213"/>
              </a:xfrm>
              <a:custGeom>
                <a:avLst/>
                <a:gdLst/>
                <a:ahLst/>
                <a:cxnLst/>
                <a:rect l="l" t="t" r="r" b="b"/>
                <a:pathLst>
                  <a:path w="16510" h="8616" extrusionOk="0">
                    <a:moveTo>
                      <a:pt x="16482" y="0"/>
                    </a:moveTo>
                    <a:cubicBezTo>
                      <a:pt x="16055" y="0"/>
                      <a:pt x="10073" y="2115"/>
                      <a:pt x="7833" y="2951"/>
                    </a:cubicBezTo>
                    <a:cubicBezTo>
                      <a:pt x="6574" y="3406"/>
                      <a:pt x="0" y="6098"/>
                      <a:pt x="140" y="6238"/>
                    </a:cubicBezTo>
                    <a:cubicBezTo>
                      <a:pt x="140" y="6238"/>
                      <a:pt x="2028" y="7112"/>
                      <a:pt x="2623" y="7392"/>
                    </a:cubicBezTo>
                    <a:cubicBezTo>
                      <a:pt x="3462" y="7741"/>
                      <a:pt x="5315" y="8616"/>
                      <a:pt x="5665" y="8616"/>
                    </a:cubicBezTo>
                    <a:cubicBezTo>
                      <a:pt x="6015" y="8616"/>
                      <a:pt x="7868" y="6867"/>
                      <a:pt x="9931" y="5329"/>
                    </a:cubicBezTo>
                    <a:cubicBezTo>
                      <a:pt x="12239" y="3580"/>
                      <a:pt x="16400" y="259"/>
                      <a:pt x="16505" y="14"/>
                    </a:cubicBezTo>
                    <a:cubicBezTo>
                      <a:pt x="16509" y="5"/>
                      <a:pt x="16501" y="0"/>
                      <a:pt x="16482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9" name="Google Shape;1995;p42">
                <a:extLst>
                  <a:ext uri="{FF2B5EF4-FFF2-40B4-BE49-F238E27FC236}">
                    <a16:creationId xmlns:a16="http://schemas.microsoft.com/office/drawing/2014/main" id="{1544721E-F0DE-D9D1-8C42-77A1CDFED677}"/>
                  </a:ext>
                </a:extLst>
              </p:cNvPr>
              <p:cNvSpPr/>
              <p:nvPr/>
            </p:nvSpPr>
            <p:spPr>
              <a:xfrm>
                <a:off x="1527914" y="1392430"/>
                <a:ext cx="159037" cy="258232"/>
              </a:xfrm>
              <a:custGeom>
                <a:avLst/>
                <a:gdLst/>
                <a:ahLst/>
                <a:cxnLst/>
                <a:rect l="l" t="t" r="r" b="b"/>
                <a:pathLst>
                  <a:path w="7624" h="12415" extrusionOk="0">
                    <a:moveTo>
                      <a:pt x="7624" y="1"/>
                    </a:moveTo>
                    <a:lnTo>
                      <a:pt x="7624" y="1"/>
                    </a:lnTo>
                    <a:cubicBezTo>
                      <a:pt x="6854" y="1015"/>
                      <a:pt x="5386" y="2973"/>
                      <a:pt x="4861" y="3567"/>
                    </a:cubicBezTo>
                    <a:cubicBezTo>
                      <a:pt x="4372" y="4197"/>
                      <a:pt x="2519" y="6714"/>
                      <a:pt x="2239" y="7099"/>
                    </a:cubicBezTo>
                    <a:cubicBezTo>
                      <a:pt x="1924" y="7484"/>
                      <a:pt x="1" y="9582"/>
                      <a:pt x="246" y="9792"/>
                    </a:cubicBezTo>
                    <a:cubicBezTo>
                      <a:pt x="1050" y="10316"/>
                      <a:pt x="1924" y="10806"/>
                      <a:pt x="2868" y="11190"/>
                    </a:cubicBezTo>
                    <a:cubicBezTo>
                      <a:pt x="3952" y="11680"/>
                      <a:pt x="5736" y="12414"/>
                      <a:pt x="5875" y="12414"/>
                    </a:cubicBezTo>
                    <a:cubicBezTo>
                      <a:pt x="5876" y="12414"/>
                      <a:pt x="5877" y="12414"/>
                      <a:pt x="5878" y="12414"/>
                    </a:cubicBezTo>
                    <a:cubicBezTo>
                      <a:pt x="6020" y="12414"/>
                      <a:pt x="6401" y="9892"/>
                      <a:pt x="6505" y="9197"/>
                    </a:cubicBezTo>
                    <a:cubicBezTo>
                      <a:pt x="6680" y="8078"/>
                      <a:pt x="7029" y="5141"/>
                      <a:pt x="7169" y="4057"/>
                    </a:cubicBezTo>
                    <a:cubicBezTo>
                      <a:pt x="7414" y="2448"/>
                      <a:pt x="7484" y="1295"/>
                      <a:pt x="7624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0" name="Google Shape;1996;p42">
                <a:extLst>
                  <a:ext uri="{FF2B5EF4-FFF2-40B4-BE49-F238E27FC236}">
                    <a16:creationId xmlns:a16="http://schemas.microsoft.com/office/drawing/2014/main" id="{48A6B710-E441-D5B6-56ED-C3C02E33435A}"/>
                  </a:ext>
                </a:extLst>
              </p:cNvPr>
              <p:cNvSpPr/>
              <p:nvPr/>
            </p:nvSpPr>
            <p:spPr>
              <a:xfrm>
                <a:off x="1342656" y="1388083"/>
                <a:ext cx="346485" cy="183290"/>
              </a:xfrm>
              <a:custGeom>
                <a:avLst/>
                <a:gdLst/>
                <a:ahLst/>
                <a:cxnLst/>
                <a:rect l="l" t="t" r="r" b="b"/>
                <a:pathLst>
                  <a:path w="16610" h="8812" fill="none" extrusionOk="0">
                    <a:moveTo>
                      <a:pt x="140" y="6434"/>
                    </a:moveTo>
                    <a:cubicBezTo>
                      <a:pt x="0" y="6294"/>
                      <a:pt x="6574" y="3602"/>
                      <a:pt x="7833" y="3147"/>
                    </a:cubicBezTo>
                    <a:cubicBezTo>
                      <a:pt x="10176" y="2273"/>
                      <a:pt x="16610" y="0"/>
                      <a:pt x="16505" y="210"/>
                    </a:cubicBezTo>
                    <a:cubicBezTo>
                      <a:pt x="16400" y="455"/>
                      <a:pt x="12239" y="3776"/>
                      <a:pt x="9931" y="5525"/>
                    </a:cubicBezTo>
                    <a:cubicBezTo>
                      <a:pt x="7868" y="7063"/>
                      <a:pt x="6015" y="8812"/>
                      <a:pt x="5665" y="8812"/>
                    </a:cubicBezTo>
                    <a:cubicBezTo>
                      <a:pt x="5315" y="8812"/>
                      <a:pt x="3462" y="7937"/>
                      <a:pt x="2623" y="7588"/>
                    </a:cubicBezTo>
                    <a:cubicBezTo>
                      <a:pt x="2028" y="7308"/>
                      <a:pt x="140" y="6434"/>
                      <a:pt x="140" y="6434"/>
                    </a:cubicBezTo>
                    <a:close/>
                  </a:path>
                </a:pathLst>
              </a:custGeom>
              <a:noFill/>
              <a:ln w="21850" cap="rnd" cmpd="sng">
                <a:solidFill>
                  <a:srgbClr val="0206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1" name="Google Shape;1997;p42">
                <a:extLst>
                  <a:ext uri="{FF2B5EF4-FFF2-40B4-BE49-F238E27FC236}">
                    <a16:creationId xmlns:a16="http://schemas.microsoft.com/office/drawing/2014/main" id="{7C8608F4-CACE-4B61-7877-29947FF79D57}"/>
                  </a:ext>
                </a:extLst>
              </p:cNvPr>
              <p:cNvSpPr/>
              <p:nvPr/>
            </p:nvSpPr>
            <p:spPr>
              <a:xfrm>
                <a:off x="1527914" y="1392430"/>
                <a:ext cx="159037" cy="258939"/>
              </a:xfrm>
              <a:custGeom>
                <a:avLst/>
                <a:gdLst/>
                <a:ahLst/>
                <a:cxnLst/>
                <a:rect l="l" t="t" r="r" b="b"/>
                <a:pathLst>
                  <a:path w="7624" h="12449" fill="none" extrusionOk="0">
                    <a:moveTo>
                      <a:pt x="7624" y="1"/>
                    </a:moveTo>
                    <a:cubicBezTo>
                      <a:pt x="6854" y="1015"/>
                      <a:pt x="5386" y="2973"/>
                      <a:pt x="4861" y="3567"/>
                    </a:cubicBezTo>
                    <a:cubicBezTo>
                      <a:pt x="4372" y="4197"/>
                      <a:pt x="2519" y="6714"/>
                      <a:pt x="2239" y="7099"/>
                    </a:cubicBezTo>
                    <a:cubicBezTo>
                      <a:pt x="1924" y="7484"/>
                      <a:pt x="1" y="9582"/>
                      <a:pt x="246" y="9792"/>
                    </a:cubicBezTo>
                    <a:cubicBezTo>
                      <a:pt x="1050" y="10316"/>
                      <a:pt x="1924" y="10806"/>
                      <a:pt x="2868" y="11190"/>
                    </a:cubicBezTo>
                    <a:cubicBezTo>
                      <a:pt x="3952" y="11680"/>
                      <a:pt x="5736" y="12414"/>
                      <a:pt x="5875" y="12414"/>
                    </a:cubicBezTo>
                    <a:cubicBezTo>
                      <a:pt x="6015" y="12449"/>
                      <a:pt x="6400" y="9896"/>
                      <a:pt x="6505" y="9197"/>
                    </a:cubicBezTo>
                    <a:cubicBezTo>
                      <a:pt x="6680" y="8078"/>
                      <a:pt x="7029" y="5141"/>
                      <a:pt x="7169" y="4057"/>
                    </a:cubicBezTo>
                    <a:cubicBezTo>
                      <a:pt x="7414" y="2448"/>
                      <a:pt x="7484" y="1295"/>
                      <a:pt x="7624" y="1"/>
                    </a:cubicBezTo>
                    <a:close/>
                  </a:path>
                </a:pathLst>
              </a:custGeom>
              <a:noFill/>
              <a:ln w="21850" cap="rnd" cmpd="sng">
                <a:solidFill>
                  <a:srgbClr val="0206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2" name="Google Shape;1998;p42">
                <a:extLst>
                  <a:ext uri="{FF2B5EF4-FFF2-40B4-BE49-F238E27FC236}">
                    <a16:creationId xmlns:a16="http://schemas.microsoft.com/office/drawing/2014/main" id="{F0A839B6-5F02-D08B-EF8E-BC6699A67287}"/>
                  </a:ext>
                </a:extLst>
              </p:cNvPr>
              <p:cNvSpPr/>
              <p:nvPr/>
            </p:nvSpPr>
            <p:spPr>
              <a:xfrm>
                <a:off x="1460807" y="1571351"/>
                <a:ext cx="96311" cy="119309"/>
              </a:xfrm>
              <a:custGeom>
                <a:avLst/>
                <a:gdLst/>
                <a:ahLst/>
                <a:cxnLst/>
                <a:rect l="l" t="t" r="r" b="b"/>
                <a:pathLst>
                  <a:path w="4617" h="5736" fill="none" extrusionOk="0">
                    <a:moveTo>
                      <a:pt x="1" y="1"/>
                    </a:moveTo>
                    <a:cubicBezTo>
                      <a:pt x="36" y="1469"/>
                      <a:pt x="1260" y="3602"/>
                      <a:pt x="1435" y="4127"/>
                    </a:cubicBezTo>
                    <a:cubicBezTo>
                      <a:pt x="1644" y="4686"/>
                      <a:pt x="1889" y="5211"/>
                      <a:pt x="2169" y="5735"/>
                    </a:cubicBezTo>
                    <a:cubicBezTo>
                      <a:pt x="2169" y="5735"/>
                      <a:pt x="3288" y="4127"/>
                      <a:pt x="3533" y="3707"/>
                    </a:cubicBezTo>
                    <a:cubicBezTo>
                      <a:pt x="3987" y="3043"/>
                      <a:pt x="4512" y="2169"/>
                      <a:pt x="4617" y="1924"/>
                    </a:cubicBezTo>
                  </a:path>
                </a:pathLst>
              </a:custGeom>
              <a:noFill/>
              <a:ln w="21850" cap="rnd" cmpd="sng">
                <a:solidFill>
                  <a:srgbClr val="0206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153" name="Google Shape;1999;p42">
                <a:extLst>
                  <a:ext uri="{FF2B5EF4-FFF2-40B4-BE49-F238E27FC236}">
                    <a16:creationId xmlns:a16="http://schemas.microsoft.com/office/drawing/2014/main" id="{3974EB91-BF79-5771-9126-86374BFC6E66}"/>
                  </a:ext>
                </a:extLst>
              </p:cNvPr>
              <p:cNvSpPr/>
              <p:nvPr/>
            </p:nvSpPr>
            <p:spPr>
              <a:xfrm>
                <a:off x="1506032" y="1596083"/>
                <a:ext cx="26284" cy="94578"/>
              </a:xfrm>
              <a:custGeom>
                <a:avLst/>
                <a:gdLst/>
                <a:ahLst/>
                <a:cxnLst/>
                <a:rect l="l" t="t" r="r" b="b"/>
                <a:pathLst>
                  <a:path w="1260" h="4547" fill="none" extrusionOk="0">
                    <a:moveTo>
                      <a:pt x="1260" y="1"/>
                    </a:moveTo>
                    <a:cubicBezTo>
                      <a:pt x="1015" y="875"/>
                      <a:pt x="735" y="1749"/>
                      <a:pt x="630" y="2029"/>
                    </a:cubicBezTo>
                    <a:cubicBezTo>
                      <a:pt x="386" y="2833"/>
                      <a:pt x="176" y="3672"/>
                      <a:pt x="1" y="4546"/>
                    </a:cubicBezTo>
                  </a:path>
                </a:pathLst>
              </a:custGeom>
              <a:noFill/>
              <a:ln w="21850" cap="rnd" cmpd="sng">
                <a:solidFill>
                  <a:srgbClr val="0206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4" name="Google Shape;2000;p42">
                <a:extLst>
                  <a:ext uri="{FF2B5EF4-FFF2-40B4-BE49-F238E27FC236}">
                    <a16:creationId xmlns:a16="http://schemas.microsoft.com/office/drawing/2014/main" id="{6A14B4BE-C9E0-1FCB-7D89-055347BA1F6F}"/>
                  </a:ext>
                </a:extLst>
              </p:cNvPr>
              <p:cNvSpPr/>
              <p:nvPr/>
            </p:nvSpPr>
            <p:spPr>
              <a:xfrm>
                <a:off x="1506032" y="1597539"/>
                <a:ext cx="50356" cy="90938"/>
              </a:xfrm>
              <a:custGeom>
                <a:avLst/>
                <a:gdLst/>
                <a:ahLst/>
                <a:cxnLst/>
                <a:rect l="l" t="t" r="r" b="b"/>
                <a:pathLst>
                  <a:path w="2414" h="4372" extrusionOk="0">
                    <a:moveTo>
                      <a:pt x="1260" y="0"/>
                    </a:moveTo>
                    <a:cubicBezTo>
                      <a:pt x="1120" y="770"/>
                      <a:pt x="910" y="1539"/>
                      <a:pt x="700" y="2308"/>
                    </a:cubicBezTo>
                    <a:cubicBezTo>
                      <a:pt x="524" y="2786"/>
                      <a:pt x="421" y="3317"/>
                      <a:pt x="247" y="3812"/>
                    </a:cubicBezTo>
                    <a:lnTo>
                      <a:pt x="247" y="3812"/>
                    </a:lnTo>
                    <a:cubicBezTo>
                      <a:pt x="350" y="3624"/>
                      <a:pt x="468" y="3451"/>
                      <a:pt x="595" y="3287"/>
                    </a:cubicBezTo>
                    <a:cubicBezTo>
                      <a:pt x="805" y="2903"/>
                      <a:pt x="1085" y="2553"/>
                      <a:pt x="1295" y="2168"/>
                    </a:cubicBezTo>
                    <a:cubicBezTo>
                      <a:pt x="1539" y="1574"/>
                      <a:pt x="1924" y="1049"/>
                      <a:pt x="2414" y="665"/>
                    </a:cubicBezTo>
                    <a:cubicBezTo>
                      <a:pt x="2099" y="525"/>
                      <a:pt x="1714" y="175"/>
                      <a:pt x="1365" y="105"/>
                    </a:cubicBezTo>
                    <a:lnTo>
                      <a:pt x="1260" y="0"/>
                    </a:lnTo>
                    <a:close/>
                    <a:moveTo>
                      <a:pt x="247" y="3812"/>
                    </a:moveTo>
                    <a:lnTo>
                      <a:pt x="247" y="3812"/>
                    </a:lnTo>
                    <a:cubicBezTo>
                      <a:pt x="151" y="3985"/>
                      <a:pt x="68" y="4170"/>
                      <a:pt x="1" y="4371"/>
                    </a:cubicBezTo>
                    <a:cubicBezTo>
                      <a:pt x="99" y="4194"/>
                      <a:pt x="178" y="4006"/>
                      <a:pt x="247" y="3812"/>
                    </a:cubicBezTo>
                    <a:close/>
                  </a:path>
                </a:pathLst>
              </a:custGeom>
              <a:solidFill>
                <a:srgbClr val="0206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5" name="Google Shape;2001;p42">
                <a:extLst>
                  <a:ext uri="{FF2B5EF4-FFF2-40B4-BE49-F238E27FC236}">
                    <a16:creationId xmlns:a16="http://schemas.microsoft.com/office/drawing/2014/main" id="{D00378CF-521F-3561-7958-9F680F94D22D}"/>
                  </a:ext>
                </a:extLst>
              </p:cNvPr>
              <p:cNvSpPr/>
              <p:nvPr/>
            </p:nvSpPr>
            <p:spPr>
              <a:xfrm>
                <a:off x="1244906" y="1219332"/>
                <a:ext cx="616371" cy="626246"/>
              </a:xfrm>
              <a:custGeom>
                <a:avLst/>
                <a:gdLst/>
                <a:ahLst/>
                <a:cxnLst/>
                <a:rect l="l" t="t" r="r" b="b"/>
                <a:pathLst>
                  <a:path w="29548" h="30108" fill="none" extrusionOk="0">
                    <a:moveTo>
                      <a:pt x="14722" y="141"/>
                    </a:moveTo>
                    <a:cubicBezTo>
                      <a:pt x="11260" y="141"/>
                      <a:pt x="7169" y="1784"/>
                      <a:pt x="4861" y="3917"/>
                    </a:cubicBezTo>
                    <a:cubicBezTo>
                      <a:pt x="2588" y="6050"/>
                      <a:pt x="1" y="9687"/>
                      <a:pt x="71" y="13358"/>
                    </a:cubicBezTo>
                    <a:cubicBezTo>
                      <a:pt x="106" y="17030"/>
                      <a:pt x="350" y="19827"/>
                      <a:pt x="3043" y="23813"/>
                    </a:cubicBezTo>
                    <a:cubicBezTo>
                      <a:pt x="4477" y="26086"/>
                      <a:pt x="6679" y="27764"/>
                      <a:pt x="9302" y="28499"/>
                    </a:cubicBezTo>
                    <a:cubicBezTo>
                      <a:pt x="10561" y="28953"/>
                      <a:pt x="14477" y="30107"/>
                      <a:pt x="17974" y="29198"/>
                    </a:cubicBezTo>
                    <a:cubicBezTo>
                      <a:pt x="21470" y="28254"/>
                      <a:pt x="24163" y="26995"/>
                      <a:pt x="25981" y="24303"/>
                    </a:cubicBezTo>
                    <a:cubicBezTo>
                      <a:pt x="27800" y="21610"/>
                      <a:pt x="29548" y="18988"/>
                      <a:pt x="29443" y="14827"/>
                    </a:cubicBezTo>
                    <a:cubicBezTo>
                      <a:pt x="29338" y="10701"/>
                      <a:pt x="27904" y="7728"/>
                      <a:pt x="26681" y="6260"/>
                    </a:cubicBezTo>
                    <a:cubicBezTo>
                      <a:pt x="25457" y="4756"/>
                      <a:pt x="23429" y="2728"/>
                      <a:pt x="21121" y="1574"/>
                    </a:cubicBezTo>
                    <a:cubicBezTo>
                      <a:pt x="19163" y="525"/>
                      <a:pt x="16960" y="1"/>
                      <a:pt x="14722" y="141"/>
                    </a:cubicBezTo>
                    <a:close/>
                  </a:path>
                </a:pathLst>
              </a:custGeom>
              <a:noFill/>
              <a:ln w="21850" cap="rnd" cmpd="sng">
                <a:solidFill>
                  <a:srgbClr val="0206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133" name="Google Shape;2002;p42">
              <a:extLst>
                <a:ext uri="{FF2B5EF4-FFF2-40B4-BE49-F238E27FC236}">
                  <a16:creationId xmlns:a16="http://schemas.microsoft.com/office/drawing/2014/main" id="{DCDE693A-9B58-EF7C-67B2-8BC341569F0A}"/>
                </a:ext>
              </a:extLst>
            </p:cNvPr>
            <p:cNvSpPr/>
            <p:nvPr/>
          </p:nvSpPr>
          <p:spPr>
            <a:xfrm rot="5400000" flipH="1">
              <a:off x="1439406" y="1214445"/>
              <a:ext cx="2875" cy="710560"/>
            </a:xfrm>
            <a:custGeom>
              <a:avLst/>
              <a:gdLst/>
              <a:ahLst/>
              <a:cxnLst/>
              <a:rect l="l" t="t" r="r" b="b"/>
              <a:pathLst>
                <a:path w="141" h="13253" fill="none" extrusionOk="0">
                  <a:moveTo>
                    <a:pt x="1" y="0"/>
                  </a:moveTo>
                  <a:cubicBezTo>
                    <a:pt x="1" y="1924"/>
                    <a:pt x="141" y="3357"/>
                    <a:pt x="141" y="4231"/>
                  </a:cubicBezTo>
                  <a:cubicBezTo>
                    <a:pt x="141" y="5106"/>
                    <a:pt x="1" y="11190"/>
                    <a:pt x="141" y="13253"/>
                  </a:cubicBezTo>
                </a:path>
              </a:pathLst>
            </a:custGeom>
            <a:noFill/>
            <a:ln w="21850" cap="rnd" cmpd="sng">
              <a:solidFill>
                <a:srgbClr val="0206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134" name="Google Shape;2003;p42">
              <a:extLst>
                <a:ext uri="{FF2B5EF4-FFF2-40B4-BE49-F238E27FC236}">
                  <a16:creationId xmlns:a16="http://schemas.microsoft.com/office/drawing/2014/main" id="{86341F15-4226-B334-4DCF-221BA586FBB4}"/>
                </a:ext>
              </a:extLst>
            </p:cNvPr>
            <p:cNvGrpSpPr/>
            <p:nvPr/>
          </p:nvGrpSpPr>
          <p:grpSpPr>
            <a:xfrm>
              <a:off x="4880789" y="1222730"/>
              <a:ext cx="3806095" cy="693989"/>
              <a:chOff x="-528140" y="2158143"/>
              <a:chExt cx="2483910" cy="1100871"/>
            </a:xfrm>
          </p:grpSpPr>
          <p:grpSp>
            <p:nvGrpSpPr>
              <p:cNvPr id="139" name="Google Shape;2004;p42">
                <a:extLst>
                  <a:ext uri="{FF2B5EF4-FFF2-40B4-BE49-F238E27FC236}">
                    <a16:creationId xmlns:a16="http://schemas.microsoft.com/office/drawing/2014/main" id="{28A1A4F1-2E53-B7B2-B01F-A34DB8437B0F}"/>
                  </a:ext>
                </a:extLst>
              </p:cNvPr>
              <p:cNvGrpSpPr/>
              <p:nvPr/>
            </p:nvGrpSpPr>
            <p:grpSpPr>
              <a:xfrm>
                <a:off x="-528140" y="2158143"/>
                <a:ext cx="2483910" cy="1100871"/>
                <a:chOff x="464575" y="3111189"/>
                <a:chExt cx="1437614" cy="1682775"/>
              </a:xfrm>
            </p:grpSpPr>
            <p:sp>
              <p:nvSpPr>
                <p:cNvPr id="141" name="Google Shape;2005;p42">
                  <a:extLst>
                    <a:ext uri="{FF2B5EF4-FFF2-40B4-BE49-F238E27FC236}">
                      <a16:creationId xmlns:a16="http://schemas.microsoft.com/office/drawing/2014/main" id="{A29A31A0-63B4-32AF-C6BE-80D8F7FF2592}"/>
                    </a:ext>
                  </a:extLst>
                </p:cNvPr>
                <p:cNvSpPr/>
                <p:nvPr/>
              </p:nvSpPr>
              <p:spPr>
                <a:xfrm>
                  <a:off x="1814782" y="3944574"/>
                  <a:ext cx="7067" cy="17748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80" h="8533" fill="none" extrusionOk="0">
                      <a:moveTo>
                        <a:pt x="280" y="0"/>
                      </a:moveTo>
                      <a:cubicBezTo>
                        <a:pt x="0" y="3392"/>
                        <a:pt x="280" y="3042"/>
                        <a:pt x="280" y="8532"/>
                      </a:cubicBezTo>
                    </a:path>
                  </a:pathLst>
                </a:custGeom>
                <a:noFill/>
                <a:ln w="21850" cap="rnd" cmpd="sng">
                  <a:solidFill>
                    <a:srgbClr val="020600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42" name="Google Shape;2006;p42">
                  <a:extLst>
                    <a:ext uri="{FF2B5EF4-FFF2-40B4-BE49-F238E27FC236}">
                      <a16:creationId xmlns:a16="http://schemas.microsoft.com/office/drawing/2014/main" id="{00D8D189-425D-5A10-0879-17F8BA168A3B}"/>
                    </a:ext>
                  </a:extLst>
                </p:cNvPr>
                <p:cNvSpPr/>
                <p:nvPr/>
              </p:nvSpPr>
              <p:spPr>
                <a:xfrm>
                  <a:off x="464575" y="3175183"/>
                  <a:ext cx="1426121" cy="155719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6508" h="74865" extrusionOk="0">
                      <a:moveTo>
                        <a:pt x="7543" y="1"/>
                      </a:moveTo>
                      <a:cubicBezTo>
                        <a:pt x="4445" y="1"/>
                        <a:pt x="2145" y="148"/>
                        <a:pt x="1609" y="590"/>
                      </a:cubicBezTo>
                      <a:cubicBezTo>
                        <a:pt x="385" y="1569"/>
                        <a:pt x="735" y="10835"/>
                        <a:pt x="560" y="19996"/>
                      </a:cubicBezTo>
                      <a:cubicBezTo>
                        <a:pt x="420" y="29158"/>
                        <a:pt x="420" y="51082"/>
                        <a:pt x="560" y="55383"/>
                      </a:cubicBezTo>
                      <a:cubicBezTo>
                        <a:pt x="735" y="59684"/>
                        <a:pt x="1" y="72132"/>
                        <a:pt x="1050" y="73566"/>
                      </a:cubicBezTo>
                      <a:cubicBezTo>
                        <a:pt x="1893" y="74718"/>
                        <a:pt x="9832" y="74831"/>
                        <a:pt x="14458" y="74831"/>
                      </a:cubicBezTo>
                      <a:cubicBezTo>
                        <a:pt x="15586" y="74831"/>
                        <a:pt x="16517" y="74824"/>
                        <a:pt x="17100" y="74824"/>
                      </a:cubicBezTo>
                      <a:cubicBezTo>
                        <a:pt x="18515" y="74824"/>
                        <a:pt x="21706" y="74864"/>
                        <a:pt x="25009" y="74864"/>
                      </a:cubicBezTo>
                      <a:cubicBezTo>
                        <a:pt x="28641" y="74864"/>
                        <a:pt x="32408" y="74816"/>
                        <a:pt x="34093" y="74615"/>
                      </a:cubicBezTo>
                      <a:cubicBezTo>
                        <a:pt x="34780" y="74540"/>
                        <a:pt x="36094" y="74520"/>
                        <a:pt x="37746" y="74520"/>
                      </a:cubicBezTo>
                      <a:cubicBezTo>
                        <a:pt x="39762" y="74520"/>
                        <a:pt x="42281" y="74550"/>
                        <a:pt x="44774" y="74550"/>
                      </a:cubicBezTo>
                      <a:cubicBezTo>
                        <a:pt x="49816" y="74550"/>
                        <a:pt x="54753" y="74425"/>
                        <a:pt x="55214" y="73671"/>
                      </a:cubicBezTo>
                      <a:cubicBezTo>
                        <a:pt x="56123" y="72237"/>
                        <a:pt x="55948" y="59334"/>
                        <a:pt x="55913" y="51991"/>
                      </a:cubicBezTo>
                      <a:cubicBezTo>
                        <a:pt x="55878" y="42270"/>
                        <a:pt x="56263" y="28808"/>
                        <a:pt x="56402" y="21990"/>
                      </a:cubicBezTo>
                      <a:cubicBezTo>
                        <a:pt x="56507" y="15136"/>
                        <a:pt x="56228" y="1464"/>
                        <a:pt x="55493" y="555"/>
                      </a:cubicBezTo>
                      <a:cubicBezTo>
                        <a:pt x="55184" y="190"/>
                        <a:pt x="51861" y="61"/>
                        <a:pt x="47651" y="61"/>
                      </a:cubicBezTo>
                      <a:cubicBezTo>
                        <a:pt x="41383" y="61"/>
                        <a:pt x="33147" y="346"/>
                        <a:pt x="29967" y="555"/>
                      </a:cubicBezTo>
                      <a:cubicBezTo>
                        <a:pt x="29477" y="587"/>
                        <a:pt x="28849" y="601"/>
                        <a:pt x="28111" y="601"/>
                      </a:cubicBezTo>
                      <a:cubicBezTo>
                        <a:pt x="23291" y="601"/>
                        <a:pt x="13792" y="1"/>
                        <a:pt x="7543" y="1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43" name="Google Shape;2007;p42">
                  <a:extLst>
                    <a:ext uri="{FF2B5EF4-FFF2-40B4-BE49-F238E27FC236}">
                      <a16:creationId xmlns:a16="http://schemas.microsoft.com/office/drawing/2014/main" id="{712513B7-673F-0790-F2C6-D1064B04A356}"/>
                    </a:ext>
                  </a:extLst>
                </p:cNvPr>
                <p:cNvSpPr/>
                <p:nvPr/>
              </p:nvSpPr>
              <p:spPr>
                <a:xfrm>
                  <a:off x="475210" y="3237167"/>
                  <a:ext cx="1426979" cy="155679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6542" h="74846" extrusionOk="0">
                      <a:moveTo>
                        <a:pt x="7410" y="0"/>
                      </a:moveTo>
                      <a:cubicBezTo>
                        <a:pt x="4378" y="0"/>
                        <a:pt x="2137" y="143"/>
                        <a:pt x="1609" y="567"/>
                      </a:cubicBezTo>
                      <a:cubicBezTo>
                        <a:pt x="385" y="1546"/>
                        <a:pt x="734" y="10813"/>
                        <a:pt x="560" y="19974"/>
                      </a:cubicBezTo>
                      <a:cubicBezTo>
                        <a:pt x="420" y="29135"/>
                        <a:pt x="420" y="51094"/>
                        <a:pt x="560" y="55395"/>
                      </a:cubicBezTo>
                      <a:cubicBezTo>
                        <a:pt x="734" y="59696"/>
                        <a:pt x="0" y="72110"/>
                        <a:pt x="1049" y="73543"/>
                      </a:cubicBezTo>
                      <a:cubicBezTo>
                        <a:pt x="1892" y="74696"/>
                        <a:pt x="9832" y="74809"/>
                        <a:pt x="14457" y="74809"/>
                      </a:cubicBezTo>
                      <a:cubicBezTo>
                        <a:pt x="15585" y="74809"/>
                        <a:pt x="16516" y="74802"/>
                        <a:pt x="17099" y="74802"/>
                      </a:cubicBezTo>
                      <a:cubicBezTo>
                        <a:pt x="18585" y="74802"/>
                        <a:pt x="22038" y="74846"/>
                        <a:pt x="25522" y="74846"/>
                      </a:cubicBezTo>
                      <a:cubicBezTo>
                        <a:pt x="29005" y="74846"/>
                        <a:pt x="32519" y="74802"/>
                        <a:pt x="34128" y="74627"/>
                      </a:cubicBezTo>
                      <a:cubicBezTo>
                        <a:pt x="34853" y="74540"/>
                        <a:pt x="36280" y="74518"/>
                        <a:pt x="38064" y="74518"/>
                      </a:cubicBezTo>
                      <a:cubicBezTo>
                        <a:pt x="40026" y="74518"/>
                        <a:pt x="42419" y="74545"/>
                        <a:pt x="44789" y="74545"/>
                      </a:cubicBezTo>
                      <a:cubicBezTo>
                        <a:pt x="49823" y="74545"/>
                        <a:pt x="54753" y="74421"/>
                        <a:pt x="55213" y="73648"/>
                      </a:cubicBezTo>
                      <a:cubicBezTo>
                        <a:pt x="56122" y="72214"/>
                        <a:pt x="55947" y="59312"/>
                        <a:pt x="55947" y="51969"/>
                      </a:cubicBezTo>
                      <a:cubicBezTo>
                        <a:pt x="55912" y="42283"/>
                        <a:pt x="56297" y="28786"/>
                        <a:pt x="56402" y="21967"/>
                      </a:cubicBezTo>
                      <a:cubicBezTo>
                        <a:pt x="56542" y="15114"/>
                        <a:pt x="56227" y="1477"/>
                        <a:pt x="55493" y="532"/>
                      </a:cubicBezTo>
                      <a:cubicBezTo>
                        <a:pt x="55198" y="167"/>
                        <a:pt x="51877" y="39"/>
                        <a:pt x="47668" y="39"/>
                      </a:cubicBezTo>
                      <a:cubicBezTo>
                        <a:pt x="41400" y="39"/>
                        <a:pt x="33160" y="323"/>
                        <a:pt x="30002" y="532"/>
                      </a:cubicBezTo>
                      <a:cubicBezTo>
                        <a:pt x="29462" y="571"/>
                        <a:pt x="28758" y="588"/>
                        <a:pt x="27926" y="588"/>
                      </a:cubicBezTo>
                      <a:cubicBezTo>
                        <a:pt x="22992" y="588"/>
                        <a:pt x="13570" y="0"/>
                        <a:pt x="7410" y="0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44" name="Google Shape;2008;p42">
                  <a:extLst>
                    <a:ext uri="{FF2B5EF4-FFF2-40B4-BE49-F238E27FC236}">
                      <a16:creationId xmlns:a16="http://schemas.microsoft.com/office/drawing/2014/main" id="{A75F745D-2BBD-2B8D-DD54-D2FCFAE60AE6}"/>
                    </a:ext>
                  </a:extLst>
                </p:cNvPr>
                <p:cNvSpPr/>
                <p:nvPr/>
              </p:nvSpPr>
              <p:spPr>
                <a:xfrm>
                  <a:off x="464575" y="3111189"/>
                  <a:ext cx="1426121" cy="158046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6508" h="75984" fill="none" extrusionOk="0">
                      <a:moveTo>
                        <a:pt x="1609" y="1469"/>
                      </a:moveTo>
                      <a:cubicBezTo>
                        <a:pt x="385" y="2448"/>
                        <a:pt x="735" y="11714"/>
                        <a:pt x="560" y="20875"/>
                      </a:cubicBezTo>
                      <a:cubicBezTo>
                        <a:pt x="420" y="30037"/>
                        <a:pt x="420" y="51961"/>
                        <a:pt x="560" y="56262"/>
                      </a:cubicBezTo>
                      <a:cubicBezTo>
                        <a:pt x="735" y="60563"/>
                        <a:pt x="1" y="73011"/>
                        <a:pt x="1050" y="74445"/>
                      </a:cubicBezTo>
                      <a:cubicBezTo>
                        <a:pt x="2099" y="75878"/>
                        <a:pt x="14127" y="75703"/>
                        <a:pt x="17100" y="75703"/>
                      </a:cubicBezTo>
                      <a:cubicBezTo>
                        <a:pt x="20072" y="75703"/>
                        <a:pt x="30877" y="75878"/>
                        <a:pt x="34093" y="75494"/>
                      </a:cubicBezTo>
                      <a:cubicBezTo>
                        <a:pt x="37310" y="75144"/>
                        <a:pt x="54339" y="75983"/>
                        <a:pt x="55214" y="74550"/>
                      </a:cubicBezTo>
                      <a:cubicBezTo>
                        <a:pt x="56123" y="73116"/>
                        <a:pt x="55948" y="60213"/>
                        <a:pt x="55913" y="52870"/>
                      </a:cubicBezTo>
                      <a:cubicBezTo>
                        <a:pt x="55878" y="43149"/>
                        <a:pt x="56263" y="29687"/>
                        <a:pt x="56402" y="22869"/>
                      </a:cubicBezTo>
                      <a:cubicBezTo>
                        <a:pt x="56507" y="16015"/>
                        <a:pt x="56228" y="2343"/>
                        <a:pt x="55493" y="1434"/>
                      </a:cubicBezTo>
                      <a:cubicBezTo>
                        <a:pt x="54724" y="525"/>
                        <a:pt x="35282" y="1084"/>
                        <a:pt x="29967" y="1434"/>
                      </a:cubicBezTo>
                      <a:cubicBezTo>
                        <a:pt x="24687" y="1784"/>
                        <a:pt x="3392" y="0"/>
                        <a:pt x="1609" y="1469"/>
                      </a:cubicBezTo>
                      <a:close/>
                    </a:path>
                  </a:pathLst>
                </a:custGeom>
                <a:noFill/>
                <a:ln w="21850" cap="rnd" cmpd="sng">
                  <a:solidFill>
                    <a:srgbClr val="020600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40" name="Google Shape;2009;p42">
                    <a:extLst>
                      <a:ext uri="{FF2B5EF4-FFF2-40B4-BE49-F238E27FC236}">
                        <a16:creationId xmlns:a16="http://schemas.microsoft.com/office/drawing/2014/main" id="{7AF18DE9-7CDC-B7B0-EEEF-072D24248FDB}"/>
                      </a:ext>
                    </a:extLst>
                  </p:cNvPr>
                  <p:cNvSpPr txBox="1"/>
                  <p:nvPr/>
                </p:nvSpPr>
                <p:spPr>
                  <a:xfrm>
                    <a:off x="-339479" y="2378468"/>
                    <a:ext cx="2089200" cy="641400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algn="ctr"/>
                    <a:r>
                      <a:rPr lang="en-US" sz="2400" b="1" dirty="0">
                        <a:solidFill>
                          <a:schemeClr val="bg1"/>
                        </a:solidFill>
                        <a:ea typeface="Cambria Math" panose="02040503050406030204" pitchFamily="18" charset="0"/>
                        <a:cs typeface="Roboto"/>
                        <a:sym typeface="Roboto"/>
                      </a:rPr>
                      <a:t>18</a:t>
                    </a:r>
                    <a14:m>
                      <m:oMath xmlns:m="http://schemas.openxmlformats.org/officeDocument/2006/math">
                        <m:r>
                          <a:rPr lang="en-US" sz="2400" b="1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Roboto"/>
                            <a:sym typeface="Roboto"/>
                          </a:rPr>
                          <m:t>𝟎</m:t>
                        </m:r>
                        <m:r>
                          <a:rPr lang="en-US" sz="2400" b="1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Roboto"/>
                            <a:sym typeface="Roboto"/>
                          </a:rPr>
                          <m:t>°&lt;</m:t>
                        </m:r>
                        <m:r>
                          <a:rPr lang="en-US" sz="2400" b="1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Roboto"/>
                            <a:sym typeface="Roboto"/>
                          </a:rPr>
                          <m:t>𝜽</m:t>
                        </m:r>
                        <m:r>
                          <a:rPr lang="en-US" sz="2400" b="1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Roboto"/>
                            <a:sym typeface="Roboto"/>
                          </a:rPr>
                          <m:t>&lt;</m:t>
                        </m:r>
                        <m:r>
                          <a:rPr lang="en-US" sz="2400" b="1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Roboto"/>
                            <a:sym typeface="Roboto"/>
                          </a:rPr>
                          <m:t>𝟑𝟔𝟎</m:t>
                        </m:r>
                        <m:r>
                          <a:rPr lang="en-US" sz="2400" b="1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Roboto"/>
                            <a:sym typeface="Roboto"/>
                          </a:rPr>
                          <m:t>°</m:t>
                        </m:r>
                      </m:oMath>
                    </a14:m>
                    <a:endParaRPr lang="en-US" sz="2400" b="1" dirty="0">
                      <a:solidFill>
                        <a:schemeClr val="bg1"/>
                      </a:solidFill>
                      <a:latin typeface="Roboto"/>
                      <a:ea typeface="Roboto"/>
                      <a:cs typeface="Roboto"/>
                      <a:sym typeface="Roboto"/>
                    </a:endParaRPr>
                  </a:p>
                </p:txBody>
              </p:sp>
            </mc:Choice>
            <mc:Fallback xmlns="">
              <p:sp>
                <p:nvSpPr>
                  <p:cNvPr id="140" name="Google Shape;2009;p42">
                    <a:extLst>
                      <a:ext uri="{FF2B5EF4-FFF2-40B4-BE49-F238E27FC236}">
                        <a16:creationId xmlns:a16="http://schemas.microsoft.com/office/drawing/2014/main" id="{7AF18DE9-7CDC-B7B0-EEEF-072D24248FDB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-339479" y="2378468"/>
                    <a:ext cx="2089200" cy="641400"/>
                  </a:xfrm>
                  <a:prstGeom prst="rect">
                    <a:avLst/>
                  </a:prstGeom>
                  <a:blipFill>
                    <a:blip r:embed="rId6"/>
                    <a:stretch>
                      <a:fillRect t="-6098" b="-23171"/>
                    </a:stretch>
                  </a:blipFill>
                  <a:ln>
                    <a:noFill/>
                  </a:ln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grpSp>
          <p:nvGrpSpPr>
            <p:cNvPr id="135" name="Google Shape;2010;p42">
              <a:extLst>
                <a:ext uri="{FF2B5EF4-FFF2-40B4-BE49-F238E27FC236}">
                  <a16:creationId xmlns:a16="http://schemas.microsoft.com/office/drawing/2014/main" id="{6D3A1378-19A6-2BA9-5839-30796100F271}"/>
                </a:ext>
              </a:extLst>
            </p:cNvPr>
            <p:cNvGrpSpPr/>
            <p:nvPr/>
          </p:nvGrpSpPr>
          <p:grpSpPr>
            <a:xfrm>
              <a:off x="3959439" y="1431904"/>
              <a:ext cx="227499" cy="275642"/>
              <a:chOff x="3577629" y="1397719"/>
              <a:chExt cx="227499" cy="275642"/>
            </a:xfrm>
          </p:grpSpPr>
          <p:sp>
            <p:nvSpPr>
              <p:cNvPr id="136" name="Google Shape;2011;p42">
                <a:extLst>
                  <a:ext uri="{FF2B5EF4-FFF2-40B4-BE49-F238E27FC236}">
                    <a16:creationId xmlns:a16="http://schemas.microsoft.com/office/drawing/2014/main" id="{C5B1224F-4492-8C1B-57E3-1D3F11642B5B}"/>
                  </a:ext>
                </a:extLst>
              </p:cNvPr>
              <p:cNvSpPr/>
              <p:nvPr/>
            </p:nvSpPr>
            <p:spPr>
              <a:xfrm>
                <a:off x="3577629" y="1428269"/>
                <a:ext cx="227499" cy="216035"/>
              </a:xfrm>
              <a:custGeom>
                <a:avLst/>
                <a:gdLst/>
                <a:ahLst/>
                <a:cxnLst/>
                <a:rect l="l" t="t" r="r" b="b"/>
                <a:pathLst>
                  <a:path w="7448" h="7093" extrusionOk="0">
                    <a:moveTo>
                      <a:pt x="4524" y="1"/>
                    </a:moveTo>
                    <a:cubicBezTo>
                      <a:pt x="3835" y="1"/>
                      <a:pt x="3076" y="234"/>
                      <a:pt x="2308" y="746"/>
                    </a:cubicBezTo>
                    <a:cubicBezTo>
                      <a:pt x="0" y="2249"/>
                      <a:pt x="699" y="6445"/>
                      <a:pt x="3322" y="7005"/>
                    </a:cubicBezTo>
                    <a:cubicBezTo>
                      <a:pt x="3643" y="7063"/>
                      <a:pt x="3950" y="7092"/>
                      <a:pt x="4240" y="7092"/>
                    </a:cubicBezTo>
                    <a:cubicBezTo>
                      <a:pt x="6195" y="7092"/>
                      <a:pt x="7418" y="5782"/>
                      <a:pt x="7448" y="3438"/>
                    </a:cubicBezTo>
                    <a:cubicBezTo>
                      <a:pt x="7448" y="1361"/>
                      <a:pt x="6189" y="1"/>
                      <a:pt x="4524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7" name="Google Shape;2012;p42">
                <a:extLst>
                  <a:ext uri="{FF2B5EF4-FFF2-40B4-BE49-F238E27FC236}">
                    <a16:creationId xmlns:a16="http://schemas.microsoft.com/office/drawing/2014/main" id="{D9BB338C-99DC-2984-DCF6-9493DEB545F6}"/>
                  </a:ext>
                </a:extLst>
              </p:cNvPr>
              <p:cNvSpPr/>
              <p:nvPr/>
            </p:nvSpPr>
            <p:spPr>
              <a:xfrm>
                <a:off x="3577782" y="1458057"/>
                <a:ext cx="227194" cy="215304"/>
              </a:xfrm>
              <a:custGeom>
                <a:avLst/>
                <a:gdLst/>
                <a:ahLst/>
                <a:cxnLst/>
                <a:rect l="l" t="t" r="r" b="b"/>
                <a:pathLst>
                  <a:path w="7438" h="7069" extrusionOk="0">
                    <a:moveTo>
                      <a:pt x="4515" y="1"/>
                    </a:moveTo>
                    <a:cubicBezTo>
                      <a:pt x="3820" y="1"/>
                      <a:pt x="3052" y="234"/>
                      <a:pt x="2273" y="747"/>
                    </a:cubicBezTo>
                    <a:cubicBezTo>
                      <a:pt x="0" y="2250"/>
                      <a:pt x="664" y="6446"/>
                      <a:pt x="3322" y="6971"/>
                    </a:cubicBezTo>
                    <a:cubicBezTo>
                      <a:pt x="3651" y="7037"/>
                      <a:pt x="3966" y="7069"/>
                      <a:pt x="4265" y="7069"/>
                    </a:cubicBezTo>
                    <a:cubicBezTo>
                      <a:pt x="6182" y="7069"/>
                      <a:pt x="7413" y="5734"/>
                      <a:pt x="7413" y="3404"/>
                    </a:cubicBezTo>
                    <a:cubicBezTo>
                      <a:pt x="7438" y="1353"/>
                      <a:pt x="6188" y="1"/>
                      <a:pt x="4515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8" name="Google Shape;2013;p42">
                <a:extLst>
                  <a:ext uri="{FF2B5EF4-FFF2-40B4-BE49-F238E27FC236}">
                    <a16:creationId xmlns:a16="http://schemas.microsoft.com/office/drawing/2014/main" id="{14728886-10D9-D892-0178-1B70A985AEFF}"/>
                  </a:ext>
                </a:extLst>
              </p:cNvPr>
              <p:cNvSpPr/>
              <p:nvPr/>
            </p:nvSpPr>
            <p:spPr>
              <a:xfrm>
                <a:off x="3577629" y="1397719"/>
                <a:ext cx="227499" cy="257762"/>
              </a:xfrm>
              <a:custGeom>
                <a:avLst/>
                <a:gdLst/>
                <a:ahLst/>
                <a:cxnLst/>
                <a:rect l="l" t="t" r="r" b="b"/>
                <a:pathLst>
                  <a:path w="7448" h="8463" fill="none" extrusionOk="0">
                    <a:moveTo>
                      <a:pt x="2308" y="1749"/>
                    </a:moveTo>
                    <a:cubicBezTo>
                      <a:pt x="0" y="3252"/>
                      <a:pt x="699" y="7448"/>
                      <a:pt x="3322" y="8008"/>
                    </a:cubicBezTo>
                    <a:cubicBezTo>
                      <a:pt x="5805" y="8462"/>
                      <a:pt x="7413" y="7133"/>
                      <a:pt x="7448" y="4441"/>
                    </a:cubicBezTo>
                    <a:cubicBezTo>
                      <a:pt x="7448" y="1504"/>
                      <a:pt x="4930" y="0"/>
                      <a:pt x="2308" y="1749"/>
                    </a:cubicBezTo>
                    <a:close/>
                  </a:path>
                </a:pathLst>
              </a:custGeom>
              <a:noFill/>
              <a:ln w="21850" cap="rnd" cmpd="sng">
                <a:solidFill>
                  <a:srgbClr val="0206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161" name="Title 1">
            <a:extLst>
              <a:ext uri="{FF2B5EF4-FFF2-40B4-BE49-F238E27FC236}">
                <a16:creationId xmlns:a16="http://schemas.microsoft.com/office/drawing/2014/main" id="{A0200865-7727-870D-2A28-3AF3539EAD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420183" y="527710"/>
            <a:ext cx="5693664" cy="768096"/>
          </a:xfrm>
        </p:spPr>
        <p:txBody>
          <a:bodyPr/>
          <a:lstStyle/>
          <a:p>
            <a:r>
              <a:rPr lang="en-US" dirty="0" err="1">
                <a:latin typeface="Arial Black" panose="020B0604020202020204" pitchFamily="34" charset="0"/>
                <a:ea typeface="Arial Regular" pitchFamily="34" charset="-122"/>
                <a:cs typeface="Arial Black" panose="020B0604020202020204" pitchFamily="34" charset="0"/>
              </a:rPr>
              <a:t>কোণের</a:t>
            </a:r>
            <a:r>
              <a:rPr lang="en-US" dirty="0">
                <a:latin typeface="Arial Black" panose="020B0604020202020204" pitchFamily="34" charset="0"/>
                <a:ea typeface="Arial Regular" pitchFamily="34" charset="-122"/>
                <a:cs typeface="Arial Black" panose="020B0604020202020204" pitchFamily="34" charset="0"/>
              </a:rPr>
              <a:t> </a:t>
            </a:r>
            <a:r>
              <a:rPr lang="en-US" dirty="0" err="1">
                <a:latin typeface="Arial Black" panose="020B0604020202020204" pitchFamily="34" charset="0"/>
                <a:ea typeface="Arial Regular" pitchFamily="34" charset="-122"/>
                <a:cs typeface="Arial Black" panose="020B0604020202020204" pitchFamily="34" charset="0"/>
              </a:rPr>
              <a:t>সীমা</a:t>
            </a:r>
            <a:endParaRPr lang="en-US" sz="4400" b="1" dirty="0">
              <a:solidFill>
                <a:schemeClr val="accent6"/>
              </a:solidFill>
              <a:latin typeface="Arial Black" panose="020B0604020202020204" pitchFamily="34" charset="0"/>
              <a:cs typeface="Arial Black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86474736"/>
      </p:ext>
    </p:extLst>
  </p:cSld>
  <p:clrMapOvr>
    <a:masterClrMapping/>
  </p:clrMapOvr>
  <p:transition spd="slow" advClick="0"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3B219B-7E3A-7E84-6386-37313F0CFB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4400" b="1" dirty="0">
                <a:solidFill>
                  <a:schemeClr val="accent6"/>
                </a:solidFill>
                <a:latin typeface="Arial Black" panose="020B0604020202020204" pitchFamily="34" charset="0"/>
                <a:cs typeface="Arial Black" panose="020B0604020202020204" pitchFamily="34" charset="0"/>
              </a:rPr>
              <a:t>Common Mistake</a:t>
            </a:r>
          </a:p>
        </p:txBody>
      </p:sp>
    </p:spTree>
    <p:extLst>
      <p:ext uri="{BB962C8B-B14F-4D97-AF65-F5344CB8AC3E}">
        <p14:creationId xmlns:p14="http://schemas.microsoft.com/office/powerpoint/2010/main" val="2952923800"/>
      </p:ext>
    </p:extLst>
  </p:cSld>
  <p:clrMapOvr>
    <a:masterClrMapping/>
  </p:clrMapOvr>
  <p:transition spd="slow" advClick="0">
    <p:wip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125542-D540-B766-0FA1-10DE2ED049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4400" b="1" dirty="0">
                <a:solidFill>
                  <a:schemeClr val="accent6"/>
                </a:solidFill>
                <a:latin typeface="Arial Black" panose="020B0604020202020204" pitchFamily="34" charset="0"/>
                <a:cs typeface="Arial Black" panose="020B0604020202020204" pitchFamily="34" charset="0"/>
              </a:rPr>
              <a:t>Dance Time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D50846D9-27C3-9A19-9851-8EC442DB201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14570" y="2237740"/>
            <a:ext cx="2847340" cy="2847340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D2C0C2DB-760B-7357-22F5-2EA0DC83767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60170" y="2237740"/>
            <a:ext cx="3040380" cy="3040380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0D5E3106-A6F2-A876-87A1-E1511E7ED59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33796" y="2237740"/>
            <a:ext cx="3030113" cy="2933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03841477"/>
      </p:ext>
    </p:extLst>
  </p:cSld>
  <p:clrMapOvr>
    <a:masterClrMapping/>
  </p:clrMapOvr>
  <p:transition spd="slow" advClick="0"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mph" presetSubtype="10" repeatCount="indefinite" accel="12000" decel="37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hsl" dir="ccw">
                                      <p:cBhvr override="childStyle">
                                        <p:cTn id="6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accent2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5E8954-9BCB-7FD9-A210-38DC54382D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09920" y="2934208"/>
            <a:ext cx="7013448" cy="1627632"/>
          </a:xfrm>
        </p:spPr>
        <p:txBody>
          <a:bodyPr/>
          <a:lstStyle/>
          <a:p>
            <a:r>
              <a:rPr lang="en-US" sz="4400" dirty="0" err="1"/>
              <a:t>অনুশীলনী</a:t>
            </a:r>
            <a:endParaRPr lang="en-US" sz="4400" dirty="0"/>
          </a:p>
        </p:txBody>
      </p:sp>
    </p:spTree>
    <p:extLst>
      <p:ext uri="{BB962C8B-B14F-4D97-AF65-F5344CB8AC3E}">
        <p14:creationId xmlns:p14="http://schemas.microsoft.com/office/powerpoint/2010/main" val="685681062"/>
      </p:ext>
    </p:extLst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1250" advClick="0">
        <p15:prstTrans prst="airplane"/>
      </p:transition>
    </mc:Choice>
    <mc:Fallback>
      <p:transition spd="slow" advClick="0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5E8954-9BCB-7FD9-A210-38DC54382D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36294" y="171343"/>
            <a:ext cx="5351371" cy="733225"/>
          </a:xfrm>
        </p:spPr>
        <p:txBody>
          <a:bodyPr/>
          <a:lstStyle/>
          <a:p>
            <a:r>
              <a:rPr lang="en-US" sz="4400" dirty="0" err="1"/>
              <a:t>সৃজনশীল</a:t>
            </a:r>
            <a:endParaRPr lang="en-US" sz="4400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0766588A-4D96-8E12-5850-AED15F8F65A0}"/>
                  </a:ext>
                </a:extLst>
              </p:cNvPr>
              <p:cNvSpPr txBox="1"/>
              <p:nvPr/>
            </p:nvSpPr>
            <p:spPr>
              <a:xfrm>
                <a:off x="3288889" y="2398273"/>
                <a:ext cx="10043652" cy="380706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lnSpc>
                    <a:spcPct val="150000"/>
                  </a:lnSpc>
                  <a:spcAft>
                    <a:spcPts val="1200"/>
                  </a:spcAft>
                </a:pPr>
                <a:r>
                  <a:rPr lang="en-US" sz="2400" b="0" i="0" u="none" strike="noStrike" dirty="0">
                    <a:solidFill>
                      <a:schemeClr val="tx1"/>
                    </a:solidFill>
                    <a:effectLst/>
                    <a:latin typeface="Arial" panose="020B0604020202020204" pitchFamily="34" charset="0"/>
                  </a:rPr>
                  <a:t> ১। cos𝜃 + cot</a:t>
                </a:r>
                <a14:m>
                  <m:oMath xmlns:m="http://schemas.openxmlformats.org/officeDocument/2006/math">
                    <m:r>
                      <a:rPr lang="en-US" sz="2400" b="0" i="1" u="none" strike="noStrike" smtClean="0">
                        <a:solidFill>
                          <a:schemeClr val="tx1"/>
                        </a:solidFill>
                        <a:effectLst/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𝜃</m:t>
                    </m:r>
                  </m:oMath>
                </a14:m>
                <a:r>
                  <a:rPr lang="en-US" sz="2400" b="0" i="0" u="none" strike="noStrike" dirty="0">
                    <a:solidFill>
                      <a:schemeClr val="tx1"/>
                    </a:solidFill>
                    <a:effectLst/>
                    <a:latin typeface="Arial" panose="020B0604020202020204" pitchFamily="34" charset="0"/>
                  </a:rPr>
                  <a:t> = p,  cot</a:t>
                </a:r>
                <a14:m>
                  <m:oMath xmlns:m="http://schemas.openxmlformats.org/officeDocument/2006/math">
                    <m:r>
                      <a:rPr lang="en-US" sz="24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𝜃</m:t>
                    </m:r>
                  </m:oMath>
                </a14:m>
                <a:r>
                  <a:rPr lang="en-US" sz="2400" b="0" i="0" u="none" strike="noStrike" dirty="0">
                    <a:solidFill>
                      <a:schemeClr val="tx1"/>
                    </a:solidFill>
                    <a:effectLst/>
                    <a:latin typeface="Arial" panose="020B0604020202020204" pitchFamily="34" charset="0"/>
                  </a:rPr>
                  <a:t> – cos</a:t>
                </a:r>
                <a14:m>
                  <m:oMath xmlns:m="http://schemas.openxmlformats.org/officeDocument/2006/math">
                    <m:r>
                      <a:rPr lang="en-US" sz="24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𝜃</m:t>
                    </m:r>
                  </m:oMath>
                </a14:m>
                <a:r>
                  <a:rPr lang="en-US" sz="2400" b="0" i="0" u="none" strike="noStrike" dirty="0">
                    <a:solidFill>
                      <a:schemeClr val="tx1"/>
                    </a:solidFill>
                    <a:effectLst/>
                    <a:latin typeface="Arial" panose="020B0604020202020204" pitchFamily="34" charset="0"/>
                  </a:rPr>
                  <a:t> = q </a:t>
                </a:r>
                <a:r>
                  <a:rPr lang="as-IN" sz="2400" b="0" i="0" u="none" strike="noStrike" dirty="0">
                    <a:solidFill>
                      <a:schemeClr val="tx1"/>
                    </a:solidFill>
                    <a:effectLst/>
                    <a:latin typeface="Arial" panose="020B0604020202020204" pitchFamily="34" charset="0"/>
                  </a:rPr>
                  <a:t>এবং 2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𝑠𝑖𝑛</m:t>
                        </m:r>
                      </m:e>
                      <m:sup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sz="24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𝜃</m:t>
                    </m:r>
                  </m:oMath>
                </a14:m>
                <a:r>
                  <a:rPr lang="en-US" sz="2400" b="0" i="0" u="none" strike="noStrike" dirty="0">
                    <a:solidFill>
                      <a:schemeClr val="tx1"/>
                    </a:solidFill>
                    <a:effectLst/>
                    <a:latin typeface="Arial" panose="020B0604020202020204" pitchFamily="34" charset="0"/>
                  </a:rPr>
                  <a:t> + 3cos</a:t>
                </a:r>
                <a14:m>
                  <m:oMath xmlns:m="http://schemas.openxmlformats.org/officeDocument/2006/math">
                    <m:r>
                      <a:rPr lang="en-US" sz="24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𝜃</m:t>
                    </m:r>
                  </m:oMath>
                </a14:m>
                <a:r>
                  <a:rPr lang="en-US" sz="2400" b="0" i="0" u="none" strike="noStrike" dirty="0">
                    <a:solidFill>
                      <a:schemeClr val="tx1"/>
                    </a:solidFill>
                    <a:effectLst/>
                    <a:latin typeface="Arial" panose="020B0604020202020204" pitchFamily="34" charset="0"/>
                  </a:rPr>
                  <a:t> = M</a:t>
                </a:r>
                <a:endParaRPr lang="en-US" sz="2400" dirty="0">
                  <a:solidFill>
                    <a:schemeClr val="tx1"/>
                  </a:solidFill>
                  <a:latin typeface="Arial" panose="020B0604020202020204" pitchFamily="34" charset="0"/>
                </a:endParaRPr>
              </a:p>
              <a:p>
                <a:pPr>
                  <a:lnSpc>
                    <a:spcPct val="150000"/>
                  </a:lnSpc>
                  <a:spcAft>
                    <a:spcPts val="500"/>
                  </a:spcAft>
                </a:pPr>
                <a:r>
                  <a:rPr lang="as-IN" sz="2400" b="0" i="0" u="none" strike="noStrike" dirty="0">
                    <a:solidFill>
                      <a:schemeClr val="tx1"/>
                    </a:solidFill>
                    <a:effectLst/>
                    <a:latin typeface="Arial" panose="020B0604020202020204" pitchFamily="34" charset="0"/>
                  </a:rPr>
                  <a:t>ক) </a:t>
                </a:r>
                <a:r>
                  <a:rPr lang="en-US" sz="2400" b="0" i="0" u="none" strike="noStrike" dirty="0">
                    <a:solidFill>
                      <a:schemeClr val="tx1"/>
                    </a:solidFill>
                    <a:effectLst/>
                    <a:latin typeface="Arial" panose="020B0604020202020204" pitchFamily="34" charset="0"/>
                  </a:rPr>
                  <a:t>cot (A – 25°) = 1 </a:t>
                </a:r>
                <a:r>
                  <a:rPr lang="as-IN" sz="2400" b="0" i="0" u="none" strike="noStrike" dirty="0">
                    <a:solidFill>
                      <a:schemeClr val="tx1"/>
                    </a:solidFill>
                    <a:effectLst/>
                    <a:latin typeface="Arial" panose="020B0604020202020204" pitchFamily="34" charset="0"/>
                  </a:rPr>
                  <a:t>হলে, </a:t>
                </a:r>
                <a:r>
                  <a:rPr lang="en-US" sz="2400" b="0" i="0" u="none" strike="noStrike" dirty="0">
                    <a:solidFill>
                      <a:schemeClr val="tx1"/>
                    </a:solidFill>
                    <a:effectLst/>
                    <a:latin typeface="Arial" panose="020B0604020202020204" pitchFamily="34" charset="0"/>
                  </a:rPr>
                  <a:t>A </a:t>
                </a:r>
                <a:r>
                  <a:rPr lang="as-IN" sz="2400" b="0" i="0" u="none" strike="noStrike" dirty="0">
                    <a:solidFill>
                      <a:schemeClr val="tx1"/>
                    </a:solidFill>
                    <a:effectLst/>
                    <a:latin typeface="Arial" panose="020B0604020202020204" pitchFamily="34" charset="0"/>
                  </a:rPr>
                  <a:t>এর মান নির্ণয় কর।</a:t>
                </a:r>
                <a:endParaRPr lang="as-IN" sz="2400" b="0" dirty="0">
                  <a:solidFill>
                    <a:schemeClr val="tx1"/>
                  </a:solidFill>
                  <a:effectLst/>
                </a:endParaRPr>
              </a:p>
              <a:p>
                <a:pPr>
                  <a:lnSpc>
                    <a:spcPct val="150000"/>
                  </a:lnSpc>
                  <a:spcAft>
                    <a:spcPts val="500"/>
                  </a:spcAft>
                </a:pPr>
                <a:r>
                  <a:rPr lang="as-IN" sz="2400" b="0" i="0" u="none" strike="noStrike" dirty="0">
                    <a:solidFill>
                      <a:schemeClr val="tx1"/>
                    </a:solidFill>
                    <a:effectLst/>
                    <a:latin typeface="Arial" panose="020B0604020202020204" pitchFamily="34" charset="0"/>
                  </a:rPr>
                  <a:t>খ) প্রমাণ কর: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4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𝑝</m:t>
                        </m:r>
                      </m:e>
                      <m:sup>
                        <m:r>
                          <a:rPr lang="en-US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US" sz="2400" b="0" i="0" u="none" strike="noStrike" dirty="0">
                    <a:solidFill>
                      <a:schemeClr val="tx1"/>
                    </a:solidFill>
                    <a:effectLst/>
                    <a:latin typeface="Arial" panose="020B0604020202020204" pitchFamily="34" charset="0"/>
                  </a:rPr>
                  <a:t> –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4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𝑞</m:t>
                        </m:r>
                      </m:e>
                      <m:sup>
                        <m:r>
                          <a:rPr lang="en-US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US" sz="2400" b="0" i="0" u="none" strike="noStrike" dirty="0">
                    <a:solidFill>
                      <a:schemeClr val="tx1"/>
                    </a:solidFill>
                    <a:effectLst/>
                    <a:latin typeface="Arial" panose="020B0604020202020204" pitchFamily="34" charset="0"/>
                  </a:rPr>
                  <a:t> = 4</a:t>
                </a:r>
                <a:r>
                  <a:rPr lang="en-US" sz="2400" dirty="0"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US" sz="24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𝑝𝑞</m:t>
                        </m:r>
                      </m:e>
                    </m:rad>
                  </m:oMath>
                </a14:m>
                <a:endParaRPr lang="en-US" sz="2400" b="0" dirty="0">
                  <a:solidFill>
                    <a:schemeClr val="tx1"/>
                  </a:solidFill>
                  <a:effectLst/>
                </a:endParaRPr>
              </a:p>
              <a:p>
                <a:pPr rtl="0">
                  <a:lnSpc>
                    <a:spcPct val="150000"/>
                  </a:lnSpc>
                  <a:spcBef>
                    <a:spcPts val="0"/>
                  </a:spcBef>
                  <a:spcAft>
                    <a:spcPts val="500"/>
                  </a:spcAft>
                </a:pPr>
                <a:r>
                  <a:rPr lang="as-IN" sz="2400" b="0" i="0" u="none" strike="noStrike" dirty="0">
                    <a:solidFill>
                      <a:schemeClr val="tx1"/>
                    </a:solidFill>
                    <a:effectLst/>
                    <a:latin typeface="Arial" panose="020B0604020202020204" pitchFamily="34" charset="0"/>
                  </a:rPr>
                  <a:t>গ) </a:t>
                </a:r>
                <a:r>
                  <a:rPr lang="en-US" sz="2400" b="0" i="0" u="none" strike="noStrike" dirty="0">
                    <a:solidFill>
                      <a:schemeClr val="tx1"/>
                    </a:solidFill>
                    <a:effectLst/>
                    <a:latin typeface="Arial" panose="020B0604020202020204" pitchFamily="34" charset="0"/>
                  </a:rPr>
                  <a:t>M = 3 </a:t>
                </a:r>
                <a:r>
                  <a:rPr lang="as-IN" sz="2400" b="0" i="0" u="none" strike="noStrike" dirty="0">
                    <a:solidFill>
                      <a:schemeClr val="tx1"/>
                    </a:solidFill>
                    <a:effectLst/>
                    <a:latin typeface="Arial" panose="020B0604020202020204" pitchFamily="34" charset="0"/>
                  </a:rPr>
                  <a:t>হলে, </a:t>
                </a:r>
                <a14:m>
                  <m:oMath xmlns:m="http://schemas.openxmlformats.org/officeDocument/2006/math">
                    <m:r>
                      <a:rPr lang="en-US" sz="240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𝜃</m:t>
                    </m:r>
                  </m:oMath>
                </a14:m>
                <a:r>
                  <a:rPr lang="as-IN" sz="2400" b="0" i="0" u="none" strike="noStrike" dirty="0">
                    <a:solidFill>
                      <a:schemeClr val="tx1"/>
                    </a:solidFill>
                    <a:effectLst/>
                    <a:latin typeface="Arial" panose="020B0604020202020204" pitchFamily="34" charset="0"/>
                  </a:rPr>
                  <a:t> এর মান নির্ণয় কর। [যখন </a:t>
                </a:r>
                <a:r>
                  <a:rPr lang="en-US" sz="2400" b="0" i="0" u="none" strike="noStrike" dirty="0">
                    <a:solidFill>
                      <a:schemeClr val="tx1"/>
                    </a:solidFill>
                    <a:effectLst/>
                    <a:latin typeface="Arial" panose="020B0604020202020204" pitchFamily="34" charset="0"/>
                  </a:rPr>
                  <a:t>0</a:t>
                </a:r>
                <a:r>
                  <a:rPr lang="as-IN" sz="2400" b="0" i="0" u="none" strike="noStrike" dirty="0">
                    <a:solidFill>
                      <a:schemeClr val="tx1"/>
                    </a:solidFill>
                    <a:effectLst/>
                    <a:latin typeface="Arial" panose="020B0604020202020204" pitchFamily="34" charset="0"/>
                  </a:rPr>
                  <a:t>° &lt; 𝜃 &lt; </a:t>
                </a:r>
                <a:r>
                  <a:rPr lang="en-US" sz="2400" b="0" i="0" u="none" strike="noStrike" dirty="0">
                    <a:solidFill>
                      <a:schemeClr val="tx1"/>
                    </a:solidFill>
                    <a:effectLst/>
                    <a:latin typeface="Arial" panose="020B0604020202020204" pitchFamily="34" charset="0"/>
                  </a:rPr>
                  <a:t>90</a:t>
                </a:r>
                <a:r>
                  <a:rPr lang="as-IN" sz="2400" b="0" i="0" u="none" strike="noStrike" dirty="0">
                    <a:solidFill>
                      <a:schemeClr val="tx1"/>
                    </a:solidFill>
                    <a:effectLst/>
                    <a:latin typeface="Arial" panose="020B0604020202020204" pitchFamily="34" charset="0"/>
                  </a:rPr>
                  <a:t>°]</a:t>
                </a:r>
                <a:endParaRPr lang="as-IN" sz="2400" b="0" dirty="0">
                  <a:solidFill>
                    <a:schemeClr val="tx1"/>
                  </a:solidFill>
                  <a:effectLst/>
                </a:endParaRPr>
              </a:p>
              <a:p>
                <a:pPr>
                  <a:lnSpc>
                    <a:spcPct val="150000"/>
                  </a:lnSpc>
                </a:pPr>
                <a:br>
                  <a:rPr lang="as-IN" sz="2400" dirty="0">
                    <a:solidFill>
                      <a:schemeClr val="tx1"/>
                    </a:solidFill>
                  </a:rPr>
                </a:br>
                <a:endParaRPr lang="en-US" sz="2400" dirty="0">
                  <a:solidFill>
                    <a:schemeClr val="tx1"/>
                  </a:solidFill>
                </a:endParaRPr>
              </a:p>
            </p:txBody>
          </p:sp>
        </mc:Choice>
        <mc:Fallback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0766588A-4D96-8E12-5850-AED15F8F65A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88889" y="2398273"/>
                <a:ext cx="10043652" cy="3807068"/>
              </a:xfrm>
              <a:prstGeom prst="rect">
                <a:avLst/>
              </a:prstGeom>
              <a:blipFill>
                <a:blip r:embed="rId2"/>
                <a:stretch>
                  <a:fillRect l="-97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10507317"/>
      </p:ext>
    </p:extLst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1250" advClick="0">
        <p15:prstTrans prst="airplane"/>
      </p:transition>
    </mc:Choice>
    <mc:Fallback>
      <p:transition spd="slow" advClick="0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5E8954-9BCB-7FD9-A210-38DC54382D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36294" y="171343"/>
            <a:ext cx="5351371" cy="733225"/>
          </a:xfrm>
        </p:spPr>
        <p:txBody>
          <a:bodyPr/>
          <a:lstStyle/>
          <a:p>
            <a:r>
              <a:rPr lang="en-US" sz="4400" dirty="0" err="1"/>
              <a:t>সৃজনশীল</a:t>
            </a:r>
            <a:endParaRPr lang="en-US" sz="44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59FF1ED6-065B-0D46-EFBE-BAACED78A8FB}"/>
                  </a:ext>
                </a:extLst>
              </p:cNvPr>
              <p:cNvSpPr txBox="1"/>
              <p:nvPr/>
            </p:nvSpPr>
            <p:spPr>
              <a:xfrm>
                <a:off x="3701845" y="2426109"/>
                <a:ext cx="8386916" cy="330039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lnSpc>
                    <a:spcPct val="150000"/>
                  </a:lnSpc>
                  <a:spcBef>
                    <a:spcPts val="0"/>
                  </a:spcBef>
                  <a:spcAft>
                    <a:spcPts val="500"/>
                  </a:spcAft>
                </a:pPr>
                <a:r>
                  <a:rPr lang="en-US" sz="2400" dirty="0">
                    <a:latin typeface="Arial" panose="020B0604020202020204" pitchFamily="34" charset="0"/>
                  </a:rPr>
                  <a:t>২। sin</a:t>
                </a:r>
                <a:r>
                  <a:rPr lang="as-IN" sz="2400" dirty="0">
                    <a:latin typeface="Arial" panose="020B0604020202020204" pitchFamily="34" charset="0"/>
                  </a:rPr>
                  <a:t>𝜃</a:t>
                </a:r>
                <a:r>
                  <a:rPr lang="en-US" sz="2400" dirty="0">
                    <a:latin typeface="Arial" panose="020B0604020202020204" pitchFamily="34" charset="0"/>
                  </a:rPr>
                  <a:t> = p,  cos</a:t>
                </a:r>
                <a:r>
                  <a:rPr lang="as-IN" sz="2400" dirty="0">
                    <a:latin typeface="Arial" panose="020B0604020202020204" pitchFamily="34" charset="0"/>
                  </a:rPr>
                  <a:t>𝜃</a:t>
                </a:r>
                <a:r>
                  <a:rPr lang="en-US" sz="2400" dirty="0">
                    <a:latin typeface="Arial" panose="020B0604020202020204" pitchFamily="34" charset="0"/>
                  </a:rPr>
                  <a:t> = q,  tan</a:t>
                </a:r>
                <a:r>
                  <a:rPr lang="as-IN" sz="2400" dirty="0">
                    <a:latin typeface="Arial" panose="020B0604020202020204" pitchFamily="34" charset="0"/>
                  </a:rPr>
                  <a:t>𝜃</a:t>
                </a:r>
                <a:r>
                  <a:rPr lang="en-US" sz="2400" dirty="0">
                    <a:latin typeface="Arial" panose="020B0604020202020204" pitchFamily="34" charset="0"/>
                  </a:rPr>
                  <a:t>=r, </a:t>
                </a:r>
                <a:r>
                  <a:rPr lang="as-IN" sz="2400" dirty="0">
                    <a:latin typeface="Arial" panose="020B0604020202020204" pitchFamily="34" charset="0"/>
                  </a:rPr>
                  <a:t>যেখানে 𝜃</a:t>
                </a:r>
                <a:r>
                  <a:rPr lang="en-US" sz="2400" dirty="0">
                    <a:latin typeface="Arial" panose="020B0604020202020204" pitchFamily="34" charset="0"/>
                  </a:rPr>
                  <a:t> </a:t>
                </a:r>
                <a:r>
                  <a:rPr lang="as-IN" sz="2400" dirty="0">
                    <a:latin typeface="Arial" panose="020B0604020202020204" pitchFamily="34" charset="0"/>
                  </a:rPr>
                  <a:t>সূক্ষ্মকোণ।</a:t>
                </a:r>
                <a:endParaRPr lang="en-US" sz="2400" dirty="0">
                  <a:latin typeface="Arial" panose="020B0604020202020204" pitchFamily="34" charset="0"/>
                </a:endParaRPr>
              </a:p>
              <a:p>
                <a:pPr>
                  <a:lnSpc>
                    <a:spcPct val="150000"/>
                  </a:lnSpc>
                  <a:spcBef>
                    <a:spcPts val="0"/>
                  </a:spcBef>
                  <a:spcAft>
                    <a:spcPts val="500"/>
                  </a:spcAft>
                </a:pPr>
                <a:r>
                  <a:rPr lang="as-IN" sz="2400" dirty="0">
                    <a:latin typeface="Arial" panose="020B0604020202020204" pitchFamily="34" charset="0"/>
                  </a:rPr>
                  <a:t>ক) </a:t>
                </a:r>
                <a:r>
                  <a:rPr lang="en-US" sz="2400" dirty="0">
                    <a:latin typeface="Arial" panose="020B0604020202020204" pitchFamily="34" charset="0"/>
                  </a:rPr>
                  <a:t>r = </a:t>
                </a: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sSup>
                          <m:sSupPr>
                            <m:ctrlPr>
                              <a:rPr lang="en-US" sz="240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2400">
                                <a:latin typeface="Cambria Math" panose="02040503050406030204" pitchFamily="18" charset="0"/>
                              </a:rPr>
                              <m:t>3</m:t>
                            </m:r>
                          </m:e>
                          <m:sup>
                            <m:r>
                              <a:rPr lang="en-US" sz="2400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sz="2400">
                                <a:latin typeface="Cambria Math" panose="02040503050406030204" pitchFamily="18" charset="0"/>
                              </a:rPr>
                              <m:t>1</m:t>
                            </m:r>
                          </m:sup>
                        </m:sSup>
                      </m:e>
                    </m:rad>
                  </m:oMath>
                </a14:m>
                <a:r>
                  <a:rPr lang="en-US" sz="2400" dirty="0">
                    <a:latin typeface="Arial" panose="020B0604020202020204" pitchFamily="34" charset="0"/>
                  </a:rPr>
                  <a:t> </a:t>
                </a:r>
                <a:r>
                  <a:rPr lang="as-IN" sz="2400" dirty="0">
                    <a:latin typeface="Arial" panose="020B0604020202020204" pitchFamily="34" charset="0"/>
                  </a:rPr>
                  <a:t>হলে 𝜃 এর মান নির্ণয় কর</a:t>
                </a:r>
                <a:r>
                  <a:rPr lang="en-US" sz="2400" dirty="0">
                    <a:latin typeface="Arial" panose="020B0604020202020204" pitchFamily="34" charset="0"/>
                  </a:rPr>
                  <a:t>?</a:t>
                </a:r>
                <a:r>
                  <a:rPr lang="as-IN" sz="2400" dirty="0">
                    <a:latin typeface="Arial" panose="020B0604020202020204" pitchFamily="34" charset="0"/>
                  </a:rPr>
                  <a:t> </a:t>
                </a:r>
                <a:endParaRPr lang="en-US" sz="2400" dirty="0">
                  <a:latin typeface="Arial" panose="020B0604020202020204" pitchFamily="34" charset="0"/>
                </a:endParaRPr>
              </a:p>
              <a:p>
                <a:pPr>
                  <a:lnSpc>
                    <a:spcPct val="150000"/>
                  </a:lnSpc>
                  <a:spcBef>
                    <a:spcPts val="0"/>
                  </a:spcBef>
                  <a:spcAft>
                    <a:spcPts val="500"/>
                  </a:spcAft>
                </a:pPr>
                <a:r>
                  <a:rPr lang="as-IN" sz="2400" dirty="0">
                    <a:latin typeface="Arial" panose="020B0604020202020204" pitchFamily="34" charset="0"/>
                  </a:rPr>
                  <a:t>খ) </a:t>
                </a:r>
                <a:r>
                  <a:rPr lang="en-US" sz="2400" dirty="0">
                    <a:latin typeface="Arial" panose="020B0604020202020204" pitchFamily="34" charset="0"/>
                  </a:rPr>
                  <a:t>p+ q = √2 </a:t>
                </a:r>
                <a:r>
                  <a:rPr lang="as-IN" sz="2400" dirty="0">
                    <a:latin typeface="Arial" panose="020B0604020202020204" pitchFamily="34" charset="0"/>
                  </a:rPr>
                  <a:t>হলে প্রমাণ কর যে, 𝜃</a:t>
                </a:r>
                <a:r>
                  <a:rPr lang="en-US" sz="2400" dirty="0">
                    <a:latin typeface="Arial" panose="020B0604020202020204" pitchFamily="34" charset="0"/>
                  </a:rPr>
                  <a:t> </a:t>
                </a:r>
                <a:r>
                  <a:rPr lang="as-IN" sz="2400" dirty="0">
                    <a:latin typeface="Arial" panose="020B0604020202020204" pitchFamily="34" charset="0"/>
                  </a:rPr>
                  <a:t>=</a:t>
                </a:r>
                <a:r>
                  <a:rPr lang="en-US" sz="2400" dirty="0">
                    <a:latin typeface="Arial" panose="020B0604020202020204" pitchFamily="34" charset="0"/>
                  </a:rPr>
                  <a:t> 45°</a:t>
                </a:r>
                <a:endParaRPr lang="as-IN" sz="2400" dirty="0">
                  <a:latin typeface="Arial" panose="020B0604020202020204" pitchFamily="34" charset="0"/>
                </a:endParaRPr>
              </a:p>
              <a:p>
                <a:pPr>
                  <a:lnSpc>
                    <a:spcPct val="150000"/>
                  </a:lnSpc>
                  <a:spcAft>
                    <a:spcPts val="500"/>
                  </a:spcAft>
                </a:pPr>
                <a:r>
                  <a:rPr lang="as-IN" sz="2400" dirty="0">
                    <a:latin typeface="Arial" panose="020B0604020202020204" pitchFamily="34" charset="0"/>
                  </a:rPr>
                  <a:t>গ) 7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400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p>
                        <m:r>
                          <a:rPr lang="en-US" sz="240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US" sz="2400" dirty="0">
                    <a:latin typeface="Arial" panose="020B0604020202020204" pitchFamily="34" charset="0"/>
                  </a:rPr>
                  <a:t> + 3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400">
                            <a:latin typeface="Cambria Math" panose="02040503050406030204" pitchFamily="18" charset="0"/>
                          </a:rPr>
                          <m:t>𝑞</m:t>
                        </m:r>
                      </m:e>
                      <m:sup>
                        <m:r>
                          <a:rPr lang="en-US" sz="240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US" sz="2400" dirty="0">
                    <a:latin typeface="Arial" panose="020B0604020202020204" pitchFamily="34" charset="0"/>
                  </a:rPr>
                  <a:t> = 4 </a:t>
                </a:r>
                <a:r>
                  <a:rPr lang="as-IN" sz="2400" dirty="0">
                    <a:latin typeface="Arial" panose="020B0604020202020204" pitchFamily="34" charset="0"/>
                  </a:rPr>
                  <a:t>হলে দেখাও যে, </a:t>
                </a:r>
                <a:r>
                  <a:rPr lang="en-US" sz="2400" dirty="0">
                    <a:latin typeface="Arial" panose="020B0604020202020204" pitchFamily="34" charset="0"/>
                  </a:rPr>
                  <a:t>tan</a:t>
                </a:r>
                <a:r>
                  <a:rPr lang="as-IN" sz="2400" dirty="0">
                    <a:latin typeface="Arial" panose="020B0604020202020204" pitchFamily="34" charset="0"/>
                  </a:rPr>
                  <a:t>𝜃</a:t>
                </a:r>
                <a:r>
                  <a:rPr lang="en-US" sz="2400" dirty="0">
                    <a:latin typeface="Arial" panose="020B0604020202020204" pitchFamily="34" charset="0"/>
                  </a:rPr>
                  <a:t> 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40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sz="2400">
                            <a:latin typeface="Cambria Math" panose="02040503050406030204" pitchFamily="18" charset="0"/>
                          </a:rPr>
                          <m:t>√</m:t>
                        </m:r>
                        <m:r>
                          <a:rPr lang="en-US" sz="2400"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br>
                  <a:rPr lang="en-US" sz="2400" dirty="0">
                    <a:latin typeface="Arial" panose="020B0604020202020204" pitchFamily="34" charset="0"/>
                  </a:rPr>
                </a:br>
                <a:endParaRPr lang="en-US" sz="2400" dirty="0">
                  <a:latin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59FF1ED6-065B-0D46-EFBE-BAACED78A8F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01845" y="2426109"/>
                <a:ext cx="8386916" cy="3300391"/>
              </a:xfrm>
              <a:prstGeom prst="rect">
                <a:avLst/>
              </a:prstGeom>
              <a:blipFill>
                <a:blip r:embed="rId2"/>
                <a:stretch>
                  <a:fillRect l="-109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990477912"/>
      </p:ext>
    </p:extLst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1250" advClick="0">
        <p15:prstTrans prst="airplane"/>
      </p:transition>
    </mc:Choice>
    <mc:Fallback>
      <p:transition spd="slow" advClick="0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5E8954-9BCB-7FD9-A210-38DC54382D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36294" y="171343"/>
            <a:ext cx="5351371" cy="733225"/>
          </a:xfrm>
        </p:spPr>
        <p:txBody>
          <a:bodyPr/>
          <a:lstStyle/>
          <a:p>
            <a:r>
              <a:rPr lang="en-US" sz="4400" dirty="0" err="1"/>
              <a:t>সৃজনশীল</a:t>
            </a:r>
            <a:endParaRPr lang="en-US" sz="44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0A82D13E-2CD7-68CA-7B20-4A50D04711AE}"/>
                  </a:ext>
                </a:extLst>
              </p:cNvPr>
              <p:cNvSpPr txBox="1"/>
              <p:nvPr/>
            </p:nvSpPr>
            <p:spPr>
              <a:xfrm>
                <a:off x="4689987" y="2094367"/>
                <a:ext cx="9370142" cy="384489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lnSpc>
                    <a:spcPct val="150000"/>
                  </a:lnSpc>
                  <a:spcBef>
                    <a:spcPts val="0"/>
                  </a:spcBef>
                  <a:spcAft>
                    <a:spcPts val="500"/>
                  </a:spcAft>
                </a:pPr>
                <a:r>
                  <a:rPr lang="en-US" sz="2400" dirty="0"/>
                  <a:t>৩। cosec A-cot A 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40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sz="2400"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</m:oMath>
                </a14:m>
                <a:r>
                  <a:rPr lang="en-US" sz="2400" dirty="0"/>
                  <a:t> </a:t>
                </a:r>
                <a:r>
                  <a:rPr lang="as-IN" sz="2400" dirty="0"/>
                  <a:t>হলে,</a:t>
                </a:r>
              </a:p>
              <a:p>
                <a:pPr>
                  <a:lnSpc>
                    <a:spcPct val="150000"/>
                  </a:lnSpc>
                  <a:spcBef>
                    <a:spcPts val="0"/>
                  </a:spcBef>
                  <a:spcAft>
                    <a:spcPts val="500"/>
                  </a:spcAft>
                </a:pPr>
                <a:r>
                  <a:rPr lang="en-US" sz="2400" dirty="0"/>
                  <a:t>ক) cosec A + cot A </a:t>
                </a:r>
                <a:r>
                  <a:rPr lang="as-IN" sz="2400" dirty="0"/>
                  <a:t>এর মান নির্ণয় কর।</a:t>
                </a:r>
              </a:p>
              <a:p>
                <a:pPr>
                  <a:lnSpc>
                    <a:spcPct val="150000"/>
                  </a:lnSpc>
                  <a:spcAft>
                    <a:spcPts val="500"/>
                  </a:spcAft>
                </a:pPr>
                <a:r>
                  <a:rPr lang="en-US" sz="2400" dirty="0"/>
                  <a:t>খ</a:t>
                </a:r>
                <a:r>
                  <a:rPr lang="as-IN" sz="2400" dirty="0"/>
                  <a:t>)</a:t>
                </a:r>
                <a:r>
                  <a:rPr lang="en-US" sz="2400" dirty="0"/>
                  <a:t> </a:t>
                </a:r>
                <a:r>
                  <a:rPr lang="as-IN" sz="2400" dirty="0"/>
                  <a:t>দেখাও যে, </a:t>
                </a:r>
                <a:r>
                  <a:rPr lang="en-US" sz="2400" dirty="0"/>
                  <a:t>sec A  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sSupPr>
                            <m:ctrlPr>
                              <a:rPr lang="en-US" sz="240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240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US" sz="240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n-US" sz="2400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sz="240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sSup>
                          <m:sSupPr>
                            <m:ctrlPr>
                              <a:rPr lang="en-US" sz="240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240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US" sz="240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n-US" sz="2400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sz="2400">
                            <a:latin typeface="Cambria Math" panose="02040503050406030204" pitchFamily="18" charset="0"/>
                          </a:rPr>
                          <m:t>1</m:t>
                        </m:r>
                      </m:den>
                    </m:f>
                  </m:oMath>
                </a14:m>
                <a:r>
                  <a:rPr lang="en-US" sz="2400" dirty="0"/>
                  <a:t> </a:t>
                </a:r>
              </a:p>
              <a:p>
                <a:pPr>
                  <a:lnSpc>
                    <a:spcPct val="150000"/>
                  </a:lnSpc>
                  <a:spcBef>
                    <a:spcPts val="0"/>
                  </a:spcBef>
                  <a:spcAft>
                    <a:spcPts val="500"/>
                  </a:spcAft>
                </a:pPr>
                <a:r>
                  <a:rPr lang="en-US" sz="2400" dirty="0"/>
                  <a:t>গ)  tan A+ cot A = sec A. cosec A</a:t>
                </a:r>
              </a:p>
              <a:p>
                <a:br>
                  <a:rPr lang="en-US" sz="2400" dirty="0"/>
                </a:br>
                <a:endParaRPr lang="en-US" sz="2400" dirty="0"/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0A82D13E-2CD7-68CA-7B20-4A50D04711A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89987" y="2094367"/>
                <a:ext cx="9370142" cy="3844899"/>
              </a:xfrm>
              <a:prstGeom prst="rect">
                <a:avLst/>
              </a:prstGeom>
              <a:blipFill>
                <a:blip r:embed="rId2"/>
                <a:stretch>
                  <a:fillRect l="-97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62218975"/>
      </p:ext>
    </p:extLst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1250" advClick="0">
        <p15:prstTrans prst="airplane"/>
      </p:transition>
    </mc:Choice>
    <mc:Fallback>
      <p:transition spd="slow" advClick="0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5E8954-9BCB-7FD9-A210-38DC54382D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36294" y="171343"/>
            <a:ext cx="5351371" cy="733225"/>
          </a:xfrm>
        </p:spPr>
        <p:txBody>
          <a:bodyPr/>
          <a:lstStyle/>
          <a:p>
            <a:r>
              <a:rPr lang="en-US" sz="4400" dirty="0" err="1"/>
              <a:t>সৃজনশীল</a:t>
            </a:r>
            <a:endParaRPr lang="en-US" sz="44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01A32436-63A1-683A-F1B8-8425623EE5C0}"/>
                  </a:ext>
                </a:extLst>
              </p:cNvPr>
              <p:cNvSpPr txBox="1"/>
              <p:nvPr/>
            </p:nvSpPr>
            <p:spPr>
              <a:xfrm>
                <a:off x="3215147" y="2575736"/>
                <a:ext cx="9920749" cy="3118803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lnSpc>
                    <a:spcPct val="150000"/>
                  </a:lnSpc>
                  <a:spcBef>
                    <a:spcPts val="0"/>
                  </a:spcBef>
                  <a:spcAft>
                    <a:spcPts val="500"/>
                  </a:spcAft>
                </a:pPr>
                <a:r>
                  <a:rPr lang="en-US" sz="2400" dirty="0"/>
                  <a:t> A = cos </a:t>
                </a:r>
                <a14:m>
                  <m:oMath xmlns:m="http://schemas.openxmlformats.org/officeDocument/2006/math">
                    <m:r>
                      <a:rPr lang="en-US" sz="2400">
                        <a:latin typeface="Cambria Math" panose="02040503050406030204" pitchFamily="18" charset="0"/>
                      </a:rPr>
                      <m:t>𝜃</m:t>
                    </m:r>
                  </m:oMath>
                </a14:m>
                <a:r>
                  <a:rPr lang="en-US" sz="2400" dirty="0"/>
                  <a:t> + sin </a:t>
                </a:r>
                <a14:m>
                  <m:oMath xmlns:m="http://schemas.openxmlformats.org/officeDocument/2006/math">
                    <m:r>
                      <a:rPr lang="en-US" sz="2400">
                        <a:latin typeface="Cambria Math" panose="02040503050406030204" pitchFamily="18" charset="0"/>
                      </a:rPr>
                      <m:t>𝜃</m:t>
                    </m:r>
                  </m:oMath>
                </a14:m>
                <a:r>
                  <a:rPr lang="en-US" sz="2400" dirty="0"/>
                  <a:t> </a:t>
                </a:r>
                <a:r>
                  <a:rPr lang="as-IN" sz="2400" dirty="0"/>
                  <a:t>এবং </a:t>
                </a:r>
                <a:r>
                  <a:rPr lang="en-US" sz="2400" dirty="0"/>
                  <a:t>B = cos </a:t>
                </a:r>
                <a14:m>
                  <m:oMath xmlns:m="http://schemas.openxmlformats.org/officeDocument/2006/math">
                    <m:r>
                      <a:rPr lang="en-US" sz="2400">
                        <a:latin typeface="Cambria Math" panose="02040503050406030204" pitchFamily="18" charset="0"/>
                      </a:rPr>
                      <m:t>𝜃</m:t>
                    </m:r>
                  </m:oMath>
                </a14:m>
                <a:r>
                  <a:rPr lang="en-US" sz="2400" dirty="0"/>
                  <a:t> - sin </a:t>
                </a:r>
                <a14:m>
                  <m:oMath xmlns:m="http://schemas.openxmlformats.org/officeDocument/2006/math">
                    <m:r>
                      <a:rPr lang="en-US" sz="2400">
                        <a:latin typeface="Cambria Math" panose="02040503050406030204" pitchFamily="18" charset="0"/>
                      </a:rPr>
                      <m:t>𝜃</m:t>
                    </m:r>
                  </m:oMath>
                </a14:m>
                <a:r>
                  <a:rPr lang="en-US" sz="2400" dirty="0"/>
                  <a:t> </a:t>
                </a:r>
                <a:r>
                  <a:rPr lang="as-IN" sz="2400" dirty="0"/>
                  <a:t>দুইটি ত্রিকোণমিতিক রাশি </a:t>
                </a:r>
                <a:endParaRPr lang="en-US" sz="2400" dirty="0"/>
              </a:p>
              <a:p>
                <a:pPr>
                  <a:lnSpc>
                    <a:spcPct val="150000"/>
                  </a:lnSpc>
                  <a:spcBef>
                    <a:spcPts val="0"/>
                  </a:spcBef>
                  <a:spcAft>
                    <a:spcPts val="500"/>
                  </a:spcAft>
                </a:pPr>
                <a:r>
                  <a:rPr lang="as-IN" sz="2400" dirty="0"/>
                  <a:t>ক. </a:t>
                </a:r>
                <a14:m>
                  <m:oMath xmlns:m="http://schemas.openxmlformats.org/officeDocument/2006/math">
                    <m:r>
                      <a:rPr lang="en-US" sz="2400">
                        <a:latin typeface="Cambria Math" panose="02040503050406030204" pitchFamily="18" charset="0"/>
                      </a:rPr>
                      <m:t>𝜃</m:t>
                    </m:r>
                  </m:oMath>
                </a14:m>
                <a:r>
                  <a:rPr lang="as-IN" sz="2400" dirty="0"/>
                  <a:t> = 45° হলে </a:t>
                </a:r>
                <a:r>
                  <a:rPr lang="en-US" sz="2400" dirty="0"/>
                  <a:t>A </a:t>
                </a:r>
                <a:r>
                  <a:rPr lang="as-IN" sz="2400" dirty="0"/>
                  <a:t>এবং </a:t>
                </a:r>
                <a:r>
                  <a:rPr lang="en-US" sz="2400" dirty="0"/>
                  <a:t>B </a:t>
                </a:r>
                <a:r>
                  <a:rPr lang="as-IN" sz="2400" dirty="0"/>
                  <a:t>এর মান নির্ণয় কর।</a:t>
                </a:r>
              </a:p>
              <a:p>
                <a:pPr>
                  <a:lnSpc>
                    <a:spcPct val="150000"/>
                  </a:lnSpc>
                  <a:spcBef>
                    <a:spcPts val="0"/>
                  </a:spcBef>
                  <a:spcAft>
                    <a:spcPts val="500"/>
                  </a:spcAft>
                </a:pPr>
                <a:r>
                  <a:rPr lang="as-IN" sz="2400" dirty="0"/>
                  <a:t>খ. </a:t>
                </a:r>
                <a:r>
                  <a:rPr lang="en-US" sz="2400" dirty="0"/>
                  <a:t>A = √2 (A – sin </a:t>
                </a:r>
                <a14:m>
                  <m:oMath xmlns:m="http://schemas.openxmlformats.org/officeDocument/2006/math">
                    <m:r>
                      <a:rPr lang="en-US" sz="2400">
                        <a:latin typeface="Cambria Math" panose="02040503050406030204" pitchFamily="18" charset="0"/>
                      </a:rPr>
                      <m:t>𝜃</m:t>
                    </m:r>
                  </m:oMath>
                </a14:m>
                <a:r>
                  <a:rPr lang="en-US" sz="2400" dirty="0"/>
                  <a:t>) </a:t>
                </a:r>
                <a:r>
                  <a:rPr lang="as-IN" sz="2400" dirty="0"/>
                  <a:t>হলে, প্রমাণ কর যে, </a:t>
                </a:r>
                <a:r>
                  <a:rPr lang="en-US" sz="2400" dirty="0"/>
                  <a:t>B = √2 (A – cos </a:t>
                </a:r>
                <a14:m>
                  <m:oMath xmlns:m="http://schemas.openxmlformats.org/officeDocument/2006/math">
                    <m:r>
                      <a:rPr lang="en-US" sz="2400">
                        <a:latin typeface="Cambria Math" panose="02040503050406030204" pitchFamily="18" charset="0"/>
                      </a:rPr>
                      <m:t>𝜃</m:t>
                    </m:r>
                  </m:oMath>
                </a14:m>
                <a:r>
                  <a:rPr lang="en-US" sz="2400" dirty="0"/>
                  <a:t>)</a:t>
                </a:r>
              </a:p>
              <a:p>
                <a:pPr>
                  <a:lnSpc>
                    <a:spcPct val="150000"/>
                  </a:lnSpc>
                  <a:spcBef>
                    <a:spcPts val="0"/>
                  </a:spcBef>
                  <a:spcAft>
                    <a:spcPts val="500"/>
                  </a:spcAft>
                </a:pPr>
                <a:r>
                  <a:rPr lang="as-IN" sz="2400" dirty="0"/>
                  <a:t>গ. </a:t>
                </a:r>
                <a:r>
                  <a:rPr lang="en-US" sz="2400" dirty="0"/>
                  <a:t>A = 1 </a:t>
                </a:r>
                <a:r>
                  <a:rPr lang="as-IN" sz="2400" dirty="0"/>
                  <a:t>হলে, </a:t>
                </a:r>
                <a14:m>
                  <m:oMath xmlns:m="http://schemas.openxmlformats.org/officeDocument/2006/math">
                    <m:r>
                      <a:rPr lang="en-US" sz="2400">
                        <a:latin typeface="Cambria Math" panose="02040503050406030204" pitchFamily="18" charset="0"/>
                      </a:rPr>
                      <m:t>𝜃</m:t>
                    </m:r>
                  </m:oMath>
                </a14:m>
                <a:r>
                  <a:rPr lang="as-IN" sz="2400" dirty="0"/>
                  <a:t> এর মান নির্ণয় কর যেখানে 0° ≤ </a:t>
                </a:r>
                <a14:m>
                  <m:oMath xmlns:m="http://schemas.openxmlformats.org/officeDocument/2006/math">
                    <m:r>
                      <a:rPr lang="en-US" sz="2400">
                        <a:latin typeface="Cambria Math" panose="02040503050406030204" pitchFamily="18" charset="0"/>
                      </a:rPr>
                      <m:t>𝜃</m:t>
                    </m:r>
                  </m:oMath>
                </a14:m>
                <a:r>
                  <a:rPr lang="as-IN" sz="2400" dirty="0"/>
                  <a:t> ≤ 90°.</a:t>
                </a:r>
              </a:p>
              <a:p>
                <a:br>
                  <a:rPr lang="as-IN" dirty="0"/>
                </a:br>
                <a:endParaRPr lang="en-US" dirty="0"/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01A32436-63A1-683A-F1B8-8425623EE5C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15147" y="2575736"/>
                <a:ext cx="9920749" cy="3118803"/>
              </a:xfrm>
              <a:prstGeom prst="rect">
                <a:avLst/>
              </a:prstGeom>
              <a:blipFill>
                <a:blip r:embed="rId2"/>
                <a:stretch>
                  <a:fillRect l="-92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851078432"/>
      </p:ext>
    </p:extLst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1250" advClick="0">
        <p15:prstTrans prst="airplane"/>
      </p:transition>
    </mc:Choice>
    <mc:Fallback>
      <p:transition spd="slow" advClick="0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5E8954-9BCB-7FD9-A210-38DC54382D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36294" y="171343"/>
            <a:ext cx="5351371" cy="733225"/>
          </a:xfrm>
        </p:spPr>
        <p:txBody>
          <a:bodyPr/>
          <a:lstStyle/>
          <a:p>
            <a:r>
              <a:rPr lang="en-US" sz="4400" dirty="0" err="1"/>
              <a:t>সৃজনশীল</a:t>
            </a:r>
            <a:endParaRPr lang="en-US" sz="4400" dirty="0"/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DB624012-6732-8C38-3374-9E4D8A6CC608}"/>
              </a:ext>
            </a:extLst>
          </p:cNvPr>
          <p:cNvGrpSpPr/>
          <p:nvPr/>
        </p:nvGrpSpPr>
        <p:grpSpPr>
          <a:xfrm>
            <a:off x="5145876" y="1112409"/>
            <a:ext cx="3038168" cy="2181801"/>
            <a:chOff x="4513006" y="786581"/>
            <a:chExt cx="3038168" cy="2432354"/>
          </a:xfrm>
        </p:grpSpPr>
        <p:sp>
          <p:nvSpPr>
            <p:cNvPr id="4" name="Right Triangle 3">
              <a:extLst>
                <a:ext uri="{FF2B5EF4-FFF2-40B4-BE49-F238E27FC236}">
                  <a16:creationId xmlns:a16="http://schemas.microsoft.com/office/drawing/2014/main" id="{51B2B44B-F691-0D01-1F52-E3E0562AC862}"/>
                </a:ext>
              </a:extLst>
            </p:cNvPr>
            <p:cNvSpPr/>
            <p:nvPr/>
          </p:nvSpPr>
          <p:spPr>
            <a:xfrm>
              <a:off x="4925961" y="786581"/>
              <a:ext cx="2340077" cy="2340077"/>
            </a:xfrm>
            <a:prstGeom prst="rtTriangle">
              <a:avLst/>
            </a:prstGeom>
            <a:noFill/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406005F7-31F0-D66F-ED29-B3BA44E05BB2}"/>
                </a:ext>
              </a:extLst>
            </p:cNvPr>
            <p:cNvSpPr txBox="1"/>
            <p:nvPr/>
          </p:nvSpPr>
          <p:spPr>
            <a:xfrm>
              <a:off x="4513006" y="786581"/>
              <a:ext cx="412955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b="1" dirty="0"/>
                <a:t>A</a:t>
              </a:r>
            </a:p>
          </p:txBody>
        </p:sp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E4D1C2C9-42C9-BD4B-F8F7-4CFE0622EBA9}"/>
                </a:ext>
              </a:extLst>
            </p:cNvPr>
            <p:cNvSpPr txBox="1"/>
            <p:nvPr/>
          </p:nvSpPr>
          <p:spPr>
            <a:xfrm>
              <a:off x="4513006" y="2757949"/>
              <a:ext cx="412955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b="1" dirty="0"/>
                <a:t>C</a:t>
              </a:r>
            </a:p>
          </p:txBody>
        </p: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40963FEF-C538-D88C-6321-5567DA4BBF89}"/>
                </a:ext>
              </a:extLst>
            </p:cNvPr>
            <p:cNvSpPr txBox="1"/>
            <p:nvPr/>
          </p:nvSpPr>
          <p:spPr>
            <a:xfrm>
              <a:off x="7138219" y="2757326"/>
              <a:ext cx="412955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b="1" dirty="0"/>
                <a:t>B</a:t>
              </a:r>
            </a:p>
          </p:txBody>
        </p:sp>
        <p:sp>
          <p:nvSpPr>
            <p:cNvPr id="8" name="Arc 7">
              <a:extLst>
                <a:ext uri="{FF2B5EF4-FFF2-40B4-BE49-F238E27FC236}">
                  <a16:creationId xmlns:a16="http://schemas.microsoft.com/office/drawing/2014/main" id="{1C9C0D28-70A4-C03B-58DF-8AE916DAC6F7}"/>
                </a:ext>
              </a:extLst>
            </p:cNvPr>
            <p:cNvSpPr/>
            <p:nvPr/>
          </p:nvSpPr>
          <p:spPr>
            <a:xfrm rot="13626891">
              <a:off x="6737740" y="2643126"/>
              <a:ext cx="575809" cy="575809"/>
            </a:xfrm>
            <a:prstGeom prst="arc">
              <a:avLst/>
            </a:prstGeom>
            <a:ln w="3810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37F71D6D-7361-A37B-F7B0-026DDB334A65}"/>
                </a:ext>
              </a:extLst>
            </p:cNvPr>
            <p:cNvSpPr/>
            <p:nvPr/>
          </p:nvSpPr>
          <p:spPr>
            <a:xfrm>
              <a:off x="4916129" y="2757326"/>
              <a:ext cx="314632" cy="369332"/>
            </a:xfrm>
            <a:prstGeom prst="rect">
              <a:avLst/>
            </a:prstGeom>
            <a:noFill/>
            <a:ln w="28575"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0" name="TextBox 9">
                  <a:extLst>
                    <a:ext uri="{FF2B5EF4-FFF2-40B4-BE49-F238E27FC236}">
                      <a16:creationId xmlns:a16="http://schemas.microsoft.com/office/drawing/2014/main" id="{046ADF9C-75DC-FE0C-B6C1-D0DD192D6913}"/>
                    </a:ext>
                  </a:extLst>
                </p:cNvPr>
                <p:cNvSpPr txBox="1"/>
                <p:nvPr/>
              </p:nvSpPr>
              <p:spPr>
                <a:xfrm>
                  <a:off x="6450789" y="2683768"/>
                  <a:ext cx="314632" cy="411745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1800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𝜽</m:t>
                        </m:r>
                      </m:oMath>
                    </m:oMathPara>
                  </a14:m>
                  <a:endParaRPr lang="en-US" b="1" dirty="0"/>
                </a:p>
              </p:txBody>
            </p:sp>
          </mc:Choice>
          <mc:Fallback xmlns="">
            <p:sp>
              <p:nvSpPr>
                <p:cNvPr id="10" name="TextBox 9">
                  <a:extLst>
                    <a:ext uri="{FF2B5EF4-FFF2-40B4-BE49-F238E27FC236}">
                      <a16:creationId xmlns:a16="http://schemas.microsoft.com/office/drawing/2014/main" id="{046ADF9C-75DC-FE0C-B6C1-D0DD192D691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450789" y="2683768"/>
                  <a:ext cx="314632" cy="411745"/>
                </a:xfrm>
                <a:prstGeom prst="rect">
                  <a:avLst/>
                </a:prstGeom>
                <a:blipFill>
                  <a:blip r:embed="rId2"/>
                  <a:stretch>
                    <a:fillRect r="-1923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62148ED4-0143-9A23-D9D7-C6763E2F7688}"/>
                </a:ext>
              </a:extLst>
            </p:cNvPr>
            <p:cNvSpPr txBox="1"/>
            <p:nvPr/>
          </p:nvSpPr>
          <p:spPr>
            <a:xfrm>
              <a:off x="4591665" y="1779639"/>
              <a:ext cx="68825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b="1" dirty="0"/>
                <a:t>1</a:t>
              </a:r>
            </a:p>
          </p:txBody>
        </p: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9957AA54-6375-ACC4-124E-9D849B5DA7F6}"/>
                </a:ext>
              </a:extLst>
            </p:cNvPr>
            <p:cNvSpPr txBox="1"/>
            <p:nvPr/>
          </p:nvSpPr>
          <p:spPr>
            <a:xfrm>
              <a:off x="5615046" y="2794105"/>
              <a:ext cx="737419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sz="1800" b="1" dirty="0">
                  <a:latin typeface="Arial" panose="020B0604020202020204" pitchFamily="34" charset="0"/>
                </a:rPr>
                <a:t>√3</a:t>
              </a:r>
              <a:endParaRPr lang="en-US" b="1" dirty="0"/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8AADEA15-FBD8-F1EC-A866-BC96FB927505}"/>
                  </a:ext>
                </a:extLst>
              </p:cNvPr>
              <p:cNvSpPr txBox="1"/>
              <p:nvPr/>
            </p:nvSpPr>
            <p:spPr>
              <a:xfrm>
                <a:off x="3242023" y="3408797"/>
                <a:ext cx="9763431" cy="233679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spcAft>
                    <a:spcPts val="500"/>
                  </a:spcAft>
                </a:pPr>
                <a:r>
                  <a:rPr lang="as-IN" sz="2400" dirty="0">
                    <a:latin typeface="Arial" panose="020B0604020202020204" pitchFamily="34" charset="0"/>
                  </a:rPr>
                  <a:t>ক. </a:t>
                </a:r>
                <a14:m>
                  <m:oMath xmlns:m="http://schemas.openxmlformats.org/officeDocument/2006/math">
                    <m:r>
                      <a:rPr lang="en-US" sz="2400">
                        <a:latin typeface="Cambria Math" panose="02040503050406030204" pitchFamily="18" charset="0"/>
                      </a:rPr>
                      <m:t>𝜃</m:t>
                    </m:r>
                  </m:oMath>
                </a14:m>
                <a:r>
                  <a:rPr lang="as-IN" sz="2400" dirty="0">
                    <a:latin typeface="Arial" panose="020B0604020202020204" pitchFamily="34" charset="0"/>
                  </a:rPr>
                  <a:t> এর মান নির্ণয় করো।</a:t>
                </a:r>
              </a:p>
              <a:p>
                <a:pPr>
                  <a:spcAft>
                    <a:spcPts val="500"/>
                  </a:spcAft>
                </a:pPr>
                <a:r>
                  <a:rPr lang="as-IN" sz="2400" dirty="0">
                    <a:latin typeface="Arial" panose="020B0604020202020204" pitchFamily="34" charset="0"/>
                  </a:rPr>
                  <a:t>খ. উদ্দীপকের আলোকে প্রমাণ করো যে,</a:t>
                </a:r>
                <a:r>
                  <a:rPr lang="en-US" sz="2400" dirty="0">
                    <a:latin typeface="Arial" panose="020B0604020202020204" pitchFamily="34" charset="0"/>
                  </a:rPr>
                  <a:t>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28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80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sz="2800"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a:rPr lang="en-US" sz="2800"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sSupPr>
                            <m:ctrlPr>
                              <a:rPr lang="en-US" sz="280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2800">
                                <a:latin typeface="Cambria Math" panose="02040503050406030204" pitchFamily="18" charset="0"/>
                              </a:rPr>
                              <m:t>𝑠𝑖𝑛</m:t>
                            </m:r>
                          </m:e>
                          <m:sup>
                            <m:r>
                              <a:rPr lang="en-US" sz="280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n-US" sz="2800">
                            <a:latin typeface="Cambria Math" panose="02040503050406030204" pitchFamily="18" charset="0"/>
                          </a:rPr>
                          <m:t>𝜃</m:t>
                        </m:r>
                        <m:r>
                          <m:rPr>
                            <m:nor/>
                          </m:rPr>
                          <a:rPr lang="en-US" sz="2800" dirty="0">
                            <a:latin typeface="Arial" panose="020B0604020202020204" pitchFamily="34" charset="0"/>
                          </a:rPr>
                          <m:t> </m:t>
                        </m:r>
                      </m:den>
                    </m:f>
                    <m:r>
                      <a:rPr lang="en-US" sz="2800"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ctrlPr>
                          <a:rPr lang="en-US" sz="28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80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sz="2800"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a:rPr lang="en-US" sz="2800"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sSupPr>
                            <m:ctrlPr>
                              <a:rPr lang="en-US" sz="280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2800">
                                <a:latin typeface="Cambria Math" panose="02040503050406030204" pitchFamily="18" charset="0"/>
                              </a:rPr>
                              <m:t>𝑐𝑜𝑠𝑒𝑐</m:t>
                            </m:r>
                          </m:e>
                          <m:sup>
                            <m:r>
                              <a:rPr lang="en-US" sz="280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n-US" sz="2800">
                            <a:latin typeface="Cambria Math" panose="02040503050406030204" pitchFamily="18" charset="0"/>
                          </a:rPr>
                          <m:t>𝜃</m:t>
                        </m:r>
                        <m:r>
                          <m:rPr>
                            <m:nor/>
                          </m:rPr>
                          <a:rPr lang="en-US" sz="2800" dirty="0">
                            <a:latin typeface="Arial" panose="020B0604020202020204" pitchFamily="34" charset="0"/>
                          </a:rPr>
                          <m:t> </m:t>
                        </m:r>
                      </m:den>
                    </m:f>
                    <m:r>
                      <a:rPr lang="en-US" sz="2800" dirty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800" dirty="0"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endParaRPr lang="en-US" sz="2800" dirty="0">
                  <a:latin typeface="Arial" panose="020B0604020202020204" pitchFamily="34" charset="0"/>
                </a:endParaRPr>
              </a:p>
              <a:p>
                <a:pPr>
                  <a:spcAft>
                    <a:spcPts val="500"/>
                  </a:spcAft>
                </a:pPr>
                <a:r>
                  <a:rPr lang="as-IN" sz="2400" dirty="0">
                    <a:latin typeface="Arial" panose="020B0604020202020204" pitchFamily="34" charset="0"/>
                  </a:rPr>
                  <a:t>গ. </a:t>
                </a:r>
                <a:r>
                  <a:rPr lang="as-IN" sz="2800" dirty="0">
                    <a:latin typeface="Arial" panose="020B0604020202020204" pitchFamily="34" charset="0"/>
                  </a:rPr>
                  <a:t>যদি</a:t>
                </a:r>
                <a:r>
                  <a:rPr lang="en-US" sz="2800" dirty="0">
                    <a:latin typeface="Arial" panose="020B0604020202020204" pitchFamily="34" charset="0"/>
                  </a:rPr>
                  <a:t>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28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800">
                            <a:latin typeface="Cambria Math" panose="02040503050406030204" pitchFamily="18" charset="0"/>
                          </a:rPr>
                          <m:t>𝑐𝑜𝑠𝐵</m:t>
                        </m:r>
                        <m:r>
                          <a:rPr lang="en-US" sz="2800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sz="2800">
                            <a:latin typeface="Cambria Math" panose="02040503050406030204" pitchFamily="18" charset="0"/>
                          </a:rPr>
                          <m:t>𝑠𝑖𝑛𝐵</m:t>
                        </m:r>
                      </m:num>
                      <m:den>
                        <m:r>
                          <a:rPr lang="en-US" sz="2800">
                            <a:latin typeface="Cambria Math" panose="02040503050406030204" pitchFamily="18" charset="0"/>
                          </a:rPr>
                          <m:t>𝑐𝑜𝑠𝐵</m:t>
                        </m:r>
                        <m:r>
                          <a:rPr lang="en-US" sz="2800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sz="2800">
                            <a:latin typeface="Cambria Math" panose="02040503050406030204" pitchFamily="18" charset="0"/>
                          </a:rPr>
                          <m:t>𝑠𝑖𝑛𝐵</m:t>
                        </m:r>
                      </m:den>
                    </m:f>
                    <m:r>
                      <a:rPr lang="en-US" sz="2800" dirty="0">
                        <a:latin typeface="Cambria Math" panose="02040503050406030204" pitchFamily="18" charset="0"/>
                      </a:rPr>
                      <m:t>= </m:t>
                    </m:r>
                    <m:f>
                      <m:fPr>
                        <m:ctrlPr>
                          <a:rPr lang="en-US" sz="28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nor/>
                          </m:rPr>
                          <a:rPr lang="en-US" sz="2800" dirty="0">
                            <a:latin typeface="Arial" panose="020B0604020202020204" pitchFamily="34" charset="0"/>
                          </a:rPr>
                          <m:t>√</m:t>
                        </m:r>
                        <m:r>
                          <a:rPr lang="en-US" sz="2800" dirty="0"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a:rPr lang="en-US" sz="2800" dirty="0">
                            <a:latin typeface="Cambria Math" panose="02040503050406030204" pitchFamily="18" charset="0"/>
                          </a:rPr>
                          <m:t> −</m:t>
                        </m:r>
                        <m:r>
                          <a:rPr lang="en-US" sz="2800" dirty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m:rPr>
                            <m:nor/>
                          </m:rPr>
                          <a:rPr lang="en-US" sz="2800" dirty="0">
                            <a:latin typeface="Arial" panose="020B0604020202020204" pitchFamily="34" charset="0"/>
                          </a:rPr>
                          <m:t>√</m:t>
                        </m:r>
                        <m:r>
                          <a:rPr lang="en-US" sz="2800" dirty="0"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a:rPr lang="en-US" sz="2800" dirty="0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sz="2800" dirty="0">
                            <a:latin typeface="Cambria Math" panose="02040503050406030204" pitchFamily="18" charset="0"/>
                          </a:rPr>
                          <m:t>1</m:t>
                        </m:r>
                      </m:den>
                    </m:f>
                  </m:oMath>
                </a14:m>
                <a:r>
                  <a:rPr lang="en-US" dirty="0">
                    <a:solidFill>
                      <a:schemeClr val="tx1"/>
                    </a:solidFill>
                  </a:rPr>
                  <a:t> </a:t>
                </a:r>
                <a:r>
                  <a:rPr lang="en-US" dirty="0" err="1"/>
                  <a:t>হয়</a:t>
                </a:r>
                <a:r>
                  <a:rPr lang="en-US" dirty="0"/>
                  <a:t>, </a:t>
                </a:r>
                <a:r>
                  <a:rPr lang="en-US" dirty="0" err="1"/>
                  <a:t>তবে</a:t>
                </a:r>
                <a:r>
                  <a:rPr lang="en-US" dirty="0"/>
                  <a:t> </a:t>
                </a:r>
                <a:r>
                  <a:rPr lang="en-US" dirty="0" err="1"/>
                  <a:t>দেখাও</a:t>
                </a:r>
                <a:r>
                  <a:rPr lang="en-US" dirty="0"/>
                  <a:t> </a:t>
                </a:r>
                <a:r>
                  <a:rPr lang="en-US" dirty="0" err="1"/>
                  <a:t>যে</a:t>
                </a:r>
                <a:r>
                  <a:rPr lang="en-US" dirty="0"/>
                  <a:t>, </a:t>
                </a:r>
                <a:r>
                  <a:rPr lang="en-US" sz="2400" dirty="0"/>
                  <a:t>B = </a:t>
                </a:r>
                <a14:m>
                  <m:oMath xmlns:m="http://schemas.openxmlformats.org/officeDocument/2006/math">
                    <m:r>
                      <a:rPr lang="en-US" sz="2400">
                        <a:latin typeface="Cambria Math" panose="02040503050406030204" pitchFamily="18" charset="0"/>
                      </a:rPr>
                      <m:t>𝜃</m:t>
                    </m:r>
                  </m:oMath>
                </a14:m>
                <a:br>
                  <a:rPr lang="en-US" sz="2400" dirty="0">
                    <a:solidFill>
                      <a:schemeClr val="tx1"/>
                    </a:solidFill>
                  </a:rPr>
                </a:br>
                <a:endParaRPr 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8AADEA15-FBD8-F1EC-A866-BC96FB92750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42023" y="3408797"/>
                <a:ext cx="9763431" cy="2336794"/>
              </a:xfrm>
              <a:prstGeom prst="rect">
                <a:avLst/>
              </a:prstGeom>
              <a:blipFill>
                <a:blip r:embed="rId3"/>
                <a:stretch>
                  <a:fillRect l="-999" t="-182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019497409"/>
      </p:ext>
    </p:extLst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1250" advClick="0">
        <p15:prstTrans prst="airplane"/>
      </p:transition>
    </mc:Choice>
    <mc:Fallback>
      <p:transition spd="slow" advClick="0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5E8954-9BCB-7FD9-A210-38DC54382D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36294" y="171343"/>
            <a:ext cx="5351371" cy="733225"/>
          </a:xfrm>
        </p:spPr>
        <p:txBody>
          <a:bodyPr/>
          <a:lstStyle/>
          <a:p>
            <a:r>
              <a:rPr lang="en-US" sz="4400" dirty="0" err="1"/>
              <a:t>বহুনির্বাচনি</a:t>
            </a:r>
            <a:endParaRPr lang="en-US" sz="4400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C4E257B8-AD25-009D-814D-AE4C2B5097D7}"/>
              </a:ext>
            </a:extLst>
          </p:cNvPr>
          <p:cNvSpPr txBox="1"/>
          <p:nvPr/>
        </p:nvSpPr>
        <p:spPr>
          <a:xfrm>
            <a:off x="3765754" y="2148573"/>
            <a:ext cx="796746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 err="1"/>
              <a:t>টাইপ</a:t>
            </a:r>
            <a:r>
              <a:rPr lang="en-US" sz="2400" b="1" dirty="0"/>
              <a:t> ১ – </a:t>
            </a:r>
            <a:r>
              <a:rPr lang="en-US" sz="2400" dirty="0" err="1"/>
              <a:t>পিথাগোরাসের</a:t>
            </a:r>
            <a:r>
              <a:rPr lang="en-US" sz="2400" dirty="0"/>
              <a:t> </a:t>
            </a:r>
            <a:r>
              <a:rPr lang="en-US" sz="2400" dirty="0" err="1"/>
              <a:t>সুত্রের</a:t>
            </a:r>
            <a:r>
              <a:rPr lang="en-US" sz="2400" dirty="0"/>
              <a:t> </a:t>
            </a:r>
            <a:r>
              <a:rPr lang="en-US" sz="2400" dirty="0" err="1"/>
              <a:t>সাহায্যে</a:t>
            </a:r>
            <a:r>
              <a:rPr lang="en-US" sz="2400" dirty="0"/>
              <a:t> </a:t>
            </a:r>
            <a:r>
              <a:rPr lang="en-US" sz="2400" dirty="0" err="1"/>
              <a:t>বাহু</a:t>
            </a:r>
            <a:r>
              <a:rPr lang="en-US" sz="2400" dirty="0"/>
              <a:t> </a:t>
            </a:r>
            <a:r>
              <a:rPr lang="en-US" sz="2400" dirty="0" err="1"/>
              <a:t>নির্ণয়</a:t>
            </a:r>
            <a:r>
              <a:rPr lang="en-US" sz="2400" dirty="0"/>
              <a:t>।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2357DB2E-734B-0E0B-366A-85EA7810EF43}"/>
              </a:ext>
            </a:extLst>
          </p:cNvPr>
          <p:cNvSpPr txBox="1"/>
          <p:nvPr/>
        </p:nvSpPr>
        <p:spPr>
          <a:xfrm>
            <a:off x="3765754" y="2851579"/>
            <a:ext cx="796746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 err="1"/>
              <a:t>টাইপ</a:t>
            </a:r>
            <a:r>
              <a:rPr lang="en-US" sz="2400" b="1" dirty="0"/>
              <a:t> ২ – </a:t>
            </a:r>
            <a:r>
              <a:rPr lang="en-US" sz="2400" dirty="0" err="1"/>
              <a:t>একটি</a:t>
            </a:r>
            <a:r>
              <a:rPr lang="en-US" sz="2400" dirty="0"/>
              <a:t> </a:t>
            </a:r>
            <a:r>
              <a:rPr lang="en-US" sz="2400" dirty="0" err="1"/>
              <a:t>বাহু</a:t>
            </a:r>
            <a:r>
              <a:rPr lang="en-US" sz="2400" dirty="0"/>
              <a:t> ও </a:t>
            </a:r>
            <a:r>
              <a:rPr lang="en-US" sz="2400" dirty="0" err="1"/>
              <a:t>একটি</a:t>
            </a:r>
            <a:r>
              <a:rPr lang="en-US" sz="2400" dirty="0"/>
              <a:t> </a:t>
            </a:r>
            <a:r>
              <a:rPr lang="en-US" sz="2400" dirty="0" err="1"/>
              <a:t>কোন</a:t>
            </a:r>
            <a:r>
              <a:rPr lang="en-US" sz="2400" dirty="0"/>
              <a:t> </a:t>
            </a:r>
            <a:r>
              <a:rPr lang="en-US" sz="2400" dirty="0" err="1"/>
              <a:t>দেয়া</a:t>
            </a:r>
            <a:r>
              <a:rPr lang="en-US" sz="2400" dirty="0"/>
              <a:t> </a:t>
            </a:r>
            <a:r>
              <a:rPr lang="en-US" sz="2400" dirty="0" err="1"/>
              <a:t>থাকলে</a:t>
            </a:r>
            <a:r>
              <a:rPr lang="en-US" sz="2400" dirty="0"/>
              <a:t>।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ADB292CA-166F-18C5-3B9F-120B48BD5D1A}"/>
              </a:ext>
            </a:extLst>
          </p:cNvPr>
          <p:cNvSpPr txBox="1"/>
          <p:nvPr/>
        </p:nvSpPr>
        <p:spPr>
          <a:xfrm>
            <a:off x="3765754" y="3524636"/>
            <a:ext cx="796746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 err="1"/>
              <a:t>টাইপ</a:t>
            </a:r>
            <a:r>
              <a:rPr lang="en-US" sz="2400" b="1" dirty="0"/>
              <a:t> ৩ –  </a:t>
            </a:r>
            <a:r>
              <a:rPr lang="en-US" sz="2400" dirty="0" err="1"/>
              <a:t>দুইটি</a:t>
            </a:r>
            <a:r>
              <a:rPr lang="en-US" sz="2400" dirty="0"/>
              <a:t> </a:t>
            </a:r>
            <a:r>
              <a:rPr lang="en-US" sz="2400" dirty="0" err="1"/>
              <a:t>বাহু</a:t>
            </a:r>
            <a:r>
              <a:rPr lang="en-US" sz="2400" dirty="0"/>
              <a:t> </a:t>
            </a:r>
            <a:r>
              <a:rPr lang="en-US" sz="2400" dirty="0" err="1"/>
              <a:t>থাকলে</a:t>
            </a:r>
            <a:r>
              <a:rPr lang="en-US" sz="2400" dirty="0"/>
              <a:t> </a:t>
            </a:r>
            <a:r>
              <a:rPr lang="en-US" sz="2400" dirty="0" err="1"/>
              <a:t>কোন</a:t>
            </a:r>
            <a:r>
              <a:rPr lang="en-US" sz="2400" dirty="0"/>
              <a:t> </a:t>
            </a:r>
            <a:r>
              <a:rPr lang="en-US" sz="2400" dirty="0" err="1"/>
              <a:t>নির্ণয়</a:t>
            </a:r>
            <a:r>
              <a:rPr lang="en-US" sz="2400" dirty="0"/>
              <a:t>।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04F20B38-26FC-D41C-32AF-17A86DEF873D}"/>
              </a:ext>
            </a:extLst>
          </p:cNvPr>
          <p:cNvSpPr txBox="1"/>
          <p:nvPr/>
        </p:nvSpPr>
        <p:spPr>
          <a:xfrm>
            <a:off x="3765753" y="4211537"/>
            <a:ext cx="8141111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 err="1"/>
              <a:t>টাইপ</a:t>
            </a:r>
            <a:r>
              <a:rPr lang="en-US" sz="2400" b="1" dirty="0"/>
              <a:t> ৪ –  </a:t>
            </a:r>
            <a:r>
              <a:rPr lang="en-US" sz="2400" dirty="0" err="1"/>
              <a:t>ত্রিকোনোমিতিক</a:t>
            </a:r>
            <a:r>
              <a:rPr lang="en-US" sz="2400" dirty="0"/>
              <a:t> </a:t>
            </a:r>
            <a:r>
              <a:rPr lang="en-US" sz="2400" dirty="0" err="1"/>
              <a:t>অনুপাত</a:t>
            </a:r>
            <a:r>
              <a:rPr lang="en-US" sz="2400" dirty="0"/>
              <a:t> </a:t>
            </a:r>
            <a:r>
              <a:rPr lang="en-US" sz="2400" dirty="0" err="1"/>
              <a:t>থেকে</a:t>
            </a:r>
            <a:r>
              <a:rPr lang="en-US" sz="2400" dirty="0"/>
              <a:t> </a:t>
            </a:r>
            <a:r>
              <a:rPr lang="en-US" sz="2400" dirty="0" err="1"/>
              <a:t>ত্রিকোনোমিতিক</a:t>
            </a:r>
            <a:r>
              <a:rPr lang="en-US" sz="2400" dirty="0"/>
              <a:t> </a:t>
            </a:r>
            <a:r>
              <a:rPr lang="en-US" sz="2400" dirty="0" err="1"/>
              <a:t>অনুপাত</a:t>
            </a:r>
            <a:r>
              <a:rPr lang="en-US" sz="2400" dirty="0"/>
              <a:t> </a:t>
            </a:r>
            <a:r>
              <a:rPr lang="en-US" sz="2400" dirty="0" err="1"/>
              <a:t>নির্ণয়</a:t>
            </a:r>
            <a:r>
              <a:rPr lang="en-US" sz="2400" dirty="0"/>
              <a:t>।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19B0D16D-BD65-54BF-A2A1-F614586B1DC2}"/>
                  </a:ext>
                </a:extLst>
              </p:cNvPr>
              <p:cNvSpPr txBox="1"/>
              <p:nvPr/>
            </p:nvSpPr>
            <p:spPr>
              <a:xfrm>
                <a:off x="3765753" y="5173630"/>
                <a:ext cx="7967461" cy="51462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400" b="1" dirty="0"/>
                  <a:t>টাইপ ৫ </a:t>
                </a:r>
                <a:r>
                  <a:rPr lang="en-US" sz="2400" dirty="0"/>
                  <a:t>–   cosec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𝜃</m:t>
                    </m:r>
                    <m:rad>
                      <m:radPr>
                        <m:degHide m:val="on"/>
                        <m:ctrlPr>
                          <a:rPr lang="en-US" sz="24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radPr>
                      <m:deg/>
                      <m:e>
                        <m:sSup>
                          <m:sSupPr>
                            <m:ctrlPr>
                              <a:rPr lang="en-US" sz="240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24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𝑠𝑒𝑐</m:t>
                            </m:r>
                          </m:e>
                          <m:sup>
                            <m:r>
                              <a:rPr lang="en-US" sz="24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n-US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𝜃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−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e>
                    </m:rad>
                    <m:r>
                      <a:rPr lang="en-US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  ||</m:t>
                    </m:r>
                  </m:oMath>
                </a14:m>
                <a:r>
                  <a:rPr lang="en-US" sz="2400" dirty="0"/>
                  <a:t> s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2400" b="0" i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in</m:t>
                    </m:r>
                    <m:r>
                      <a:rPr lang="en-US" sz="2400" b="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𝜃</m:t>
                    </m:r>
                    <m:rad>
                      <m:radPr>
                        <m:degHide m:val="on"/>
                        <m:ctrlP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radPr>
                      <m:deg/>
                      <m:e>
                        <m:sSup>
                          <m:sSupPr>
                            <m:ctrlPr>
                              <a:rPr lang="en-US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24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𝑐𝑜𝑠𝑒𝑐</m:t>
                            </m:r>
                          </m:e>
                          <m:sup>
                            <m:r>
                              <a:rPr lang="en-US" sz="2400" b="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n-US" sz="2400" b="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𝜃</m:t>
                        </m:r>
                        <m:r>
                          <a:rPr lang="en-US" sz="2400" b="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−</m:t>
                        </m:r>
                        <m:r>
                          <a:rPr lang="en-US" sz="2400" b="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e>
                    </m:rad>
                  </m:oMath>
                </a14:m>
                <a:endParaRPr lang="en-US" sz="2400" dirty="0"/>
              </a:p>
            </p:txBody>
          </p:sp>
        </mc:Choice>
        <mc:Fallback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19B0D16D-BD65-54BF-A2A1-F614586B1DC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65753" y="5173630"/>
                <a:ext cx="7967461" cy="514628"/>
              </a:xfrm>
              <a:prstGeom prst="rect">
                <a:avLst/>
              </a:prstGeom>
              <a:blipFill>
                <a:blip r:embed="rId2"/>
                <a:stretch>
                  <a:fillRect l="-1224" t="-1190" b="-2619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591889382"/>
      </p:ext>
    </p:extLst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1250" advClick="0">
        <p15:prstTrans prst="airplane"/>
      </p:transition>
    </mc:Choice>
    <mc:Fallback>
      <p:transition spd="slow" advClick="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/>
      <p:bldP spid="15" grpId="0"/>
      <p:bldP spid="16" grpId="0"/>
      <p:bldP spid="19" grpId="0"/>
      <p:bldP spid="20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3F7D2E-080D-DBDD-73C4-3C38A2B779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14040" y="2660904"/>
            <a:ext cx="3835400" cy="768096"/>
          </a:xfrm>
        </p:spPr>
        <p:txBody>
          <a:bodyPr/>
          <a:lstStyle/>
          <a:p>
            <a:r>
              <a:rPr lang="en-US" dirty="0">
                <a:solidFill>
                  <a:srgbClr val="202C8F"/>
                </a:solidFill>
                <a:hlinkClick r:id="" action="ppaction://hlinkshowjump?jump=firstslide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SUMMARY</a:t>
            </a:r>
            <a:r>
              <a:rPr lang="en-US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94818171"/>
      </p:ext>
    </p:extLst>
  </p:cSld>
  <p:clrMapOvr>
    <a:masterClrMapping/>
  </p:clrMapOvr>
  <p:transition spd="slow" advClick="0">
    <p:wipe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0AB426-5B7C-607E-D413-5D2C9495CC0A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THANK YOU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787DFD8-D262-D485-B1F2-817C5A0928C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677416" y="2838704"/>
            <a:ext cx="4926584" cy="2176272"/>
          </a:xfrm>
        </p:spPr>
        <p:txBody>
          <a:bodyPr/>
          <a:lstStyle/>
          <a:p>
            <a:r>
              <a:rPr lang="en-US" dirty="0"/>
              <a:t>Habib Ullah​</a:t>
            </a:r>
          </a:p>
          <a:p>
            <a:r>
              <a:rPr lang="en-US" sz="2000" i="1" dirty="0"/>
              <a:t>Instructor, Technique Easy Education</a:t>
            </a:r>
            <a:endParaRPr lang="en-US" i="1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6736301-13FD-89B5-F25F-F9D7BF426CE8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8156702" y="2433447"/>
            <a:ext cx="1844929" cy="1844929"/>
          </a:xfrm>
          <a:prstGeom prst="round2DiagRect">
            <a:avLst>
              <a:gd name="adj1" fmla="val 16667"/>
              <a:gd name="adj2" fmla="val 0"/>
            </a:avLst>
          </a:prstGeom>
          <a:ln w="88900" cap="sq">
            <a:solidFill>
              <a:srgbClr val="FFFFFF"/>
            </a:solidFill>
            <a:miter lim="800000"/>
          </a:ln>
          <a:effectLst>
            <a:outerShdw blurRad="254000" algn="tl" rotWithShape="0">
              <a:srgbClr val="000000">
                <a:alpha val="43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1003962426"/>
      </p:ext>
    </p:extLst>
  </p:cSld>
  <p:clrMapOvr>
    <a:masterClrMapping/>
  </p:clrMapOvr>
  <p:transition spd="slow" advClick="0">
    <p:wipe/>
  </p:transition>
</p:sld>
</file>

<file path=ppt/theme/theme1.xml><?xml version="1.0" encoding="utf-8"?>
<a:theme xmlns:a="http://schemas.openxmlformats.org/drawingml/2006/main" name="Office Theme">
  <a:themeElements>
    <a:clrScheme name="Custom 13">
      <a:dk1>
        <a:srgbClr val="000000"/>
      </a:dk1>
      <a:lt1>
        <a:srgbClr val="FDFAF6"/>
      </a:lt1>
      <a:dk2>
        <a:srgbClr val="44546A"/>
      </a:dk2>
      <a:lt2>
        <a:srgbClr val="E7E6E6"/>
      </a:lt2>
      <a:accent1>
        <a:srgbClr val="F5CDCE"/>
      </a:accent1>
      <a:accent2>
        <a:srgbClr val="DE8C8C"/>
      </a:accent2>
      <a:accent3>
        <a:srgbClr val="AAC3E8"/>
      </a:accent3>
      <a:accent4>
        <a:srgbClr val="D2D592"/>
      </a:accent4>
      <a:accent5>
        <a:srgbClr val="CCBE89"/>
      </a:accent5>
      <a:accent6>
        <a:srgbClr val="1F2C8F"/>
      </a:accent6>
      <a:hlink>
        <a:srgbClr val="1F2C8F"/>
      </a:hlink>
      <a:folHlink>
        <a:srgbClr val="AAC3E9"/>
      </a:folHlink>
    </a:clrScheme>
    <a:fontScheme name="Custom 22">
      <a:majorFont>
        <a:latin typeface="Arial Black"/>
        <a:ea typeface=""/>
        <a:cs typeface=""/>
      </a:majorFont>
      <a:minorFont>
        <a:latin typeface="Sabon Next LT"/>
        <a:ea typeface=""/>
        <a:cs typeface="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Geometric-Color-Block_Win32_jx_v9.potx" id="{B1D493D9-AF74-4AD6-8F0C-5B1308D7041B}" vid="{1AA99070-5A1F-42D2-9F5B-E7354C964689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Metadata/LabelInfo.xml><?xml version="1.0" encoding="utf-8"?>
<clbl:labelList xmlns:clbl="http://schemas.microsoft.com/office/2020/mipLabelMetadata"/>
</file>

<file path=docProps/app.xml><?xml version="1.0" encoding="utf-8"?>
<Properties xmlns="http://schemas.openxmlformats.org/officeDocument/2006/extended-properties" xmlns:vt="http://schemas.openxmlformats.org/officeDocument/2006/docPropsVTypes">
  <Template>Geometric color block</Template>
  <TotalTime>485</TotalTime>
  <Words>490</Words>
  <Application>Microsoft Office PowerPoint</Application>
  <PresentationFormat>Widescreen</PresentationFormat>
  <Paragraphs>106</Paragraphs>
  <Slides>15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2" baseType="lpstr">
      <vt:lpstr>Arial</vt:lpstr>
      <vt:lpstr>Arial Black</vt:lpstr>
      <vt:lpstr>Cambria Math</vt:lpstr>
      <vt:lpstr>Fira Sans Extra Condensed Medium</vt:lpstr>
      <vt:lpstr>Roboto</vt:lpstr>
      <vt:lpstr>Sabon Next LT</vt:lpstr>
      <vt:lpstr>Office Theme</vt:lpstr>
      <vt:lpstr>ত্রিকোণোমিতিক অনুপাত </vt:lpstr>
      <vt:lpstr>আলোচ্যসূচি</vt:lpstr>
      <vt:lpstr>PowerPoint Presentation</vt:lpstr>
      <vt:lpstr>কোণের সীমা</vt:lpstr>
      <vt:lpstr>Common Mistake</vt:lpstr>
      <vt:lpstr>Dance Time</vt:lpstr>
      <vt:lpstr>অনুশীলনী</vt:lpstr>
      <vt:lpstr>সৃজনশীল</vt:lpstr>
      <vt:lpstr>সৃজনশীল</vt:lpstr>
      <vt:lpstr>সৃজনশীল</vt:lpstr>
      <vt:lpstr>সৃজনশীল</vt:lpstr>
      <vt:lpstr>সৃজনশীল</vt:lpstr>
      <vt:lpstr>বহুনির্বাচনি</vt:lpstr>
      <vt:lpstr>SUMMARY 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ত্রিকোণোমিতিক অনুপাত </dc:title>
  <dc:subject/>
  <dc:creator>Habib Ullah</dc:creator>
  <cp:lastModifiedBy>Habib Ullah</cp:lastModifiedBy>
  <cp:revision>22</cp:revision>
  <dcterms:created xsi:type="dcterms:W3CDTF">2023-06-11T06:36:09Z</dcterms:created>
  <dcterms:modified xsi:type="dcterms:W3CDTF">2023-06-14T09:29:37Z</dcterms:modified>
</cp:coreProperties>
</file>