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2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94" r:id="rId12"/>
    <p:sldId id="298" r:id="rId13"/>
    <p:sldId id="299" r:id="rId14"/>
    <p:sldId id="293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5050"/>
    <a:srgbClr val="FDD0A4"/>
    <a:srgbClr val="A9D18E"/>
    <a:srgbClr val="FFFF00"/>
    <a:srgbClr val="FDCA9F"/>
    <a:srgbClr val="395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6" autoAdjust="0"/>
  </p:normalViewPr>
  <p:slideViewPr>
    <p:cSldViewPr snapToGrid="0">
      <p:cViewPr varScale="1">
        <p:scale>
          <a:sx n="78" d="100"/>
          <a:sy n="78" d="100"/>
        </p:scale>
        <p:origin x="806" y="5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Ullah" userId="9cbb11ce56e31564" providerId="LiveId" clId="{5A4CCB90-44D8-473C-B3CB-362844992C2D}"/>
    <pc:docChg chg="undo custSel addSld delSld modSld sldOrd">
      <pc:chgData name="Habib Ullah" userId="9cbb11ce56e31564" providerId="LiveId" clId="{5A4CCB90-44D8-473C-B3CB-362844992C2D}" dt="2023-08-04T20:36:27.787" v="2939"/>
      <pc:docMkLst>
        <pc:docMk/>
      </pc:docMkLst>
      <pc:sldChg chg="modTransition">
        <pc:chgData name="Habib Ullah" userId="9cbb11ce56e31564" providerId="LiveId" clId="{5A4CCB90-44D8-473C-B3CB-362844992C2D}" dt="2023-08-04T19:26:51.596" v="2681"/>
        <pc:sldMkLst>
          <pc:docMk/>
          <pc:sldMk cId="0" sldId="258"/>
        </pc:sldMkLst>
      </pc:sldChg>
      <pc:sldChg chg="addSp delSp modSp mod modTransition modAnim">
        <pc:chgData name="Habib Ullah" userId="9cbb11ce56e31564" providerId="LiveId" clId="{5A4CCB90-44D8-473C-B3CB-362844992C2D}" dt="2023-08-04T19:26:30.126" v="2680"/>
        <pc:sldMkLst>
          <pc:docMk/>
          <pc:sldMk cId="2968715373" sldId="262"/>
        </pc:sldMkLst>
        <pc:spChg chg="mod">
          <ac:chgData name="Habib Ullah" userId="9cbb11ce56e31564" providerId="LiveId" clId="{5A4CCB90-44D8-473C-B3CB-362844992C2D}" dt="2023-08-04T17:03:52.002" v="3" actId="113"/>
          <ac:spMkLst>
            <pc:docMk/>
            <pc:sldMk cId="2968715373" sldId="262"/>
            <ac:spMk id="13" creationId="{F46CC791-FE41-349F-D7F9-6E2EED728EF1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38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3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0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1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2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3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4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5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6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7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8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4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0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1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2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3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4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5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6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7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8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5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0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1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10:51.918" v="18" actId="164"/>
          <ac:spMkLst>
            <pc:docMk/>
            <pc:sldMk cId="2968715373" sldId="262"/>
            <ac:spMk id="162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3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4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5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6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7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8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69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70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71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7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78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79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80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81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82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83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86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0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1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2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3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5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198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0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06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07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08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0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12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1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15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16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17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0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2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3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5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6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27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30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31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34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35" creationId="{00000000-0000-0000-0000-000000000000}"/>
          </ac:spMkLst>
        </pc:spChg>
        <pc:spChg chg="mod">
          <ac:chgData name="Habib Ullah" userId="9cbb11ce56e31564" providerId="LiveId" clId="{5A4CCB90-44D8-473C-B3CB-362844992C2D}" dt="2023-08-04T17:10:51.918" v="18" actId="164"/>
          <ac:spMkLst>
            <pc:docMk/>
            <pc:sldMk cId="2968715373" sldId="262"/>
            <ac:spMk id="23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10:28.449" v="16" actId="164"/>
          <ac:spMkLst>
            <pc:docMk/>
            <pc:sldMk cId="2968715373" sldId="262"/>
            <ac:spMk id="241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10:51.918" v="18" actId="164"/>
          <ac:spMkLst>
            <pc:docMk/>
            <pc:sldMk cId="2968715373" sldId="262"/>
            <ac:spMk id="242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3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4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5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6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7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8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49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50" creationId="{00000000-0000-0000-0000-000000000000}"/>
          </ac:spMkLst>
        </pc:spChg>
        <pc:spChg chg="mod topLvl">
          <ac:chgData name="Habib Ullah" userId="9cbb11ce56e31564" providerId="LiveId" clId="{5A4CCB90-44D8-473C-B3CB-362844992C2D}" dt="2023-08-04T17:09:51.209" v="13" actId="165"/>
          <ac:spMkLst>
            <pc:docMk/>
            <pc:sldMk cId="2968715373" sldId="262"/>
            <ac:spMk id="251" creationId="{00000000-0000-0000-0000-000000000000}"/>
          </ac:spMkLst>
        </pc:spChg>
        <pc:grpChg chg="de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2" creationId="{A3CB5DBB-79A3-4C06-994C-9285B01BCE2F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3" creationId="{26421DDD-07C3-42B6-869F-AD3A53DC2A79}"/>
          </ac:grpSpMkLst>
        </pc:grpChg>
        <pc:grpChg chg="mod topLvl">
          <ac:chgData name="Habib Ullah" userId="9cbb11ce56e31564" providerId="LiveId" clId="{5A4CCB90-44D8-473C-B3CB-362844992C2D}" dt="2023-08-04T17:10:51.918" v="18" actId="164"/>
          <ac:grpSpMkLst>
            <pc:docMk/>
            <pc:sldMk cId="2968715373" sldId="262"/>
            <ac:grpSpMk id="4" creationId="{BB0445D5-A6E5-40E7-BBDD-5E3EFA13BDED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5" creationId="{5AAA3125-6198-4B7D-906A-040AAB47590B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7" creationId="{C75428FF-0A84-4E2E-92DA-584511ABC382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8" creationId="{4DD91C3C-3852-430A-9A83-22625BBCEAE3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9" creationId="{FABADD7C-3D5A-44FF-8043-BD36A4C614D6}"/>
          </ac:grpSpMkLst>
        </pc:grpChg>
        <pc:grpChg chg="mod topLvl">
          <ac:chgData name="Habib Ullah" userId="9cbb11ce56e31564" providerId="LiveId" clId="{5A4CCB90-44D8-473C-B3CB-362844992C2D}" dt="2023-08-04T17:09:51.209" v="13" actId="165"/>
          <ac:grpSpMkLst>
            <pc:docMk/>
            <pc:sldMk cId="2968715373" sldId="262"/>
            <ac:grpSpMk id="10" creationId="{0FC7B21D-F367-47EE-B66B-97792050C10C}"/>
          </ac:grpSpMkLst>
        </pc:grpChg>
        <pc:grpChg chg="add mod">
          <ac:chgData name="Habib Ullah" userId="9cbb11ce56e31564" providerId="LiveId" clId="{5A4CCB90-44D8-473C-B3CB-362844992C2D}" dt="2023-08-04T17:10:28.449" v="16" actId="164"/>
          <ac:grpSpMkLst>
            <pc:docMk/>
            <pc:sldMk cId="2968715373" sldId="262"/>
            <ac:grpSpMk id="11" creationId="{165E8A60-BEE3-1A9A-2C7F-8073D6D1B8AA}"/>
          </ac:grpSpMkLst>
        </pc:grpChg>
        <pc:grpChg chg="add mod">
          <ac:chgData name="Habib Ullah" userId="9cbb11ce56e31564" providerId="LiveId" clId="{5A4CCB90-44D8-473C-B3CB-362844992C2D}" dt="2023-08-04T17:10:51.918" v="18" actId="164"/>
          <ac:grpSpMkLst>
            <pc:docMk/>
            <pc:sldMk cId="2968715373" sldId="262"/>
            <ac:grpSpMk id="12" creationId="{5D3CA95F-C082-D339-207A-1766C1198F02}"/>
          </ac:grpSpMkLst>
        </pc:grpChg>
      </pc:sldChg>
      <pc:sldChg chg="addSp delSp modSp mod modTransition">
        <pc:chgData name="Habib Ullah" userId="9cbb11ce56e31564" providerId="LiveId" clId="{5A4CCB90-44D8-473C-B3CB-362844992C2D}" dt="2023-08-04T19:27:47.426" v="2692"/>
        <pc:sldMkLst>
          <pc:docMk/>
          <pc:sldMk cId="3702375315" sldId="263"/>
        </pc:sldMkLst>
        <pc:spChg chg="add del mod">
          <ac:chgData name="Habib Ullah" userId="9cbb11ce56e31564" providerId="LiveId" clId="{5A4CCB90-44D8-473C-B3CB-362844992C2D}" dt="2023-08-04T17:15:19.707" v="146" actId="478"/>
          <ac:spMkLst>
            <pc:docMk/>
            <pc:sldMk cId="3702375315" sldId="263"/>
            <ac:spMk id="3" creationId="{C4606970-26F8-8868-CCEB-196AFEF9DB89}"/>
          </ac:spMkLst>
        </pc:spChg>
        <pc:spChg chg="mod">
          <ac:chgData name="Habib Ullah" userId="9cbb11ce56e31564" providerId="LiveId" clId="{5A4CCB90-44D8-473C-B3CB-362844992C2D}" dt="2023-08-04T17:12:37.793" v="25" actId="164"/>
          <ac:spMkLst>
            <pc:docMk/>
            <pc:sldMk cId="3702375315" sldId="263"/>
            <ac:spMk id="4" creationId="{79FF9665-8142-BB21-B931-1BC7840CEE5D}"/>
          </ac:spMkLst>
        </pc:spChg>
        <pc:grpChg chg="add mod">
          <ac:chgData name="Habib Ullah" userId="9cbb11ce56e31564" providerId="LiveId" clId="{5A4CCB90-44D8-473C-B3CB-362844992C2D}" dt="2023-08-04T17:15:28.109" v="149" actId="1076"/>
          <ac:grpSpMkLst>
            <pc:docMk/>
            <pc:sldMk cId="3702375315" sldId="263"/>
            <ac:grpSpMk id="2" creationId="{7C9DCB07-56B7-C8BE-AC57-751FFFA8079F}"/>
          </ac:grpSpMkLst>
        </pc:grpChg>
        <pc:picChg chg="mod">
          <ac:chgData name="Habib Ullah" userId="9cbb11ce56e31564" providerId="LiveId" clId="{5A4CCB90-44D8-473C-B3CB-362844992C2D}" dt="2023-08-04T17:15:23.801" v="148" actId="1076"/>
          <ac:picMkLst>
            <pc:docMk/>
            <pc:sldMk cId="3702375315" sldId="263"/>
            <ac:picMk id="6" creationId="{B7869B5C-5535-7633-7C8C-6BEBD078D676}"/>
          </ac:picMkLst>
        </pc:picChg>
      </pc:sldChg>
      <pc:sldChg chg="addSp delSp modSp mod modTransition modAnim">
        <pc:chgData name="Habib Ullah" userId="9cbb11ce56e31564" providerId="LiveId" clId="{5A4CCB90-44D8-473C-B3CB-362844992C2D}" dt="2023-08-04T19:35:44.056" v="2778" actId="20577"/>
        <pc:sldMkLst>
          <pc:docMk/>
          <pc:sldMk cId="3074068557" sldId="264"/>
        </pc:sldMkLst>
        <pc:spChg chg="add mod">
          <ac:chgData name="Habib Ullah" userId="9cbb11ce56e31564" providerId="LiveId" clId="{5A4CCB90-44D8-473C-B3CB-362844992C2D}" dt="2023-08-04T19:29:12.156" v="2697" actId="123"/>
          <ac:spMkLst>
            <pc:docMk/>
            <pc:sldMk cId="3074068557" sldId="264"/>
            <ac:spMk id="2" creationId="{7DB4498E-E66F-F9DD-877A-31B8A6B87C1E}"/>
          </ac:spMkLst>
        </pc:spChg>
        <pc:spChg chg="mod">
          <ac:chgData name="Habib Ullah" userId="9cbb11ce56e31564" providerId="LiveId" clId="{5A4CCB90-44D8-473C-B3CB-362844992C2D}" dt="2023-08-04T19:35:44.056" v="2778" actId="20577"/>
          <ac:spMkLst>
            <pc:docMk/>
            <pc:sldMk cId="3074068557" sldId="264"/>
            <ac:spMk id="3" creationId="{223B0F99-7843-E26D-9EF2-7A2C1437B399}"/>
          </ac:spMkLst>
        </pc:spChg>
        <pc:spChg chg="add mod">
          <ac:chgData name="Habib Ullah" userId="9cbb11ce56e31564" providerId="LiveId" clId="{5A4CCB90-44D8-473C-B3CB-362844992C2D}" dt="2023-08-04T17:21:12.787" v="361" actId="164"/>
          <ac:spMkLst>
            <pc:docMk/>
            <pc:sldMk cId="3074068557" sldId="264"/>
            <ac:spMk id="4" creationId="{7EC6C0CA-B669-D72A-E101-03FD3AA1E46F}"/>
          </ac:spMkLst>
        </pc:spChg>
        <pc:spChg chg="add mod">
          <ac:chgData name="Habib Ullah" userId="9cbb11ce56e31564" providerId="LiveId" clId="{5A4CCB90-44D8-473C-B3CB-362844992C2D}" dt="2023-08-04T17:21:12.787" v="361" actId="164"/>
          <ac:spMkLst>
            <pc:docMk/>
            <pc:sldMk cId="3074068557" sldId="264"/>
            <ac:spMk id="5" creationId="{699660D3-4528-D7DF-E03E-0D963072587E}"/>
          </ac:spMkLst>
        </pc:spChg>
        <pc:spChg chg="add mod">
          <ac:chgData name="Habib Ullah" userId="9cbb11ce56e31564" providerId="LiveId" clId="{5A4CCB90-44D8-473C-B3CB-362844992C2D}" dt="2023-08-04T17:21:12.787" v="361" actId="164"/>
          <ac:spMkLst>
            <pc:docMk/>
            <pc:sldMk cId="3074068557" sldId="264"/>
            <ac:spMk id="6" creationId="{8FB85591-9857-207C-D6F9-1F9E0BBE969F}"/>
          </ac:spMkLst>
        </pc:spChg>
        <pc:spChg chg="add mod">
          <ac:chgData name="Habib Ullah" userId="9cbb11ce56e31564" providerId="LiveId" clId="{5A4CCB90-44D8-473C-B3CB-362844992C2D}" dt="2023-08-04T17:21:12.787" v="361" actId="164"/>
          <ac:spMkLst>
            <pc:docMk/>
            <pc:sldMk cId="3074068557" sldId="264"/>
            <ac:spMk id="7" creationId="{2AC2B4AF-26E7-25CE-0E1E-1C2BA9395E1A}"/>
          </ac:spMkLst>
        </pc:spChg>
        <pc:spChg chg="mod topLvl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10" creationId="{5B38A7CD-416E-D61A-9D43-C69548CA5F36}"/>
          </ac:spMkLst>
        </pc:spChg>
        <pc:spChg chg="mod topLvl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11" creationId="{5A336390-94F5-F544-F171-B81F3F8665D1}"/>
          </ac:spMkLst>
        </pc:spChg>
        <pc:spChg chg="mod topLvl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12" creationId="{199B0653-2C81-5E8E-9CBA-64440746C817}"/>
          </ac:spMkLst>
        </pc:spChg>
        <pc:spChg chg="mod topLvl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13" creationId="{0C9B8160-CF8C-60E5-9F64-11B921DE4157}"/>
          </ac:spMkLst>
        </pc:spChg>
        <pc:spChg chg="add mod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19" creationId="{1EC569BD-4D26-F3C3-2CD3-D6BDE13C4417}"/>
          </ac:spMkLst>
        </pc:spChg>
        <pc:spChg chg="add mod">
          <ac:chgData name="Habib Ullah" userId="9cbb11ce56e31564" providerId="LiveId" clId="{5A4CCB90-44D8-473C-B3CB-362844992C2D}" dt="2023-08-04T17:53:40.132" v="1064" actId="20577"/>
          <ac:spMkLst>
            <pc:docMk/>
            <pc:sldMk cId="3074068557" sldId="264"/>
            <ac:spMk id="22" creationId="{F3D1E486-DC0B-529C-B09D-9659E97FA737}"/>
          </ac:spMkLst>
        </pc:spChg>
        <pc:spChg chg="add mod">
          <ac:chgData name="Habib Ullah" userId="9cbb11ce56e31564" providerId="LiveId" clId="{5A4CCB90-44D8-473C-B3CB-362844992C2D}" dt="2023-08-04T19:25:09.466" v="2669" actId="207"/>
          <ac:spMkLst>
            <pc:docMk/>
            <pc:sldMk cId="3074068557" sldId="264"/>
            <ac:spMk id="23" creationId="{27003E56-63B3-01BF-0BE6-87C3BA969D52}"/>
          </ac:spMkLst>
        </pc:spChg>
        <pc:spChg chg="add mod">
          <ac:chgData name="Habib Ullah" userId="9cbb11ce56e31564" providerId="LiveId" clId="{5A4CCB90-44D8-473C-B3CB-362844992C2D}" dt="2023-08-04T19:24:55.336" v="2668" actId="207"/>
          <ac:spMkLst>
            <pc:docMk/>
            <pc:sldMk cId="3074068557" sldId="264"/>
            <ac:spMk id="24" creationId="{8DD5CBED-04B5-FF82-1C3E-C33F9A3718F3}"/>
          </ac:spMkLst>
        </pc:spChg>
        <pc:spChg chg="add mod">
          <ac:chgData name="Habib Ullah" userId="9cbb11ce56e31564" providerId="LiveId" clId="{5A4CCB90-44D8-473C-B3CB-362844992C2D}" dt="2023-08-04T19:24:40.526" v="2667" actId="207"/>
          <ac:spMkLst>
            <pc:docMk/>
            <pc:sldMk cId="3074068557" sldId="264"/>
            <ac:spMk id="25" creationId="{07141AAD-54DB-8FE8-8C91-3DBAE77A6E3B}"/>
          </ac:spMkLst>
        </pc:spChg>
        <pc:spChg chg="add mod">
          <ac:chgData name="Habib Ullah" userId="9cbb11ce56e31564" providerId="LiveId" clId="{5A4CCB90-44D8-473C-B3CB-362844992C2D}" dt="2023-08-04T17:33:25.947" v="564" actId="164"/>
          <ac:spMkLst>
            <pc:docMk/>
            <pc:sldMk cId="3074068557" sldId="264"/>
            <ac:spMk id="27" creationId="{DD9C6559-F231-034A-C1D9-302B3B405175}"/>
          </ac:spMkLst>
        </pc:spChg>
        <pc:spChg chg="add mod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28" creationId="{1BB039AC-EBA0-C334-CCCB-B33045A92457}"/>
          </ac:spMkLst>
        </pc:spChg>
        <pc:spChg chg="add mod">
          <ac:chgData name="Habib Ullah" userId="9cbb11ce56e31564" providerId="LiveId" clId="{5A4CCB90-44D8-473C-B3CB-362844992C2D}" dt="2023-08-04T17:33:45.358" v="568" actId="164"/>
          <ac:spMkLst>
            <pc:docMk/>
            <pc:sldMk cId="3074068557" sldId="264"/>
            <ac:spMk id="29" creationId="{0AE7FCC8-A508-23BB-44AC-5B756902F6CC}"/>
          </ac:spMkLst>
        </pc:spChg>
        <pc:spChg chg="add mod">
          <ac:chgData name="Habib Ullah" userId="9cbb11ce56e31564" providerId="LiveId" clId="{5A4CCB90-44D8-473C-B3CB-362844992C2D}" dt="2023-08-04T17:33:25.947" v="564" actId="164"/>
          <ac:spMkLst>
            <pc:docMk/>
            <pc:sldMk cId="3074068557" sldId="264"/>
            <ac:spMk id="30" creationId="{F887208E-6B64-F1A7-34C5-057C3FD4EAF0}"/>
          </ac:spMkLst>
        </pc:spChg>
        <pc:spChg chg="add mod">
          <ac:chgData name="Habib Ullah" userId="9cbb11ce56e31564" providerId="LiveId" clId="{5A4CCB90-44D8-473C-B3CB-362844992C2D}" dt="2023-08-04T17:33:25.947" v="564" actId="164"/>
          <ac:spMkLst>
            <pc:docMk/>
            <pc:sldMk cId="3074068557" sldId="264"/>
            <ac:spMk id="31" creationId="{DA63B977-93FD-65B4-2E29-0AD1E29D944F}"/>
          </ac:spMkLst>
        </pc:spChg>
        <pc:spChg chg="add mod">
          <ac:chgData name="Habib Ullah" userId="9cbb11ce56e31564" providerId="LiveId" clId="{5A4CCB90-44D8-473C-B3CB-362844992C2D}" dt="2023-08-04T19:31:46.138" v="2708" actId="164"/>
          <ac:spMkLst>
            <pc:docMk/>
            <pc:sldMk cId="3074068557" sldId="264"/>
            <ac:spMk id="36" creationId="{3CE1C0FE-4068-FD96-9C4B-B56E8F7BBB7A}"/>
          </ac:spMkLst>
        </pc:spChg>
        <pc:spChg chg="add mod">
          <ac:chgData name="Habib Ullah" userId="9cbb11ce56e31564" providerId="LiveId" clId="{5A4CCB90-44D8-473C-B3CB-362844992C2D}" dt="2023-08-04T19:31:46.138" v="2708" actId="164"/>
          <ac:spMkLst>
            <pc:docMk/>
            <pc:sldMk cId="3074068557" sldId="264"/>
            <ac:spMk id="37" creationId="{4D19D4A7-8151-C319-C209-0DE59E1ED1B7}"/>
          </ac:spMkLst>
        </pc:spChg>
        <pc:grpChg chg="add mod">
          <ac:chgData name="Habib Ullah" userId="9cbb11ce56e31564" providerId="LiveId" clId="{5A4CCB90-44D8-473C-B3CB-362844992C2D}" dt="2023-08-04T17:33:25.947" v="564" actId="164"/>
          <ac:grpSpMkLst>
            <pc:docMk/>
            <pc:sldMk cId="3074068557" sldId="264"/>
            <ac:grpSpMk id="8" creationId="{096A357A-C3F3-C34A-6D4E-91FE2A13C3D0}"/>
          </ac:grpSpMkLst>
        </pc:grpChg>
        <pc:grpChg chg="add del mod">
          <ac:chgData name="Habib Ullah" userId="9cbb11ce56e31564" providerId="LiveId" clId="{5A4CCB90-44D8-473C-B3CB-362844992C2D}" dt="2023-08-04T17:23:50.523" v="383" actId="165"/>
          <ac:grpSpMkLst>
            <pc:docMk/>
            <pc:sldMk cId="3074068557" sldId="264"/>
            <ac:grpSpMk id="9" creationId="{F62C2ED9-2C8B-CC59-07B4-5DC9561CB86B}"/>
          </ac:grpSpMkLst>
        </pc:grpChg>
        <pc:grpChg chg="add mod">
          <ac:chgData name="Habib Ullah" userId="9cbb11ce56e31564" providerId="LiveId" clId="{5A4CCB90-44D8-473C-B3CB-362844992C2D}" dt="2023-08-04T17:39:09.853" v="726" actId="1076"/>
          <ac:grpSpMkLst>
            <pc:docMk/>
            <pc:sldMk cId="3074068557" sldId="264"/>
            <ac:grpSpMk id="32" creationId="{C6ED8FAC-7E8A-F21C-220F-DB57F1B5426A}"/>
          </ac:grpSpMkLst>
        </pc:grpChg>
        <pc:grpChg chg="add mod">
          <ac:chgData name="Habib Ullah" userId="9cbb11ce56e31564" providerId="LiveId" clId="{5A4CCB90-44D8-473C-B3CB-362844992C2D}" dt="2023-08-04T19:31:46.138" v="2708" actId="164"/>
          <ac:grpSpMkLst>
            <pc:docMk/>
            <pc:sldMk cId="3074068557" sldId="264"/>
            <ac:grpSpMk id="34" creationId="{AEEDCD69-D9B1-38A3-D6ED-17EA6D767481}"/>
          </ac:grpSpMkLst>
        </pc:grpChg>
        <pc:grpChg chg="add mod">
          <ac:chgData name="Habib Ullah" userId="9cbb11ce56e31564" providerId="LiveId" clId="{5A4CCB90-44D8-473C-B3CB-362844992C2D}" dt="2023-08-04T19:31:46.138" v="2708" actId="164"/>
          <ac:grpSpMkLst>
            <pc:docMk/>
            <pc:sldMk cId="3074068557" sldId="264"/>
            <ac:grpSpMk id="38" creationId="{3D1B3086-8A19-EBA9-C44A-D254094E128C}"/>
          </ac:grpSpMkLst>
        </pc:grpChg>
        <pc:cxnChg chg="add mod">
          <ac:chgData name="Habib Ullah" userId="9cbb11ce56e31564" providerId="LiveId" clId="{5A4CCB90-44D8-473C-B3CB-362844992C2D}" dt="2023-08-04T17:33:45.358" v="568" actId="164"/>
          <ac:cxnSpMkLst>
            <pc:docMk/>
            <pc:sldMk cId="3074068557" sldId="264"/>
            <ac:cxnSpMk id="15" creationId="{7164DF08-7B11-0AFF-5C79-70D3231E2AA9}"/>
          </ac:cxnSpMkLst>
        </pc:cxnChg>
        <pc:cxnChg chg="add mod">
          <ac:chgData name="Habib Ullah" userId="9cbb11ce56e31564" providerId="LiveId" clId="{5A4CCB90-44D8-473C-B3CB-362844992C2D}" dt="2023-08-04T17:33:45.358" v="568" actId="164"/>
          <ac:cxnSpMkLst>
            <pc:docMk/>
            <pc:sldMk cId="3074068557" sldId="264"/>
            <ac:cxnSpMk id="17" creationId="{701C331D-958C-A602-FBEA-E63F74CDBE48}"/>
          </ac:cxnSpMkLst>
        </pc:cxnChg>
        <pc:cxnChg chg="add mod">
          <ac:chgData name="Habib Ullah" userId="9cbb11ce56e31564" providerId="LiveId" clId="{5A4CCB90-44D8-473C-B3CB-362844992C2D}" dt="2023-08-04T17:33:45.358" v="568" actId="164"/>
          <ac:cxnSpMkLst>
            <pc:docMk/>
            <pc:sldMk cId="3074068557" sldId="264"/>
            <ac:cxnSpMk id="21" creationId="{2924392A-0E1B-5C5B-3E96-8EACB682DFCB}"/>
          </ac:cxnSpMkLst>
        </pc:cxnChg>
      </pc:sldChg>
      <pc:sldChg chg="addSp delSp modSp add mod modTransition modAnim">
        <pc:chgData name="Habib Ullah" userId="9cbb11ce56e31564" providerId="LiveId" clId="{5A4CCB90-44D8-473C-B3CB-362844992C2D}" dt="2023-08-04T20:17:56.852" v="2878"/>
        <pc:sldMkLst>
          <pc:docMk/>
          <pc:sldMk cId="1425271262" sldId="265"/>
        </pc:sldMkLst>
        <pc:spChg chg="mod">
          <ac:chgData name="Habib Ullah" userId="9cbb11ce56e31564" providerId="LiveId" clId="{5A4CCB90-44D8-473C-B3CB-362844992C2D}" dt="2023-08-04T17:53:18.200" v="1056" actId="20577"/>
          <ac:spMkLst>
            <pc:docMk/>
            <pc:sldMk cId="1425271262" sldId="265"/>
            <ac:spMk id="2" creationId="{7DB4498E-E66F-F9DD-877A-31B8A6B87C1E}"/>
          </ac:spMkLst>
        </pc:spChg>
        <pc:spChg chg="mod">
          <ac:chgData name="Habib Ullah" userId="9cbb11ce56e31564" providerId="LiveId" clId="{5A4CCB90-44D8-473C-B3CB-362844992C2D}" dt="2023-08-04T19:35:02.986" v="2730" actId="20577"/>
          <ac:spMkLst>
            <pc:docMk/>
            <pc:sldMk cId="1425271262" sldId="265"/>
            <ac:spMk id="3" creationId="{223B0F99-7843-E26D-9EF2-7A2C1437B399}"/>
          </ac:spMkLst>
        </pc:spChg>
        <pc:spChg chg="add mod">
          <ac:chgData name="Habib Ullah" userId="9cbb11ce56e31564" providerId="LiveId" clId="{5A4CCB90-44D8-473C-B3CB-362844992C2D}" dt="2023-08-04T17:53:03.680" v="1046" actId="20577"/>
          <ac:spMkLst>
            <pc:docMk/>
            <pc:sldMk cId="1425271262" sldId="265"/>
            <ac:spMk id="9" creationId="{0848B1C6-25D4-7741-DC18-DEF11EF22BC3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10" creationId="{5B38A7CD-416E-D61A-9D43-C69548CA5F36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11" creationId="{5A336390-94F5-F544-F171-B81F3F8665D1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12" creationId="{199B0653-2C81-5E8E-9CBA-64440746C817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13" creationId="{0C9B8160-CF8C-60E5-9F64-11B921DE4157}"/>
          </ac:spMkLst>
        </pc:spChg>
        <pc:spChg chg="add mod">
          <ac:chgData name="Habib Ullah" userId="9cbb11ce56e31564" providerId="LiveId" clId="{5A4CCB90-44D8-473C-B3CB-362844992C2D}" dt="2023-08-04T17:53:08.769" v="1050" actId="20577"/>
          <ac:spMkLst>
            <pc:docMk/>
            <pc:sldMk cId="1425271262" sldId="265"/>
            <ac:spMk id="14" creationId="{2559FAD0-C2FD-9665-5AC9-265E89D95041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19" creationId="{1EC569BD-4D26-F3C3-2CD3-D6BDE13C4417}"/>
          </ac:spMkLst>
        </pc:spChg>
        <pc:spChg chg="add mod">
          <ac:chgData name="Habib Ullah" userId="9cbb11ce56e31564" providerId="LiveId" clId="{5A4CCB90-44D8-473C-B3CB-362844992C2D}" dt="2023-08-04T17:53:14.495" v="1054" actId="20577"/>
          <ac:spMkLst>
            <pc:docMk/>
            <pc:sldMk cId="1425271262" sldId="265"/>
            <ac:spMk id="20" creationId="{718B2A14-DBBA-0B26-5996-E2BD99757593}"/>
          </ac:spMkLst>
        </pc:spChg>
        <pc:spChg chg="mod">
          <ac:chgData name="Habib Ullah" userId="9cbb11ce56e31564" providerId="LiveId" clId="{5A4CCB90-44D8-473C-B3CB-362844992C2D}" dt="2023-08-04T17:52:52" v="1042" actId="20577"/>
          <ac:spMkLst>
            <pc:docMk/>
            <pc:sldMk cId="1425271262" sldId="265"/>
            <ac:spMk id="22" creationId="{F3D1E486-DC0B-529C-B09D-9659E97FA737}"/>
          </ac:spMkLst>
        </pc:spChg>
        <pc:spChg chg="mod">
          <ac:chgData name="Habib Ullah" userId="9cbb11ce56e31564" providerId="LiveId" clId="{5A4CCB90-44D8-473C-B3CB-362844992C2D}" dt="2023-08-04T17:53:00.495" v="1044" actId="20577"/>
          <ac:spMkLst>
            <pc:docMk/>
            <pc:sldMk cId="1425271262" sldId="265"/>
            <ac:spMk id="23" creationId="{27003E56-63B3-01BF-0BE6-87C3BA969D52}"/>
          </ac:spMkLst>
        </pc:spChg>
        <pc:spChg chg="mod">
          <ac:chgData name="Habib Ullah" userId="9cbb11ce56e31564" providerId="LiveId" clId="{5A4CCB90-44D8-473C-B3CB-362844992C2D}" dt="2023-08-04T17:53:06.250" v="1048" actId="20577"/>
          <ac:spMkLst>
            <pc:docMk/>
            <pc:sldMk cId="1425271262" sldId="265"/>
            <ac:spMk id="24" creationId="{8DD5CBED-04B5-FF82-1C3E-C33F9A3718F3}"/>
          </ac:spMkLst>
        </pc:spChg>
        <pc:spChg chg="mod">
          <ac:chgData name="Habib Ullah" userId="9cbb11ce56e31564" providerId="LiveId" clId="{5A4CCB90-44D8-473C-B3CB-362844992C2D}" dt="2023-08-04T17:53:11.261" v="1052" actId="20577"/>
          <ac:spMkLst>
            <pc:docMk/>
            <pc:sldMk cId="1425271262" sldId="265"/>
            <ac:spMk id="25" creationId="{07141AAD-54DB-8FE8-8C91-3DBAE77A6E3B}"/>
          </ac:spMkLst>
        </pc:spChg>
        <pc:spChg chg="add mod ord">
          <ac:chgData name="Habib Ullah" userId="9cbb11ce56e31564" providerId="LiveId" clId="{5A4CCB90-44D8-473C-B3CB-362844992C2D}" dt="2023-08-04T17:47:45.589" v="972" actId="164"/>
          <ac:spMkLst>
            <pc:docMk/>
            <pc:sldMk cId="1425271262" sldId="265"/>
            <ac:spMk id="26" creationId="{B3629E2A-C467-8952-1176-E842960EA82C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28" creationId="{1BB039AC-EBA0-C334-CCCB-B33045A92457}"/>
          </ac:spMkLst>
        </pc:spChg>
        <pc:spChg chg="mod">
          <ac:chgData name="Habib Ullah" userId="9cbb11ce56e31564" providerId="LiveId" clId="{5A4CCB90-44D8-473C-B3CB-362844992C2D}" dt="2023-08-04T20:02:51.971" v="2839" actId="164"/>
          <ac:spMkLst>
            <pc:docMk/>
            <pc:sldMk cId="1425271262" sldId="265"/>
            <ac:spMk id="29" creationId="{0AE7FCC8-A508-23BB-44AC-5B756902F6CC}"/>
          </ac:spMkLst>
        </pc:spChg>
        <pc:spChg chg="add mod ord">
          <ac:chgData name="Habib Ullah" userId="9cbb11ce56e31564" providerId="LiveId" clId="{5A4CCB90-44D8-473C-B3CB-362844992C2D}" dt="2023-08-04T17:48:33.505" v="986" actId="164"/>
          <ac:spMkLst>
            <pc:docMk/>
            <pc:sldMk cId="1425271262" sldId="265"/>
            <ac:spMk id="35" creationId="{08CBF7C1-7EBD-520A-D1F1-FFF0F08C3A82}"/>
          </ac:spMkLst>
        </pc:spChg>
        <pc:spChg chg="mod">
          <ac:chgData name="Habib Ullah" userId="9cbb11ce56e31564" providerId="LiveId" clId="{5A4CCB90-44D8-473C-B3CB-362844992C2D}" dt="2023-08-04T20:02:54.149" v="2840" actId="164"/>
          <ac:spMkLst>
            <pc:docMk/>
            <pc:sldMk cId="1425271262" sldId="265"/>
            <ac:spMk id="36" creationId="{3CE1C0FE-4068-FD96-9C4B-B56E8F7BBB7A}"/>
          </ac:spMkLst>
        </pc:spChg>
        <pc:spChg chg="mod">
          <ac:chgData name="Habib Ullah" userId="9cbb11ce56e31564" providerId="LiveId" clId="{5A4CCB90-44D8-473C-B3CB-362844992C2D}" dt="2023-08-04T20:02:54.149" v="2840" actId="164"/>
          <ac:spMkLst>
            <pc:docMk/>
            <pc:sldMk cId="1425271262" sldId="265"/>
            <ac:spMk id="37" creationId="{4D19D4A7-8151-C319-C209-0DE59E1ED1B7}"/>
          </ac:spMkLst>
        </pc:spChg>
        <pc:spChg chg="add mod ord">
          <ac:chgData name="Habib Ullah" userId="9cbb11ce56e31564" providerId="LiveId" clId="{5A4CCB90-44D8-473C-B3CB-362844992C2D}" dt="2023-08-04T17:50:27.657" v="1016" actId="164"/>
          <ac:spMkLst>
            <pc:docMk/>
            <pc:sldMk cId="1425271262" sldId="265"/>
            <ac:spMk id="39" creationId="{6DC709CE-E9FC-51FB-3BBA-782C78A71E0A}"/>
          </ac:spMkLst>
        </pc:spChg>
        <pc:grpChg chg="mod">
          <ac:chgData name="Habib Ullah" userId="9cbb11ce56e31564" providerId="LiveId" clId="{5A4CCB90-44D8-473C-B3CB-362844992C2D}" dt="2023-08-04T20:02:58.581" v="2841" actId="1076"/>
          <ac:grpSpMkLst>
            <pc:docMk/>
            <pc:sldMk cId="1425271262" sldId="265"/>
            <ac:grpSpMk id="32" creationId="{C6ED8FAC-7E8A-F21C-220F-DB57F1B5426A}"/>
          </ac:grpSpMkLst>
        </pc:grpChg>
        <pc:grpChg chg="add mod">
          <ac:chgData name="Habib Ullah" userId="9cbb11ce56e31564" providerId="LiveId" clId="{5A4CCB90-44D8-473C-B3CB-362844992C2D}" dt="2023-08-04T17:47:48.082" v="974" actId="1076"/>
          <ac:grpSpMkLst>
            <pc:docMk/>
            <pc:sldMk cId="1425271262" sldId="265"/>
            <ac:grpSpMk id="33" creationId="{35FF1D75-948F-F95A-E9A7-353CF62D053C}"/>
          </ac:grpSpMkLst>
        </pc:grpChg>
        <pc:grpChg chg="mod">
          <ac:chgData name="Habib Ullah" userId="9cbb11ce56e31564" providerId="LiveId" clId="{5A4CCB90-44D8-473C-B3CB-362844992C2D}" dt="2023-08-04T20:02:54.149" v="2840" actId="164"/>
          <ac:grpSpMkLst>
            <pc:docMk/>
            <pc:sldMk cId="1425271262" sldId="265"/>
            <ac:grpSpMk id="34" creationId="{AEEDCD69-D9B1-38A3-D6ED-17EA6D767481}"/>
          </ac:grpSpMkLst>
        </pc:grpChg>
        <pc:grpChg chg="add mod">
          <ac:chgData name="Habib Ullah" userId="9cbb11ce56e31564" providerId="LiveId" clId="{5A4CCB90-44D8-473C-B3CB-362844992C2D}" dt="2023-08-04T17:48:33.505" v="986" actId="164"/>
          <ac:grpSpMkLst>
            <pc:docMk/>
            <pc:sldMk cId="1425271262" sldId="265"/>
            <ac:grpSpMk id="38" creationId="{4A4F86B2-1D8B-AE9E-FA33-BF803D6AE225}"/>
          </ac:grpSpMkLst>
        </pc:grpChg>
        <pc:grpChg chg="add mod">
          <ac:chgData name="Habib Ullah" userId="9cbb11ce56e31564" providerId="LiveId" clId="{5A4CCB90-44D8-473C-B3CB-362844992C2D}" dt="2023-08-04T17:50:27.657" v="1016" actId="164"/>
          <ac:grpSpMkLst>
            <pc:docMk/>
            <pc:sldMk cId="1425271262" sldId="265"/>
            <ac:grpSpMk id="40" creationId="{F38D2847-2CDF-E41F-E4DD-E7D538F69E91}"/>
          </ac:grpSpMkLst>
        </pc:grpChg>
        <pc:grpChg chg="add mod">
          <ac:chgData name="Habib Ullah" userId="9cbb11ce56e31564" providerId="LiveId" clId="{5A4CCB90-44D8-473C-B3CB-362844992C2D}" dt="2023-08-04T20:02:51.971" v="2839" actId="164"/>
          <ac:grpSpMkLst>
            <pc:docMk/>
            <pc:sldMk cId="1425271262" sldId="265"/>
            <ac:grpSpMk id="41" creationId="{E154CAF6-75F8-8719-FF25-3709125E80E9}"/>
          </ac:grpSpMkLst>
        </pc:grpChg>
        <pc:grpChg chg="add mod">
          <ac:chgData name="Habib Ullah" userId="9cbb11ce56e31564" providerId="LiveId" clId="{5A4CCB90-44D8-473C-B3CB-362844992C2D}" dt="2023-08-04T20:02:58.581" v="2841" actId="1076"/>
          <ac:grpSpMkLst>
            <pc:docMk/>
            <pc:sldMk cId="1425271262" sldId="265"/>
            <ac:grpSpMk id="42" creationId="{FF519950-0E61-B374-91A3-DE4F651DC488}"/>
          </ac:grpSpMkLst>
        </pc:grpChg>
        <pc:cxnChg chg="mod">
          <ac:chgData name="Habib Ullah" userId="9cbb11ce56e31564" providerId="LiveId" clId="{5A4CCB90-44D8-473C-B3CB-362844992C2D}" dt="2023-08-04T20:02:51.971" v="2839" actId="164"/>
          <ac:cxnSpMkLst>
            <pc:docMk/>
            <pc:sldMk cId="1425271262" sldId="265"/>
            <ac:cxnSpMk id="15" creationId="{7164DF08-7B11-0AFF-5C79-70D3231E2AA9}"/>
          </ac:cxnSpMkLst>
        </pc:cxnChg>
        <pc:cxnChg chg="mod">
          <ac:chgData name="Habib Ullah" userId="9cbb11ce56e31564" providerId="LiveId" clId="{5A4CCB90-44D8-473C-B3CB-362844992C2D}" dt="2023-08-04T20:02:51.971" v="2839" actId="164"/>
          <ac:cxnSpMkLst>
            <pc:docMk/>
            <pc:sldMk cId="1425271262" sldId="265"/>
            <ac:cxnSpMk id="17" creationId="{701C331D-958C-A602-FBEA-E63F74CDBE48}"/>
          </ac:cxnSpMkLst>
        </pc:cxnChg>
        <pc:cxnChg chg="add del">
          <ac:chgData name="Habib Ullah" userId="9cbb11ce56e31564" providerId="LiveId" clId="{5A4CCB90-44D8-473C-B3CB-362844992C2D}" dt="2023-08-04T17:44:38.384" v="921" actId="11529"/>
          <ac:cxnSpMkLst>
            <pc:docMk/>
            <pc:sldMk cId="1425271262" sldId="265"/>
            <ac:cxnSpMk id="18" creationId="{63A35862-BA56-D562-53A8-ACC2CAD932DA}"/>
          </ac:cxnSpMkLst>
        </pc:cxnChg>
        <pc:cxnChg chg="mod">
          <ac:chgData name="Habib Ullah" userId="9cbb11ce56e31564" providerId="LiveId" clId="{5A4CCB90-44D8-473C-B3CB-362844992C2D}" dt="2023-08-04T20:02:51.971" v="2839" actId="164"/>
          <ac:cxnSpMkLst>
            <pc:docMk/>
            <pc:sldMk cId="1425271262" sldId="265"/>
            <ac:cxnSpMk id="21" creationId="{2924392A-0E1B-5C5B-3E96-8EACB682DFCB}"/>
          </ac:cxnSpMkLst>
        </pc:cxnChg>
      </pc:sldChg>
      <pc:sldChg chg="add del">
        <pc:chgData name="Habib Ullah" userId="9cbb11ce56e31564" providerId="LiveId" clId="{5A4CCB90-44D8-473C-B3CB-362844992C2D}" dt="2023-08-04T17:40:00.915" v="736" actId="47"/>
        <pc:sldMkLst>
          <pc:docMk/>
          <pc:sldMk cId="1741198320" sldId="265"/>
        </pc:sldMkLst>
      </pc:sldChg>
      <pc:sldChg chg="del">
        <pc:chgData name="Habib Ullah" userId="9cbb11ce56e31564" providerId="LiveId" clId="{5A4CCB90-44D8-473C-B3CB-362844992C2D}" dt="2023-08-04T17:34:23.715" v="573" actId="47"/>
        <pc:sldMkLst>
          <pc:docMk/>
          <pc:sldMk cId="1976408283" sldId="265"/>
        </pc:sldMkLst>
      </pc:sldChg>
      <pc:sldChg chg="modSp add del mod">
        <pc:chgData name="Habib Ullah" userId="9cbb11ce56e31564" providerId="LiveId" clId="{5A4CCB90-44D8-473C-B3CB-362844992C2D}" dt="2023-08-04T17:38:53.285" v="722" actId="47"/>
        <pc:sldMkLst>
          <pc:docMk/>
          <pc:sldMk cId="2432532053" sldId="265"/>
        </pc:sldMkLst>
        <pc:spChg chg="mod">
          <ac:chgData name="Habib Ullah" userId="9cbb11ce56e31564" providerId="LiveId" clId="{5A4CCB90-44D8-473C-B3CB-362844992C2D}" dt="2023-08-04T17:37:31.919" v="695" actId="14100"/>
          <ac:spMkLst>
            <pc:docMk/>
            <pc:sldMk cId="2432532053" sldId="265"/>
            <ac:spMk id="2" creationId="{7DB4498E-E66F-F9DD-877A-31B8A6B87C1E}"/>
          </ac:spMkLst>
        </pc:spChg>
        <pc:spChg chg="mod">
          <ac:chgData name="Habib Ullah" userId="9cbb11ce56e31564" providerId="LiveId" clId="{5A4CCB90-44D8-473C-B3CB-362844992C2D}" dt="2023-08-04T17:34:52.984" v="592" actId="20577"/>
          <ac:spMkLst>
            <pc:docMk/>
            <pc:sldMk cId="2432532053" sldId="265"/>
            <ac:spMk id="22" creationId="{F3D1E486-DC0B-529C-B09D-9659E97FA737}"/>
          </ac:spMkLst>
        </pc:spChg>
        <pc:spChg chg="mod">
          <ac:chgData name="Habib Ullah" userId="9cbb11ce56e31564" providerId="LiveId" clId="{5A4CCB90-44D8-473C-B3CB-362844992C2D}" dt="2023-08-04T17:37:53.722" v="698" actId="14100"/>
          <ac:spMkLst>
            <pc:docMk/>
            <pc:sldMk cId="2432532053" sldId="265"/>
            <ac:spMk id="23" creationId="{27003E56-63B3-01BF-0BE6-87C3BA969D52}"/>
          </ac:spMkLst>
        </pc:spChg>
        <pc:spChg chg="mod">
          <ac:chgData name="Habib Ullah" userId="9cbb11ce56e31564" providerId="LiveId" clId="{5A4CCB90-44D8-473C-B3CB-362844992C2D}" dt="2023-08-04T17:38:30.095" v="721" actId="20577"/>
          <ac:spMkLst>
            <pc:docMk/>
            <pc:sldMk cId="2432532053" sldId="265"/>
            <ac:spMk id="24" creationId="{8DD5CBED-04B5-FF82-1C3E-C33F9A3718F3}"/>
          </ac:spMkLst>
        </pc:spChg>
        <pc:grpChg chg="mod">
          <ac:chgData name="Habib Ullah" userId="9cbb11ce56e31564" providerId="LiveId" clId="{5A4CCB90-44D8-473C-B3CB-362844992C2D}" dt="2023-08-04T17:36:29.338" v="643" actId="1076"/>
          <ac:grpSpMkLst>
            <pc:docMk/>
            <pc:sldMk cId="2432532053" sldId="265"/>
            <ac:grpSpMk id="32" creationId="{C6ED8FAC-7E8A-F21C-220F-DB57F1B5426A}"/>
          </ac:grpSpMkLst>
        </pc:grpChg>
        <pc:grpChg chg="mod">
          <ac:chgData name="Habib Ullah" userId="9cbb11ce56e31564" providerId="LiveId" clId="{5A4CCB90-44D8-473C-B3CB-362844992C2D}" dt="2023-08-04T17:36:29.889" v="644" actId="1076"/>
          <ac:grpSpMkLst>
            <pc:docMk/>
            <pc:sldMk cId="2432532053" sldId="265"/>
            <ac:grpSpMk id="34" creationId="{AEEDCD69-D9B1-38A3-D6ED-17EA6D767481}"/>
          </ac:grpSpMkLst>
        </pc:grpChg>
      </pc:sldChg>
      <pc:sldChg chg="new del">
        <pc:chgData name="Habib Ullah" userId="9cbb11ce56e31564" providerId="LiveId" clId="{5A4CCB90-44D8-473C-B3CB-362844992C2D}" dt="2023-08-04T17:51:38.794" v="1020" actId="680"/>
        <pc:sldMkLst>
          <pc:docMk/>
          <pc:sldMk cId="1074738526" sldId="266"/>
        </pc:sldMkLst>
      </pc:sldChg>
      <pc:sldChg chg="del">
        <pc:chgData name="Habib Ullah" userId="9cbb11ce56e31564" providerId="LiveId" clId="{5A4CCB90-44D8-473C-B3CB-362844992C2D}" dt="2023-08-04T17:34:21.946" v="572" actId="47"/>
        <pc:sldMkLst>
          <pc:docMk/>
          <pc:sldMk cId="1223138438" sldId="266"/>
        </pc:sldMkLst>
      </pc:sldChg>
      <pc:sldChg chg="addSp delSp modSp add mod modTransition delAnim">
        <pc:chgData name="Habib Ullah" userId="9cbb11ce56e31564" providerId="LiveId" clId="{5A4CCB90-44D8-473C-B3CB-362844992C2D}" dt="2023-08-04T20:03:14.755" v="2842"/>
        <pc:sldMkLst>
          <pc:docMk/>
          <pc:sldMk cId="1485686314" sldId="266"/>
        </pc:sldMkLst>
        <pc:spChg chg="del">
          <ac:chgData name="Habib Ullah" userId="9cbb11ce56e31564" providerId="LiveId" clId="{5A4CCB90-44D8-473C-B3CB-362844992C2D}" dt="2023-08-04T17:52:01.061" v="1022" actId="478"/>
          <ac:spMkLst>
            <pc:docMk/>
            <pc:sldMk cId="1485686314" sldId="266"/>
            <ac:spMk id="2" creationId="{7DB4498E-E66F-F9DD-877A-31B8A6B87C1E}"/>
          </ac:spMkLst>
        </pc:spChg>
        <pc:spChg chg="mod">
          <ac:chgData name="Habib Ullah" userId="9cbb11ce56e31564" providerId="LiveId" clId="{5A4CCB90-44D8-473C-B3CB-362844992C2D}" dt="2023-08-04T17:52:37.894" v="1034" actId="20577"/>
          <ac:spMkLst>
            <pc:docMk/>
            <pc:sldMk cId="1485686314" sldId="266"/>
            <ac:spMk id="3" creationId="{223B0F99-7843-E26D-9EF2-7A2C1437B399}"/>
          </ac:spMkLst>
        </pc:spChg>
        <pc:spChg chg="del mod">
          <ac:chgData name="Habib Ullah" userId="9cbb11ce56e31564" providerId="LiveId" clId="{5A4CCB90-44D8-473C-B3CB-362844992C2D}" dt="2023-08-04T17:53:55.883" v="1067" actId="478"/>
          <ac:spMkLst>
            <pc:docMk/>
            <pc:sldMk cId="1485686314" sldId="266"/>
            <ac:spMk id="22" creationId="{F3D1E486-DC0B-529C-B09D-9659E97FA737}"/>
          </ac:spMkLst>
        </pc:spChg>
        <pc:spChg chg="del">
          <ac:chgData name="Habib Ullah" userId="9cbb11ce56e31564" providerId="LiveId" clId="{5A4CCB90-44D8-473C-B3CB-362844992C2D}" dt="2023-08-04T17:52:01.061" v="1022" actId="478"/>
          <ac:spMkLst>
            <pc:docMk/>
            <pc:sldMk cId="1485686314" sldId="266"/>
            <ac:spMk id="36" creationId="{3CE1C0FE-4068-FD96-9C4B-B56E8F7BBB7A}"/>
          </ac:spMkLst>
        </pc:spChg>
        <pc:spChg chg="del">
          <ac:chgData name="Habib Ullah" userId="9cbb11ce56e31564" providerId="LiveId" clId="{5A4CCB90-44D8-473C-B3CB-362844992C2D}" dt="2023-08-04T17:52:01.061" v="1022" actId="478"/>
          <ac:spMkLst>
            <pc:docMk/>
            <pc:sldMk cId="1485686314" sldId="266"/>
            <ac:spMk id="37" creationId="{4D19D4A7-8151-C319-C209-0DE59E1ED1B7}"/>
          </ac:spMkLst>
        </pc:spChg>
        <pc:spChg chg="mod">
          <ac:chgData name="Habib Ullah" userId="9cbb11ce56e31564" providerId="LiveId" clId="{5A4CCB90-44D8-473C-B3CB-362844992C2D}" dt="2023-08-04T17:54:24.537" v="1077" actId="1036"/>
          <ac:spMkLst>
            <pc:docMk/>
            <pc:sldMk cId="1485686314" sldId="266"/>
            <ac:spMk id="41" creationId="{9D8D9BD4-2B11-9ECC-A67D-4457F1046BC5}"/>
          </ac:spMkLst>
        </pc:spChg>
        <pc:spChg chg="mod">
          <ac:chgData name="Habib Ullah" userId="9cbb11ce56e31564" providerId="LiveId" clId="{5A4CCB90-44D8-473C-B3CB-362844992C2D}" dt="2023-08-04T17:54:04.703" v="1068"/>
          <ac:spMkLst>
            <pc:docMk/>
            <pc:sldMk cId="1485686314" sldId="266"/>
            <ac:spMk id="42" creationId="{01164E15-F753-4BF8-FCC3-6D152F31E6DE}"/>
          </ac:spMkLst>
        </pc:spChg>
        <pc:spChg chg="mod">
          <ac:chgData name="Habib Ullah" userId="9cbb11ce56e31564" providerId="LiveId" clId="{5A4CCB90-44D8-473C-B3CB-362844992C2D}" dt="2023-08-04T17:54:42.834" v="1092" actId="1037"/>
          <ac:spMkLst>
            <pc:docMk/>
            <pc:sldMk cId="1485686314" sldId="266"/>
            <ac:spMk id="43" creationId="{A6ABDBB3-14D2-766C-B903-D41BD167CD71}"/>
          </ac:spMkLst>
        </pc:spChg>
        <pc:spChg chg="mod">
          <ac:chgData name="Habib Ullah" userId="9cbb11ce56e31564" providerId="LiveId" clId="{5A4CCB90-44D8-473C-B3CB-362844992C2D}" dt="2023-08-04T17:54:04.703" v="1068"/>
          <ac:spMkLst>
            <pc:docMk/>
            <pc:sldMk cId="1485686314" sldId="266"/>
            <ac:spMk id="44" creationId="{8A270E7A-8E48-F024-E43C-9D370A924509}"/>
          </ac:spMkLst>
        </pc:spChg>
        <pc:spChg chg="mod">
          <ac:chgData name="Habib Ullah" userId="9cbb11ce56e31564" providerId="LiveId" clId="{5A4CCB90-44D8-473C-B3CB-362844992C2D}" dt="2023-08-04T17:54:04.703" v="1068"/>
          <ac:spMkLst>
            <pc:docMk/>
            <pc:sldMk cId="1485686314" sldId="266"/>
            <ac:spMk id="45" creationId="{543DF237-BB58-11DE-DAA1-B8556466304C}"/>
          </ac:spMkLst>
        </pc:spChg>
        <pc:spChg chg="mod">
          <ac:chgData name="Habib Ullah" userId="9cbb11ce56e31564" providerId="LiveId" clId="{5A4CCB90-44D8-473C-B3CB-362844992C2D}" dt="2023-08-04T17:54:04.703" v="1068"/>
          <ac:spMkLst>
            <pc:docMk/>
            <pc:sldMk cId="1485686314" sldId="266"/>
            <ac:spMk id="46" creationId="{7647A52B-BF79-FAA9-670E-2B750817755D}"/>
          </ac:spMkLst>
        </pc:spChg>
        <pc:spChg chg="mod">
          <ac:chgData name="Habib Ullah" userId="9cbb11ce56e31564" providerId="LiveId" clId="{5A4CCB90-44D8-473C-B3CB-362844992C2D}" dt="2023-08-04T17:54:04.703" v="1068"/>
          <ac:spMkLst>
            <pc:docMk/>
            <pc:sldMk cId="1485686314" sldId="266"/>
            <ac:spMk id="47" creationId="{384D1CF0-65A9-41CC-FDFB-59920DDBA5F9}"/>
          </ac:spMkLst>
        </pc:spChg>
        <pc:spChg chg="add mod">
          <ac:chgData name="Habib Ullah" userId="9cbb11ce56e31564" providerId="LiveId" clId="{5A4CCB90-44D8-473C-B3CB-362844992C2D}" dt="2023-08-04T17:57:27.765" v="1268" actId="20577"/>
          <ac:spMkLst>
            <pc:docMk/>
            <pc:sldMk cId="1485686314" sldId="266"/>
            <ac:spMk id="54" creationId="{D70741F8-875A-A47A-316D-1ABCFBBD8387}"/>
          </ac:spMkLst>
        </pc:spChg>
        <pc:spChg chg="add mod">
          <ac:chgData name="Habib Ullah" userId="9cbb11ce56e31564" providerId="LiveId" clId="{5A4CCB90-44D8-473C-B3CB-362844992C2D}" dt="2023-08-04T17:58:12.854" v="1297" actId="20577"/>
          <ac:spMkLst>
            <pc:docMk/>
            <pc:sldMk cId="1485686314" sldId="266"/>
            <ac:spMk id="55" creationId="{F869FFBA-CACC-F1BC-A98E-4BACDD3086E7}"/>
          </ac:spMkLst>
        </pc:spChg>
        <pc:spChg chg="add mod">
          <ac:chgData name="Habib Ullah" userId="9cbb11ce56e31564" providerId="LiveId" clId="{5A4CCB90-44D8-473C-B3CB-362844992C2D}" dt="2023-08-04T18:04:01.894" v="1419" actId="164"/>
          <ac:spMkLst>
            <pc:docMk/>
            <pc:sldMk cId="1485686314" sldId="266"/>
            <ac:spMk id="56" creationId="{164EF684-224F-467B-DA93-C0E1D0A16C0B}"/>
          </ac:spMkLst>
        </pc:spChg>
        <pc:spChg chg="add mod">
          <ac:chgData name="Habib Ullah" userId="9cbb11ce56e31564" providerId="LiveId" clId="{5A4CCB90-44D8-473C-B3CB-362844992C2D}" dt="2023-08-04T19:25:35.720" v="2671" actId="20577"/>
          <ac:spMkLst>
            <pc:docMk/>
            <pc:sldMk cId="1485686314" sldId="266"/>
            <ac:spMk id="57" creationId="{727E7B53-798A-6204-198E-E07A3B699656}"/>
          </ac:spMkLst>
        </pc:spChg>
        <pc:spChg chg="add mod">
          <ac:chgData name="Habib Ullah" userId="9cbb11ce56e31564" providerId="LiveId" clId="{5A4CCB90-44D8-473C-B3CB-362844992C2D}" dt="2023-08-04T19:25:41.766" v="2673" actId="20577"/>
          <ac:spMkLst>
            <pc:docMk/>
            <pc:sldMk cId="1485686314" sldId="266"/>
            <ac:spMk id="58" creationId="{249D2BE1-E571-68B3-1342-C770719AD716}"/>
          </ac:spMkLst>
        </pc:spChg>
        <pc:spChg chg="add mod">
          <ac:chgData name="Habib Ullah" userId="9cbb11ce56e31564" providerId="LiveId" clId="{5A4CCB90-44D8-473C-B3CB-362844992C2D}" dt="2023-08-04T18:04:01.894" v="1419" actId="164"/>
          <ac:spMkLst>
            <pc:docMk/>
            <pc:sldMk cId="1485686314" sldId="266"/>
            <ac:spMk id="59" creationId="{F57379FB-D878-B12B-D3A0-A77E7EDB982A}"/>
          </ac:spMkLst>
        </pc:spChg>
        <pc:spChg chg="mod">
          <ac:chgData name="Habib Ullah" userId="9cbb11ce56e31564" providerId="LiveId" clId="{5A4CCB90-44D8-473C-B3CB-362844992C2D}" dt="2023-08-04T18:04:05.496" v="1421"/>
          <ac:spMkLst>
            <pc:docMk/>
            <pc:sldMk cId="1485686314" sldId="266"/>
            <ac:spMk id="62" creationId="{FB6EA90D-F339-E0E9-BD46-2B660BD13370}"/>
          </ac:spMkLst>
        </pc:spChg>
        <pc:spChg chg="mod">
          <ac:chgData name="Habib Ullah" userId="9cbb11ce56e31564" providerId="LiveId" clId="{5A4CCB90-44D8-473C-B3CB-362844992C2D}" dt="2023-08-04T18:04:05.496" v="1421"/>
          <ac:spMkLst>
            <pc:docMk/>
            <pc:sldMk cId="1485686314" sldId="266"/>
            <ac:spMk id="63" creationId="{F7D015EA-2F3A-8016-4E28-DDD05146708E}"/>
          </ac:spMkLst>
        </pc:spChg>
        <pc:spChg chg="add mod">
          <ac:chgData name="Habib Ullah" userId="9cbb11ce56e31564" providerId="LiveId" clId="{5A4CCB90-44D8-473C-B3CB-362844992C2D}" dt="2023-08-04T19:15:26.736" v="2663" actId="164"/>
          <ac:spMkLst>
            <pc:docMk/>
            <pc:sldMk cId="1485686314" sldId="266"/>
            <ac:spMk id="65" creationId="{89E2CCCB-7B3F-AB3F-D71A-8064FFDE90B0}"/>
          </ac:spMkLst>
        </pc:spChg>
        <pc:grpChg chg="add mod">
          <ac:chgData name="Habib Ullah" userId="9cbb11ce56e31564" providerId="LiveId" clId="{5A4CCB90-44D8-473C-B3CB-362844992C2D}" dt="2023-08-04T17:55:35.526" v="1095" actId="164"/>
          <ac:grpSpMkLst>
            <pc:docMk/>
            <pc:sldMk cId="1485686314" sldId="266"/>
            <ac:grpSpMk id="16" creationId="{4E8926DA-4514-8D39-6EAA-6898FD3864AA}"/>
          </ac:grpSpMkLst>
        </pc:grpChg>
        <pc:grpChg chg="mod">
          <ac:chgData name="Habib Ullah" userId="9cbb11ce56e31564" providerId="LiveId" clId="{5A4CCB90-44D8-473C-B3CB-362844992C2D}" dt="2023-08-04T17:54:04.703" v="1068"/>
          <ac:grpSpMkLst>
            <pc:docMk/>
            <pc:sldMk cId="1485686314" sldId="266"/>
            <ac:grpSpMk id="18" creationId="{C191CF0D-6336-D60C-B7A2-F912E4850BB4}"/>
          </ac:grpSpMkLst>
        </pc:grpChg>
        <pc:grpChg chg="del">
          <ac:chgData name="Habib Ullah" userId="9cbb11ce56e31564" providerId="LiveId" clId="{5A4CCB90-44D8-473C-B3CB-362844992C2D}" dt="2023-08-04T17:52:01.061" v="1022" actId="478"/>
          <ac:grpSpMkLst>
            <pc:docMk/>
            <pc:sldMk cId="1485686314" sldId="266"/>
            <ac:grpSpMk id="32" creationId="{C6ED8FAC-7E8A-F21C-220F-DB57F1B5426A}"/>
          </ac:grpSpMkLst>
        </pc:grpChg>
        <pc:grpChg chg="del">
          <ac:chgData name="Habib Ullah" userId="9cbb11ce56e31564" providerId="LiveId" clId="{5A4CCB90-44D8-473C-B3CB-362844992C2D}" dt="2023-08-04T17:52:01.061" v="1022" actId="478"/>
          <ac:grpSpMkLst>
            <pc:docMk/>
            <pc:sldMk cId="1485686314" sldId="266"/>
            <ac:grpSpMk id="33" creationId="{35FF1D75-948F-F95A-E9A7-353CF62D053C}"/>
          </ac:grpSpMkLst>
        </pc:grpChg>
        <pc:grpChg chg="del">
          <ac:chgData name="Habib Ullah" userId="9cbb11ce56e31564" providerId="LiveId" clId="{5A4CCB90-44D8-473C-B3CB-362844992C2D}" dt="2023-08-04T17:52:01.061" v="1022" actId="478"/>
          <ac:grpSpMkLst>
            <pc:docMk/>
            <pc:sldMk cId="1485686314" sldId="266"/>
            <ac:grpSpMk id="34" creationId="{AEEDCD69-D9B1-38A3-D6ED-17EA6D767481}"/>
          </ac:grpSpMkLst>
        </pc:grpChg>
        <pc:grpChg chg="del">
          <ac:chgData name="Habib Ullah" userId="9cbb11ce56e31564" providerId="LiveId" clId="{5A4CCB90-44D8-473C-B3CB-362844992C2D}" dt="2023-08-04T17:52:01.061" v="1022" actId="478"/>
          <ac:grpSpMkLst>
            <pc:docMk/>
            <pc:sldMk cId="1485686314" sldId="266"/>
            <ac:grpSpMk id="38" creationId="{4A4F86B2-1D8B-AE9E-FA33-BF803D6AE225}"/>
          </ac:grpSpMkLst>
        </pc:grpChg>
        <pc:grpChg chg="del">
          <ac:chgData name="Habib Ullah" userId="9cbb11ce56e31564" providerId="LiveId" clId="{5A4CCB90-44D8-473C-B3CB-362844992C2D}" dt="2023-08-04T17:52:01.061" v="1022" actId="478"/>
          <ac:grpSpMkLst>
            <pc:docMk/>
            <pc:sldMk cId="1485686314" sldId="266"/>
            <ac:grpSpMk id="40" creationId="{F38D2847-2CDF-E41F-E4DD-E7D538F69E91}"/>
          </ac:grpSpMkLst>
        </pc:grpChg>
        <pc:grpChg chg="add mod">
          <ac:chgData name="Habib Ullah" userId="9cbb11ce56e31564" providerId="LiveId" clId="{5A4CCB90-44D8-473C-B3CB-362844992C2D}" dt="2023-08-04T19:15:26.736" v="2663" actId="164"/>
          <ac:grpSpMkLst>
            <pc:docMk/>
            <pc:sldMk cId="1485686314" sldId="266"/>
            <ac:grpSpMk id="52" creationId="{108EBF74-9377-AC5B-3CE8-DE61A37251ED}"/>
          </ac:grpSpMkLst>
        </pc:grpChg>
        <pc:grpChg chg="add mod">
          <ac:chgData name="Habib Ullah" userId="9cbb11ce56e31564" providerId="LiveId" clId="{5A4CCB90-44D8-473C-B3CB-362844992C2D}" dt="2023-08-04T18:04:04.787" v="1420" actId="1076"/>
          <ac:grpSpMkLst>
            <pc:docMk/>
            <pc:sldMk cId="1485686314" sldId="266"/>
            <ac:grpSpMk id="60" creationId="{87600F14-C06A-377F-9DE3-EBF99322E0B7}"/>
          </ac:grpSpMkLst>
        </pc:grpChg>
        <pc:grpChg chg="add del mod">
          <ac:chgData name="Habib Ullah" userId="9cbb11ce56e31564" providerId="LiveId" clId="{5A4CCB90-44D8-473C-B3CB-362844992C2D}" dt="2023-08-04T18:04:22.047" v="1423" actId="478"/>
          <ac:grpSpMkLst>
            <pc:docMk/>
            <pc:sldMk cId="1485686314" sldId="266"/>
            <ac:grpSpMk id="61" creationId="{BA4D0379-A15C-513C-D036-76612CFF2FF4}"/>
          </ac:grpSpMkLst>
        </pc:grpChg>
        <pc:grpChg chg="add mod">
          <ac:chgData name="Habib Ullah" userId="9cbb11ce56e31564" providerId="LiveId" clId="{5A4CCB90-44D8-473C-B3CB-362844992C2D}" dt="2023-08-04T19:15:26.736" v="2663" actId="164"/>
          <ac:grpSpMkLst>
            <pc:docMk/>
            <pc:sldMk cId="1485686314" sldId="266"/>
            <ac:grpSpMk id="66" creationId="{7C4A438B-EF30-2740-588F-FD1452E16305}"/>
          </ac:grpSpMkLst>
        </pc:grpChg>
        <pc:cxnChg chg="mod">
          <ac:chgData name="Habib Ullah" userId="9cbb11ce56e31564" providerId="LiveId" clId="{5A4CCB90-44D8-473C-B3CB-362844992C2D}" dt="2023-08-04T17:52:01.061" v="1022" actId="478"/>
          <ac:cxnSpMkLst>
            <pc:docMk/>
            <pc:sldMk cId="1485686314" sldId="266"/>
            <ac:cxnSpMk id="17" creationId="{701C331D-958C-A602-FBEA-E63F74CDBE48}"/>
          </ac:cxnSpMkLst>
        </pc:cxnChg>
        <pc:cxnChg chg="mod">
          <ac:chgData name="Habib Ullah" userId="9cbb11ce56e31564" providerId="LiveId" clId="{5A4CCB90-44D8-473C-B3CB-362844992C2D}" dt="2023-08-04T17:52:01.061" v="1022" actId="478"/>
          <ac:cxnSpMkLst>
            <pc:docMk/>
            <pc:sldMk cId="1485686314" sldId="266"/>
            <ac:cxnSpMk id="21" creationId="{2924392A-0E1B-5C5B-3E96-8EACB682DFCB}"/>
          </ac:cxnSpMkLst>
        </pc:cxnChg>
        <pc:cxnChg chg="add mod">
          <ac:chgData name="Habib Ullah" userId="9cbb11ce56e31564" providerId="LiveId" clId="{5A4CCB90-44D8-473C-B3CB-362844992C2D}" dt="2023-08-04T17:55:53.014" v="1097" actId="1582"/>
          <ac:cxnSpMkLst>
            <pc:docMk/>
            <pc:sldMk cId="1485686314" sldId="266"/>
            <ac:cxnSpMk id="49" creationId="{3429237A-E60E-CCCE-6A7F-ADC6F9252B20}"/>
          </ac:cxnSpMkLst>
        </pc:cxnChg>
        <pc:cxnChg chg="add mod">
          <ac:chgData name="Habib Ullah" userId="9cbb11ce56e31564" providerId="LiveId" clId="{5A4CCB90-44D8-473C-B3CB-362844992C2D}" dt="2023-08-04T17:55:53.014" v="1097" actId="1582"/>
          <ac:cxnSpMkLst>
            <pc:docMk/>
            <pc:sldMk cId="1485686314" sldId="266"/>
            <ac:cxnSpMk id="51" creationId="{9634C34D-ABAC-4AE6-ECEA-528A372DE397}"/>
          </ac:cxnSpMkLst>
        </pc:cxnChg>
      </pc:sldChg>
      <pc:sldChg chg="addSp delSp modSp add mod modTransition modAnim">
        <pc:chgData name="Habib Ullah" userId="9cbb11ce56e31564" providerId="LiveId" clId="{5A4CCB90-44D8-473C-B3CB-362844992C2D}" dt="2023-08-04T20:24:00.156" v="2928" actId="20577"/>
        <pc:sldMkLst>
          <pc:docMk/>
          <pc:sldMk cId="4224054928" sldId="267"/>
        </pc:sldMkLst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2" creationId="{33FBA69D-50AA-3A82-A2AA-1C200EF7D590}"/>
          </ac:spMkLst>
        </pc:spChg>
        <pc:spChg chg="mod">
          <ac:chgData name="Habib Ullah" userId="9cbb11ce56e31564" providerId="LiveId" clId="{5A4CCB90-44D8-473C-B3CB-362844992C2D}" dt="2023-08-04T18:13:37.550" v="1648" actId="20577"/>
          <ac:spMkLst>
            <pc:docMk/>
            <pc:sldMk cId="4224054928" sldId="267"/>
            <ac:spMk id="3" creationId="{223B0F99-7843-E26D-9EF2-7A2C1437B399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4" creationId="{B52E1AE7-BC01-7F4D-E4F2-2DC21E97B0DE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5" creationId="{BD6C7E87-0572-77A8-A378-E3CE94E9B00F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6" creationId="{230678E6-8196-A462-D527-80FB000EB3B9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7" creationId="{5A69916D-50AB-FF61-455B-2D5C1608F8FA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8" creationId="{4ECF468F-CACE-1C05-E7D9-BFF56079D459}"/>
          </ac:spMkLst>
        </pc:spChg>
        <pc:spChg chg="add mod">
          <ac:chgData name="Habib Ullah" userId="9cbb11ce56e31564" providerId="LiveId" clId="{5A4CCB90-44D8-473C-B3CB-362844992C2D}" dt="2023-08-04T18:10:35.439" v="1558" actId="164"/>
          <ac:spMkLst>
            <pc:docMk/>
            <pc:sldMk cId="4224054928" sldId="267"/>
            <ac:spMk id="9" creationId="{25C6E007-EB56-37A3-00BF-DE838F383FFE}"/>
          </ac:spMkLst>
        </pc:spChg>
        <pc:spChg chg="mod topLvl">
          <ac:chgData name="Habib Ullah" userId="9cbb11ce56e31564" providerId="LiveId" clId="{5A4CCB90-44D8-473C-B3CB-362844992C2D}" dt="2023-08-04T18:13:15.954" v="1625" actId="164"/>
          <ac:spMkLst>
            <pc:docMk/>
            <pc:sldMk cId="4224054928" sldId="267"/>
            <ac:spMk id="12" creationId="{EB558155-5B15-90A3-39DD-9D99DFCD3DAC}"/>
          </ac:spMkLst>
        </pc:spChg>
        <pc:spChg chg="mod topLvl">
          <ac:chgData name="Habib Ullah" userId="9cbb11ce56e31564" providerId="LiveId" clId="{5A4CCB90-44D8-473C-B3CB-362844992C2D}" dt="2023-08-04T18:15:21.716" v="1759" actId="20577"/>
          <ac:spMkLst>
            <pc:docMk/>
            <pc:sldMk cId="4224054928" sldId="267"/>
            <ac:spMk id="13" creationId="{2F539DE2-415B-6FBE-2C6A-5B6D807C821E}"/>
          </ac:spMkLst>
        </pc:spChg>
        <pc:spChg chg="mod topLvl">
          <ac:chgData name="Habib Ullah" userId="9cbb11ce56e31564" providerId="LiveId" clId="{5A4CCB90-44D8-473C-B3CB-362844992C2D}" dt="2023-08-04T18:15:25.247" v="1760" actId="20577"/>
          <ac:spMkLst>
            <pc:docMk/>
            <pc:sldMk cId="4224054928" sldId="267"/>
            <ac:spMk id="14" creationId="{6D1880CC-70D7-B0C0-A9A1-69149D35327F}"/>
          </ac:spMkLst>
        </pc:spChg>
        <pc:spChg chg="mod topLvl">
          <ac:chgData name="Habib Ullah" userId="9cbb11ce56e31564" providerId="LiveId" clId="{5A4CCB90-44D8-473C-B3CB-362844992C2D}" dt="2023-08-04T18:15:27.787" v="1761" actId="20577"/>
          <ac:spMkLst>
            <pc:docMk/>
            <pc:sldMk cId="4224054928" sldId="267"/>
            <ac:spMk id="15" creationId="{F1A9463A-D8E2-63A5-244C-AA5BA59AE2B2}"/>
          </ac:spMkLst>
        </pc:spChg>
        <pc:spChg chg="mod topLvl">
          <ac:chgData name="Habib Ullah" userId="9cbb11ce56e31564" providerId="LiveId" clId="{5A4CCB90-44D8-473C-B3CB-362844992C2D}" dt="2023-08-04T18:13:15.954" v="1625" actId="164"/>
          <ac:spMkLst>
            <pc:docMk/>
            <pc:sldMk cId="4224054928" sldId="267"/>
            <ac:spMk id="17" creationId="{FE3014E1-220A-8446-87BC-42172E50C549}"/>
          </ac:spMkLst>
        </pc:spChg>
        <pc:spChg chg="mod topLvl">
          <ac:chgData name="Habib Ullah" userId="9cbb11ce56e31564" providerId="LiveId" clId="{5A4CCB90-44D8-473C-B3CB-362844992C2D}" dt="2023-08-04T18:13:15.954" v="1625" actId="164"/>
          <ac:spMkLst>
            <pc:docMk/>
            <pc:sldMk cId="4224054928" sldId="267"/>
            <ac:spMk id="19" creationId="{4C858356-C8FB-AE92-1C08-0CF4D417C582}"/>
          </ac:spMkLst>
        </pc:spChg>
        <pc:spChg chg="mod topLvl">
          <ac:chgData name="Habib Ullah" userId="9cbb11ce56e31564" providerId="LiveId" clId="{5A4CCB90-44D8-473C-B3CB-362844992C2D}" dt="2023-08-04T18:13:15.954" v="1625" actId="164"/>
          <ac:spMkLst>
            <pc:docMk/>
            <pc:sldMk cId="4224054928" sldId="267"/>
            <ac:spMk id="20" creationId="{329564BD-CEEC-92F7-CA5D-3E681DF865B9}"/>
          </ac:spMkLst>
        </pc:spChg>
        <pc:spChg chg="add mod">
          <ac:chgData name="Habib Ullah" userId="9cbb11ce56e31564" providerId="LiveId" clId="{5A4CCB90-44D8-473C-B3CB-362844992C2D}" dt="2023-08-04T20:21:56.525" v="2893" actId="1076"/>
          <ac:spMkLst>
            <pc:docMk/>
            <pc:sldMk cId="4224054928" sldId="267"/>
            <ac:spMk id="21" creationId="{4B6AE95F-21D5-5912-1E32-B69AC7699D25}"/>
          </ac:spMkLst>
        </pc:spChg>
        <pc:spChg chg="add mod">
          <ac:chgData name="Habib Ullah" userId="9cbb11ce56e31564" providerId="LiveId" clId="{5A4CCB90-44D8-473C-B3CB-362844992C2D}" dt="2023-08-04T20:21:56.053" v="2892" actId="1076"/>
          <ac:spMkLst>
            <pc:docMk/>
            <pc:sldMk cId="4224054928" sldId="267"/>
            <ac:spMk id="23" creationId="{45C143C4-C189-ED1B-3F02-B61082CE9769}"/>
          </ac:spMkLst>
        </pc:spChg>
        <pc:spChg chg="add mod">
          <ac:chgData name="Habib Ullah" userId="9cbb11ce56e31564" providerId="LiveId" clId="{5A4CCB90-44D8-473C-B3CB-362844992C2D}" dt="2023-08-04T20:22:39.237" v="2916" actId="1036"/>
          <ac:spMkLst>
            <pc:docMk/>
            <pc:sldMk cId="4224054928" sldId="267"/>
            <ac:spMk id="27" creationId="{3575CBFB-B3D0-225A-0264-6DF1F43A2B5B}"/>
          </ac:spMkLst>
        </pc:spChg>
        <pc:spChg chg="mod">
          <ac:chgData name="Habib Ullah" userId="9cbb11ce56e31564" providerId="LiveId" clId="{5A4CCB90-44D8-473C-B3CB-362844992C2D}" dt="2023-08-04T20:22:05.185" v="2903" actId="21"/>
          <ac:spMkLst>
            <pc:docMk/>
            <pc:sldMk cId="4224054928" sldId="267"/>
            <ac:spMk id="54" creationId="{D70741F8-875A-A47A-316D-1ABCFBBD8387}"/>
          </ac:spMkLst>
        </pc:spChg>
        <pc:spChg chg="mod">
          <ac:chgData name="Habib Ullah" userId="9cbb11ce56e31564" providerId="LiveId" clId="{5A4CCB90-44D8-473C-B3CB-362844992C2D}" dt="2023-08-04T20:21:59.707" v="2898" actId="1076"/>
          <ac:spMkLst>
            <pc:docMk/>
            <pc:sldMk cId="4224054928" sldId="267"/>
            <ac:spMk id="55" creationId="{F869FFBA-CACC-F1BC-A98E-4BACDD3086E7}"/>
          </ac:spMkLst>
        </pc:spChg>
        <pc:spChg chg="mod">
          <ac:chgData name="Habib Ullah" userId="9cbb11ce56e31564" providerId="LiveId" clId="{5A4CCB90-44D8-473C-B3CB-362844992C2D}" dt="2023-08-04T18:21:12.451" v="1951" actId="1035"/>
          <ac:spMkLst>
            <pc:docMk/>
            <pc:sldMk cId="4224054928" sldId="267"/>
            <ac:spMk id="56" creationId="{164EF684-224F-467B-DA93-C0E1D0A16C0B}"/>
          </ac:spMkLst>
        </pc:spChg>
        <pc:spChg chg="mod">
          <ac:chgData name="Habib Ullah" userId="9cbb11ce56e31564" providerId="LiveId" clId="{5A4CCB90-44D8-473C-B3CB-362844992C2D}" dt="2023-08-04T20:22:00.203" v="2899" actId="14100"/>
          <ac:spMkLst>
            <pc:docMk/>
            <pc:sldMk cId="4224054928" sldId="267"/>
            <ac:spMk id="57" creationId="{727E7B53-798A-6204-198E-E07A3B699656}"/>
          </ac:spMkLst>
        </pc:spChg>
        <pc:spChg chg="mod">
          <ac:chgData name="Habib Ullah" userId="9cbb11ce56e31564" providerId="LiveId" clId="{5A4CCB90-44D8-473C-B3CB-362844992C2D}" dt="2023-08-04T20:21:59.707" v="2898" actId="1076"/>
          <ac:spMkLst>
            <pc:docMk/>
            <pc:sldMk cId="4224054928" sldId="267"/>
            <ac:spMk id="58" creationId="{249D2BE1-E571-68B3-1342-C770719AD716}"/>
          </ac:spMkLst>
        </pc:spChg>
        <pc:spChg chg="mod">
          <ac:chgData name="Habib Ullah" userId="9cbb11ce56e31564" providerId="LiveId" clId="{5A4CCB90-44D8-473C-B3CB-362844992C2D}" dt="2023-08-04T20:24:00.156" v="2928" actId="20577"/>
          <ac:spMkLst>
            <pc:docMk/>
            <pc:sldMk cId="4224054928" sldId="267"/>
            <ac:spMk id="59" creationId="{F57379FB-D878-B12B-D3A0-A77E7EDB982A}"/>
          </ac:spMkLst>
        </pc:spChg>
        <pc:grpChg chg="add mod">
          <ac:chgData name="Habib Ullah" userId="9cbb11ce56e31564" providerId="LiveId" clId="{5A4CCB90-44D8-473C-B3CB-362844992C2D}" dt="2023-08-04T18:13:11.436" v="1624" actId="164"/>
          <ac:grpSpMkLst>
            <pc:docMk/>
            <pc:sldMk cId="4224054928" sldId="267"/>
            <ac:grpSpMk id="10" creationId="{6864AFC3-CC78-00E0-A6D0-AD43F1A786FF}"/>
          </ac:grpSpMkLst>
        </pc:grpChg>
        <pc:grpChg chg="add del mod">
          <ac:chgData name="Habib Ullah" userId="9cbb11ce56e31564" providerId="LiveId" clId="{5A4CCB90-44D8-473C-B3CB-362844992C2D}" dt="2023-08-04T18:10:58.514" v="1562" actId="165"/>
          <ac:grpSpMkLst>
            <pc:docMk/>
            <pc:sldMk cId="4224054928" sldId="267"/>
            <ac:grpSpMk id="11" creationId="{3722C5E4-C11E-D5FD-05FC-8BFEE6A51A16}"/>
          </ac:grpSpMkLst>
        </pc:grpChg>
        <pc:grpChg chg="add mod">
          <ac:chgData name="Habib Ullah" userId="9cbb11ce56e31564" providerId="LiveId" clId="{5A4CCB90-44D8-473C-B3CB-362844992C2D}" dt="2023-08-04T20:22:44.586" v="2923" actId="1036"/>
          <ac:grpSpMkLst>
            <pc:docMk/>
            <pc:sldMk cId="4224054928" sldId="267"/>
            <ac:grpSpMk id="24" creationId="{B2F6B46D-C1C5-CAD1-3ECA-BED425B1F3ED}"/>
          </ac:grpSpMkLst>
        </pc:grpChg>
        <pc:grpChg chg="add mod">
          <ac:chgData name="Habib Ullah" userId="9cbb11ce56e31564" providerId="LiveId" clId="{5A4CCB90-44D8-473C-B3CB-362844992C2D}" dt="2023-08-04T20:22:44.586" v="2923" actId="1036"/>
          <ac:grpSpMkLst>
            <pc:docMk/>
            <pc:sldMk cId="4224054928" sldId="267"/>
            <ac:grpSpMk id="25" creationId="{08E4B466-01C2-1A57-EC10-A9B8D9965D32}"/>
          </ac:grpSpMkLst>
        </pc:grpChg>
        <pc:grpChg chg="del">
          <ac:chgData name="Habib Ullah" userId="9cbb11ce56e31564" providerId="LiveId" clId="{5A4CCB90-44D8-473C-B3CB-362844992C2D}" dt="2023-08-04T18:04:56.430" v="1443" actId="478"/>
          <ac:grpSpMkLst>
            <pc:docMk/>
            <pc:sldMk cId="4224054928" sldId="267"/>
            <ac:grpSpMk id="52" creationId="{108EBF74-9377-AC5B-3CE8-DE61A37251ED}"/>
          </ac:grpSpMkLst>
        </pc:grpChg>
        <pc:grpChg chg="mod">
          <ac:chgData name="Habib Ullah" userId="9cbb11ce56e31564" providerId="LiveId" clId="{5A4CCB90-44D8-473C-B3CB-362844992C2D}" dt="2023-08-04T18:21:40.676" v="1976" actId="1036"/>
          <ac:grpSpMkLst>
            <pc:docMk/>
            <pc:sldMk cId="4224054928" sldId="267"/>
            <ac:grpSpMk id="60" creationId="{87600F14-C06A-377F-9DE3-EBF99322E0B7}"/>
          </ac:grpSpMkLst>
        </pc:grpChg>
      </pc:sldChg>
      <pc:sldChg chg="addSp delSp modSp add mod modTransition modAnim">
        <pc:chgData name="Habib Ullah" userId="9cbb11ce56e31564" providerId="LiveId" clId="{5A4CCB90-44D8-473C-B3CB-362844992C2D}" dt="2023-08-04T20:35:20.690" v="2935"/>
        <pc:sldMkLst>
          <pc:docMk/>
          <pc:sldMk cId="1560524805" sldId="268"/>
        </pc:sldMkLst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2" creationId="{33FBA69D-50AA-3A82-A2AA-1C200EF7D590}"/>
          </ac:spMkLst>
        </pc:spChg>
        <pc:spChg chg="mod">
          <ac:chgData name="Habib Ullah" userId="9cbb11ce56e31564" providerId="LiveId" clId="{5A4CCB90-44D8-473C-B3CB-362844992C2D}" dt="2023-08-04T18:22:13.818" v="2023" actId="20577"/>
          <ac:spMkLst>
            <pc:docMk/>
            <pc:sldMk cId="1560524805" sldId="268"/>
            <ac:spMk id="3" creationId="{223B0F99-7843-E26D-9EF2-7A2C1437B399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4" creationId="{B52E1AE7-BC01-7F4D-E4F2-2DC21E97B0DE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5" creationId="{BD6C7E87-0572-77A8-A378-E3CE94E9B00F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6" creationId="{230678E6-8196-A462-D527-80FB000EB3B9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7" creationId="{5A69916D-50AB-FF61-455B-2D5C1608F8FA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8" creationId="{4ECF468F-CACE-1C05-E7D9-BFF56079D459}"/>
          </ac:spMkLst>
        </pc:spChg>
        <pc:spChg chg="mod topLvl">
          <ac:chgData name="Habib Ullah" userId="9cbb11ce56e31564" providerId="LiveId" clId="{5A4CCB90-44D8-473C-B3CB-362844992C2D}" dt="2023-08-04T18:23:42.132" v="2041" actId="164"/>
          <ac:spMkLst>
            <pc:docMk/>
            <pc:sldMk cId="1560524805" sldId="268"/>
            <ac:spMk id="9" creationId="{25C6E007-EB56-37A3-00BF-DE838F383FFE}"/>
          </ac:spMkLst>
        </pc:spChg>
        <pc:spChg chg="add mod">
          <ac:chgData name="Habib Ullah" userId="9cbb11ce56e31564" providerId="LiveId" clId="{5A4CCB90-44D8-473C-B3CB-362844992C2D}" dt="2023-08-04T18:50:52.466" v="2259" actId="1036"/>
          <ac:spMkLst>
            <pc:docMk/>
            <pc:sldMk cId="1560524805" sldId="268"/>
            <ac:spMk id="18" creationId="{AA5762B1-91B7-0DC5-4F62-C63AF1664257}"/>
          </ac:spMkLst>
        </pc:spChg>
        <pc:spChg chg="del mod topLvl">
          <ac:chgData name="Habib Ullah" userId="9cbb11ce56e31564" providerId="LiveId" clId="{5A4CCB90-44D8-473C-B3CB-362844992C2D}" dt="2023-08-04T18:22:32.277" v="2029" actId="478"/>
          <ac:spMkLst>
            <pc:docMk/>
            <pc:sldMk cId="1560524805" sldId="268"/>
            <ac:spMk id="21" creationId="{4B6AE95F-21D5-5912-1E32-B69AC7699D25}"/>
          </ac:spMkLst>
        </pc:spChg>
        <pc:spChg chg="del mod">
          <ac:chgData name="Habib Ullah" userId="9cbb11ce56e31564" providerId="LiveId" clId="{5A4CCB90-44D8-473C-B3CB-362844992C2D}" dt="2023-08-04T18:45:34.526" v="2044" actId="478"/>
          <ac:spMkLst>
            <pc:docMk/>
            <pc:sldMk cId="1560524805" sldId="268"/>
            <ac:spMk id="54" creationId="{D70741F8-875A-A47A-316D-1ABCFBBD8387}"/>
          </ac:spMkLst>
        </pc:spChg>
        <pc:spChg chg="mod">
          <ac:chgData name="Habib Ullah" userId="9cbb11ce56e31564" providerId="LiveId" clId="{5A4CCB90-44D8-473C-B3CB-362844992C2D}" dt="2023-08-04T18:50:52.466" v="2259" actId="1036"/>
          <ac:spMkLst>
            <pc:docMk/>
            <pc:sldMk cId="1560524805" sldId="268"/>
            <ac:spMk id="55" creationId="{F869FFBA-CACC-F1BC-A98E-4BACDD3086E7}"/>
          </ac:spMkLst>
        </pc:spChg>
        <pc:spChg chg="mod">
          <ac:chgData name="Habib Ullah" userId="9cbb11ce56e31564" providerId="LiveId" clId="{5A4CCB90-44D8-473C-B3CB-362844992C2D}" dt="2023-08-04T18:50:09.065" v="2211" actId="20577"/>
          <ac:spMkLst>
            <pc:docMk/>
            <pc:sldMk cId="1560524805" sldId="268"/>
            <ac:spMk id="56" creationId="{164EF684-224F-467B-DA93-C0E1D0A16C0B}"/>
          </ac:spMkLst>
        </pc:spChg>
        <pc:spChg chg="mod">
          <ac:chgData name="Habib Ullah" userId="9cbb11ce56e31564" providerId="LiveId" clId="{5A4CCB90-44D8-473C-B3CB-362844992C2D}" dt="2023-08-04T20:34:46.798" v="2929" actId="14100"/>
          <ac:spMkLst>
            <pc:docMk/>
            <pc:sldMk cId="1560524805" sldId="268"/>
            <ac:spMk id="57" creationId="{727E7B53-798A-6204-198E-E07A3B699656}"/>
          </ac:spMkLst>
        </pc:spChg>
        <pc:spChg chg="del">
          <ac:chgData name="Habib Ullah" userId="9cbb11ce56e31564" providerId="LiveId" clId="{5A4CCB90-44D8-473C-B3CB-362844992C2D}" dt="2023-08-04T18:48:35.906" v="2182" actId="478"/>
          <ac:spMkLst>
            <pc:docMk/>
            <pc:sldMk cId="1560524805" sldId="268"/>
            <ac:spMk id="58" creationId="{249D2BE1-E571-68B3-1342-C770719AD716}"/>
          </ac:spMkLst>
        </pc:spChg>
        <pc:spChg chg="mod">
          <ac:chgData name="Habib Ullah" userId="9cbb11ce56e31564" providerId="LiveId" clId="{5A4CCB90-44D8-473C-B3CB-362844992C2D}" dt="2023-08-04T18:50:40.946" v="2239" actId="1037"/>
          <ac:spMkLst>
            <pc:docMk/>
            <pc:sldMk cId="1560524805" sldId="268"/>
            <ac:spMk id="59" creationId="{F57379FB-D878-B12B-D3A0-A77E7EDB982A}"/>
          </ac:spMkLst>
        </pc:spChg>
        <pc:grpChg chg="del topLvl">
          <ac:chgData name="Habib Ullah" userId="9cbb11ce56e31564" providerId="LiveId" clId="{5A4CCB90-44D8-473C-B3CB-362844992C2D}" dt="2023-08-04T18:22:40.661" v="2030" actId="165"/>
          <ac:grpSpMkLst>
            <pc:docMk/>
            <pc:sldMk cId="1560524805" sldId="268"/>
            <ac:grpSpMk id="10" creationId="{6864AFC3-CC78-00E0-A6D0-AD43F1A786FF}"/>
          </ac:grpSpMkLst>
        </pc:grpChg>
        <pc:grpChg chg="add mod">
          <ac:chgData name="Habib Ullah" userId="9cbb11ce56e31564" providerId="LiveId" clId="{5A4CCB90-44D8-473C-B3CB-362844992C2D}" dt="2023-08-04T19:14:22.524" v="2649" actId="1076"/>
          <ac:grpSpMkLst>
            <pc:docMk/>
            <pc:sldMk cId="1560524805" sldId="268"/>
            <ac:grpSpMk id="11" creationId="{7440C843-C524-4B91-DC02-AE44613086FE}"/>
          </ac:grpSpMkLst>
        </pc:grpChg>
        <pc:grpChg chg="del mod">
          <ac:chgData name="Habib Ullah" userId="9cbb11ce56e31564" providerId="LiveId" clId="{5A4CCB90-44D8-473C-B3CB-362844992C2D}" dt="2023-08-04T18:22:32.277" v="2029" actId="478"/>
          <ac:grpSpMkLst>
            <pc:docMk/>
            <pc:sldMk cId="1560524805" sldId="268"/>
            <ac:grpSpMk id="24" creationId="{B2F6B46D-C1C5-CAD1-3ECA-BED425B1F3ED}"/>
          </ac:grpSpMkLst>
        </pc:grpChg>
        <pc:grpChg chg="del">
          <ac:chgData name="Habib Ullah" userId="9cbb11ce56e31564" providerId="LiveId" clId="{5A4CCB90-44D8-473C-B3CB-362844992C2D}" dt="2023-08-04T18:22:17.124" v="2024" actId="478"/>
          <ac:grpSpMkLst>
            <pc:docMk/>
            <pc:sldMk cId="1560524805" sldId="268"/>
            <ac:grpSpMk id="25" creationId="{08E4B466-01C2-1A57-EC10-A9B8D9965D32}"/>
          </ac:grpSpMkLst>
        </pc:grpChg>
        <pc:grpChg chg="mod">
          <ac:chgData name="Habib Ullah" userId="9cbb11ce56e31564" providerId="LiveId" clId="{5A4CCB90-44D8-473C-B3CB-362844992C2D}" dt="2023-08-04T18:50:33.615" v="2234" actId="1036"/>
          <ac:grpSpMkLst>
            <pc:docMk/>
            <pc:sldMk cId="1560524805" sldId="268"/>
            <ac:grpSpMk id="60" creationId="{87600F14-C06A-377F-9DE3-EBF99322E0B7}"/>
          </ac:grpSpMkLst>
        </pc:grpChg>
      </pc:sldChg>
      <pc:sldChg chg="addSp delSp modSp add mod modTransition modAnim">
        <pc:chgData name="Habib Ullah" userId="9cbb11ce56e31564" providerId="LiveId" clId="{5A4CCB90-44D8-473C-B3CB-362844992C2D}" dt="2023-08-04T20:36:27.787" v="2939"/>
        <pc:sldMkLst>
          <pc:docMk/>
          <pc:sldMk cId="2243040896" sldId="269"/>
        </pc:sldMkLst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2" creationId="{33FBA69D-50AA-3A82-A2AA-1C200EF7D590}"/>
          </ac:spMkLst>
        </pc:spChg>
        <pc:spChg chg="mod">
          <ac:chgData name="Habib Ullah" userId="9cbb11ce56e31564" providerId="LiveId" clId="{5A4CCB90-44D8-473C-B3CB-362844992C2D}" dt="2023-08-04T18:54:29.816" v="2320" actId="404"/>
          <ac:spMkLst>
            <pc:docMk/>
            <pc:sldMk cId="2243040896" sldId="269"/>
            <ac:spMk id="3" creationId="{223B0F99-7843-E26D-9EF2-7A2C1437B399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4" creationId="{B52E1AE7-BC01-7F4D-E4F2-2DC21E97B0DE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5" creationId="{BD6C7E87-0572-77A8-A378-E3CE94E9B00F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6" creationId="{230678E6-8196-A462-D527-80FB000EB3B9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7" creationId="{5A69916D-50AB-FF61-455B-2D5C1608F8FA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8" creationId="{4ECF468F-CACE-1C05-E7D9-BFF56079D459}"/>
          </ac:spMkLst>
        </pc:spChg>
        <pc:spChg chg="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9" creationId="{25C6E007-EB56-37A3-00BF-DE838F383FFE}"/>
          </ac:spMkLst>
        </pc:spChg>
        <pc:spChg chg="add 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10" creationId="{67569938-7A72-97B1-0094-9155290D4903}"/>
          </ac:spMkLst>
        </pc:spChg>
        <pc:spChg chg="add 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12" creationId="{6C654014-68BD-69F7-F0E3-127585F40BFE}"/>
          </ac:spMkLst>
        </pc:spChg>
        <pc:spChg chg="add 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14" creationId="{D56ED8E0-331C-A70D-D454-F3A6C42452E0}"/>
          </ac:spMkLst>
        </pc:spChg>
        <pc:spChg chg="add mod">
          <ac:chgData name="Habib Ullah" userId="9cbb11ce56e31564" providerId="LiveId" clId="{5A4CCB90-44D8-473C-B3CB-362844992C2D}" dt="2023-08-04T19:10:22.996" v="2624" actId="1036"/>
          <ac:spMkLst>
            <pc:docMk/>
            <pc:sldMk cId="2243040896" sldId="269"/>
            <ac:spMk id="16" creationId="{0E052C87-E8BA-B108-C346-59A7E3C33805}"/>
          </ac:spMkLst>
        </pc:spChg>
        <pc:spChg chg="del mod">
          <ac:chgData name="Habib Ullah" userId="9cbb11ce56e31564" providerId="LiveId" clId="{5A4CCB90-44D8-473C-B3CB-362844992C2D}" dt="2023-08-04T18:57:23.238" v="2334" actId="478"/>
          <ac:spMkLst>
            <pc:docMk/>
            <pc:sldMk cId="2243040896" sldId="269"/>
            <ac:spMk id="18" creationId="{AA5762B1-91B7-0DC5-4F62-C63AF1664257}"/>
          </ac:spMkLst>
        </pc:spChg>
        <pc:spChg chg="add mod">
          <ac:chgData name="Habib Ullah" userId="9cbb11ce56e31564" providerId="LiveId" clId="{5A4CCB90-44D8-473C-B3CB-362844992C2D}" dt="2023-08-04T19:11:23.729" v="2648" actId="1036"/>
          <ac:spMkLst>
            <pc:docMk/>
            <pc:sldMk cId="2243040896" sldId="269"/>
            <ac:spMk id="19" creationId="{1E6FE02B-3D8C-8460-4065-826FE4DC6C00}"/>
          </ac:spMkLst>
        </pc:spChg>
        <pc:spChg chg="add del">
          <ac:chgData name="Habib Ullah" userId="9cbb11ce56e31564" providerId="LiveId" clId="{5A4CCB90-44D8-473C-B3CB-362844992C2D}" dt="2023-08-04T19:03:13.126" v="2475" actId="478"/>
          <ac:spMkLst>
            <pc:docMk/>
            <pc:sldMk cId="2243040896" sldId="269"/>
            <ac:spMk id="20" creationId="{458A4AC5-6BA8-18C0-47BC-FDB6BFAA8D14}"/>
          </ac:spMkLst>
        </pc:spChg>
        <pc:spChg chg="add mod">
          <ac:chgData name="Habib Ullah" userId="9cbb11ce56e31564" providerId="LiveId" clId="{5A4CCB90-44D8-473C-B3CB-362844992C2D}" dt="2023-08-04T19:05:24.776" v="2524"/>
          <ac:spMkLst>
            <pc:docMk/>
            <pc:sldMk cId="2243040896" sldId="269"/>
            <ac:spMk id="21" creationId="{E41AE360-2C05-E95D-8FEA-3C8A6C996E4B}"/>
          </ac:spMkLst>
        </pc:spChg>
        <pc:spChg chg="add mod">
          <ac:chgData name="Habib Ullah" userId="9cbb11ce56e31564" providerId="LiveId" clId="{5A4CCB90-44D8-473C-B3CB-362844992C2D}" dt="2023-08-04T19:07:46.327" v="2594" actId="164"/>
          <ac:spMkLst>
            <pc:docMk/>
            <pc:sldMk cId="2243040896" sldId="269"/>
            <ac:spMk id="22" creationId="{7492A865-16B2-45CC-410D-049B88A382FB}"/>
          </ac:spMkLst>
        </pc:spChg>
        <pc:spChg chg="add mod">
          <ac:chgData name="Habib Ullah" userId="9cbb11ce56e31564" providerId="LiveId" clId="{5A4CCB90-44D8-473C-B3CB-362844992C2D}" dt="2023-08-04T19:10:30.436" v="2633" actId="1037"/>
          <ac:spMkLst>
            <pc:docMk/>
            <pc:sldMk cId="2243040896" sldId="269"/>
            <ac:spMk id="23" creationId="{E505C0F3-3CA3-44B2-A4B8-5032EF603A2C}"/>
          </ac:spMkLst>
        </pc:spChg>
        <pc:spChg chg="add mod">
          <ac:chgData name="Habib Ullah" userId="9cbb11ce56e31564" providerId="LiveId" clId="{5A4CCB90-44D8-473C-B3CB-362844992C2D}" dt="2023-08-04T19:05:47.436" v="2529" actId="1076"/>
          <ac:spMkLst>
            <pc:docMk/>
            <pc:sldMk cId="2243040896" sldId="269"/>
            <ac:spMk id="24" creationId="{95D44294-42FB-25BB-B44B-FC2371498BA0}"/>
          </ac:spMkLst>
        </pc:spChg>
        <pc:spChg chg="add mod">
          <ac:chgData name="Habib Ullah" userId="9cbb11ce56e31564" providerId="LiveId" clId="{5A4CCB90-44D8-473C-B3CB-362844992C2D}" dt="2023-08-04T19:07:46.327" v="2594" actId="164"/>
          <ac:spMkLst>
            <pc:docMk/>
            <pc:sldMk cId="2243040896" sldId="269"/>
            <ac:spMk id="25" creationId="{117A057B-EBFE-8428-048A-530A33D32974}"/>
          </ac:spMkLst>
        </pc:spChg>
        <pc:spChg chg="del">
          <ac:chgData name="Habib Ullah" userId="9cbb11ce56e31564" providerId="LiveId" clId="{5A4CCB90-44D8-473C-B3CB-362844992C2D}" dt="2023-08-04T18:57:17.030" v="2332" actId="478"/>
          <ac:spMkLst>
            <pc:docMk/>
            <pc:sldMk cId="2243040896" sldId="269"/>
            <ac:spMk id="55" creationId="{F869FFBA-CACC-F1BC-A98E-4BACDD3086E7}"/>
          </ac:spMkLst>
        </pc:spChg>
        <pc:spChg chg="mod">
          <ac:chgData name="Habib Ullah" userId="9cbb11ce56e31564" providerId="LiveId" clId="{5A4CCB90-44D8-473C-B3CB-362844992C2D}" dt="2023-08-04T19:10:38.916" v="2646" actId="1035"/>
          <ac:spMkLst>
            <pc:docMk/>
            <pc:sldMk cId="2243040896" sldId="269"/>
            <ac:spMk id="56" creationId="{164EF684-224F-467B-DA93-C0E1D0A16C0B}"/>
          </ac:spMkLst>
        </pc:spChg>
        <pc:spChg chg="del">
          <ac:chgData name="Habib Ullah" userId="9cbb11ce56e31564" providerId="LiveId" clId="{5A4CCB90-44D8-473C-B3CB-362844992C2D}" dt="2023-08-04T18:57:24.846" v="2335" actId="478"/>
          <ac:spMkLst>
            <pc:docMk/>
            <pc:sldMk cId="2243040896" sldId="269"/>
            <ac:spMk id="57" creationId="{727E7B53-798A-6204-198E-E07A3B699656}"/>
          </ac:spMkLst>
        </pc:spChg>
        <pc:spChg chg="mod">
          <ac:chgData name="Habib Ullah" userId="9cbb11ce56e31564" providerId="LiveId" clId="{5A4CCB90-44D8-473C-B3CB-362844992C2D}" dt="2023-08-04T19:09:55.706" v="2606" actId="207"/>
          <ac:spMkLst>
            <pc:docMk/>
            <pc:sldMk cId="2243040896" sldId="269"/>
            <ac:spMk id="59" creationId="{F57379FB-D878-B12B-D3A0-A77E7EDB982A}"/>
          </ac:spMkLst>
        </pc:spChg>
        <pc:grpChg chg="mod">
          <ac:chgData name="Habib Ullah" userId="9cbb11ce56e31564" providerId="LiveId" clId="{5A4CCB90-44D8-473C-B3CB-362844992C2D}" dt="2023-08-04T19:05:24.776" v="2524"/>
          <ac:grpSpMkLst>
            <pc:docMk/>
            <pc:sldMk cId="2243040896" sldId="269"/>
            <ac:grpSpMk id="11" creationId="{7440C843-C524-4B91-DC02-AE44613086FE}"/>
          </ac:grpSpMkLst>
        </pc:grpChg>
        <pc:grpChg chg="add mod">
          <ac:chgData name="Habib Ullah" userId="9cbb11ce56e31564" providerId="LiveId" clId="{5A4CCB90-44D8-473C-B3CB-362844992C2D}" dt="2023-08-04T19:07:46.327" v="2594" actId="164"/>
          <ac:grpSpMkLst>
            <pc:docMk/>
            <pc:sldMk cId="2243040896" sldId="269"/>
            <ac:grpSpMk id="15" creationId="{889B5ADB-9204-CCD2-7AEC-58625DA658F8}"/>
          </ac:grpSpMkLst>
        </pc:grpChg>
        <pc:grpChg chg="add mod">
          <ac:chgData name="Habib Ullah" userId="9cbb11ce56e31564" providerId="LiveId" clId="{5A4CCB90-44D8-473C-B3CB-362844992C2D}" dt="2023-08-04T19:10:08.413" v="2607" actId="1076"/>
          <ac:grpSpMkLst>
            <pc:docMk/>
            <pc:sldMk cId="2243040896" sldId="269"/>
            <ac:grpSpMk id="26" creationId="{142D51E0-58B4-FF57-43A0-522DC9F17135}"/>
          </ac:grpSpMkLst>
        </pc:grpChg>
        <pc:grpChg chg="mod">
          <ac:chgData name="Habib Ullah" userId="9cbb11ce56e31564" providerId="LiveId" clId="{5A4CCB90-44D8-473C-B3CB-362844992C2D}" dt="2023-08-04T19:10:30.436" v="2633" actId="1037"/>
          <ac:grpSpMkLst>
            <pc:docMk/>
            <pc:sldMk cId="2243040896" sldId="269"/>
            <ac:grpSpMk id="60" creationId="{87600F14-C06A-377F-9DE3-EBF99322E0B7}"/>
          </ac:grpSpMkLst>
        </pc:grpChg>
      </pc:sldChg>
      <pc:sldChg chg="addSp delSp modSp add mod modTransition modAnim">
        <pc:chgData name="Habib Ullah" userId="9cbb11ce56e31564" providerId="LiveId" clId="{5A4CCB90-44D8-473C-B3CB-362844992C2D}" dt="2023-08-04T20:04:02.705" v="2849"/>
        <pc:sldMkLst>
          <pc:docMk/>
          <pc:sldMk cId="1344396349" sldId="270"/>
        </pc:sldMkLst>
        <pc:spChg chg="del">
          <ac:chgData name="Habib Ullah" userId="9cbb11ce56e31564" providerId="LiveId" clId="{5A4CCB90-44D8-473C-B3CB-362844992C2D}" dt="2023-08-04T19:47:31.707" v="2780" actId="478"/>
          <ac:spMkLst>
            <pc:docMk/>
            <pc:sldMk cId="1344396349" sldId="270"/>
            <ac:spMk id="3" creationId="{223B0F99-7843-E26D-9EF2-7A2C1437B399}"/>
          </ac:spMkLst>
        </pc:spChg>
        <pc:spChg chg="add del mod">
          <ac:chgData name="Habib Ullah" userId="9cbb11ce56e31564" providerId="LiveId" clId="{5A4CCB90-44D8-473C-B3CB-362844992C2D}" dt="2023-08-04T19:47:34.231" v="2781" actId="478"/>
          <ac:spMkLst>
            <pc:docMk/>
            <pc:sldMk cId="1344396349" sldId="270"/>
            <ac:spMk id="17" creationId="{B1EF79BC-D2DC-A850-39DF-2C5E514460BE}"/>
          </ac:spMkLst>
        </pc:spChg>
        <pc:spChg chg="add mod">
          <ac:chgData name="Habib Ullah" userId="9cbb11ce56e31564" providerId="LiveId" clId="{5A4CCB90-44D8-473C-B3CB-362844992C2D}" dt="2023-08-04T19:47:45.459" v="2783" actId="122"/>
          <ac:spMkLst>
            <pc:docMk/>
            <pc:sldMk cId="1344396349" sldId="270"/>
            <ac:spMk id="18" creationId="{59A4DF0F-14DF-8B2F-5845-F0097F1AFC3A}"/>
          </ac:spMkLst>
        </pc:spChg>
        <pc:spChg chg="del">
          <ac:chgData name="Habib Ullah" userId="9cbb11ce56e31564" providerId="LiveId" clId="{5A4CCB90-44D8-473C-B3CB-362844992C2D}" dt="2023-08-04T19:47:31.707" v="2780" actId="478"/>
          <ac:spMkLst>
            <pc:docMk/>
            <pc:sldMk cId="1344396349" sldId="270"/>
            <ac:spMk id="19" creationId="{1E6FE02B-3D8C-8460-4065-826FE4DC6C00}"/>
          </ac:spMkLst>
        </pc:spChg>
        <pc:spChg chg="del">
          <ac:chgData name="Habib Ullah" userId="9cbb11ce56e31564" providerId="LiveId" clId="{5A4CCB90-44D8-473C-B3CB-362844992C2D}" dt="2023-08-04T19:47:31.707" v="2780" actId="478"/>
          <ac:spMkLst>
            <pc:docMk/>
            <pc:sldMk cId="1344396349" sldId="270"/>
            <ac:spMk id="23" creationId="{E505C0F3-3CA3-44B2-A4B8-5032EF603A2C}"/>
          </ac:spMkLst>
        </pc:spChg>
        <pc:grpChg chg="del">
          <ac:chgData name="Habib Ullah" userId="9cbb11ce56e31564" providerId="LiveId" clId="{5A4CCB90-44D8-473C-B3CB-362844992C2D}" dt="2023-08-04T19:47:31.707" v="2780" actId="478"/>
          <ac:grpSpMkLst>
            <pc:docMk/>
            <pc:sldMk cId="1344396349" sldId="270"/>
            <ac:grpSpMk id="26" creationId="{142D51E0-58B4-FF57-43A0-522DC9F17135}"/>
          </ac:grpSpMkLst>
        </pc:grpChg>
        <pc:grpChg chg="del">
          <ac:chgData name="Habib Ullah" userId="9cbb11ce56e31564" providerId="LiveId" clId="{5A4CCB90-44D8-473C-B3CB-362844992C2D}" dt="2023-08-04T19:47:31.707" v="2780" actId="478"/>
          <ac:grpSpMkLst>
            <pc:docMk/>
            <pc:sldMk cId="1344396349" sldId="270"/>
            <ac:grpSpMk id="60" creationId="{87600F14-C06A-377F-9DE3-EBF99322E0B7}"/>
          </ac:grpSpMkLst>
        </pc:grpChg>
        <pc:picChg chg="add mod">
          <ac:chgData name="Habib Ullah" userId="9cbb11ce56e31564" providerId="LiveId" clId="{5A4CCB90-44D8-473C-B3CB-362844992C2D}" dt="2023-08-04T19:47:35.509" v="2782"/>
          <ac:picMkLst>
            <pc:docMk/>
            <pc:sldMk cId="1344396349" sldId="270"/>
            <ac:picMk id="20" creationId="{465895FE-79BC-82ED-DCE3-78496751EC72}"/>
          </ac:picMkLst>
        </pc:picChg>
        <pc:picChg chg="add mod">
          <ac:chgData name="Habib Ullah" userId="9cbb11ce56e31564" providerId="LiveId" clId="{5A4CCB90-44D8-473C-B3CB-362844992C2D}" dt="2023-08-04T19:47:35.509" v="2782"/>
          <ac:picMkLst>
            <pc:docMk/>
            <pc:sldMk cId="1344396349" sldId="270"/>
            <ac:picMk id="27" creationId="{3F59CB01-9367-092B-CE8A-6357336808FD}"/>
          </ac:picMkLst>
        </pc:picChg>
        <pc:picChg chg="add mod">
          <ac:chgData name="Habib Ullah" userId="9cbb11ce56e31564" providerId="LiveId" clId="{5A4CCB90-44D8-473C-B3CB-362844992C2D}" dt="2023-08-04T19:47:35.509" v="2782"/>
          <ac:picMkLst>
            <pc:docMk/>
            <pc:sldMk cId="1344396349" sldId="270"/>
            <ac:picMk id="28" creationId="{39B67EF0-6C95-DB64-7E33-AF7F32A510E6}"/>
          </ac:picMkLst>
        </pc:picChg>
      </pc:sldChg>
      <pc:sldChg chg="addSp delSp modSp add mod">
        <pc:chgData name="Habib Ullah" userId="9cbb11ce56e31564" providerId="LiveId" clId="{5A4CCB90-44D8-473C-B3CB-362844992C2D}" dt="2023-08-04T20:01:24.904" v="2833" actId="113"/>
        <pc:sldMkLst>
          <pc:docMk/>
          <pc:sldMk cId="1003962426" sldId="293"/>
        </pc:sldMkLst>
        <pc:spChg chg="del mod">
          <ac:chgData name="Habib Ullah" userId="9cbb11ce56e31564" providerId="LiveId" clId="{5A4CCB90-44D8-473C-B3CB-362844992C2D}" dt="2023-08-04T19:51:06.010" v="2789" actId="478"/>
          <ac:spMkLst>
            <pc:docMk/>
            <pc:sldMk cId="1003962426" sldId="293"/>
            <ac:spMk id="2" creationId="{800AB426-5B7C-607E-D413-5D2C9495CC0A}"/>
          </ac:spMkLst>
        </pc:spChg>
        <pc:spChg chg="mod">
          <ac:chgData name="Habib Ullah" userId="9cbb11ce56e31564" providerId="LiveId" clId="{5A4CCB90-44D8-473C-B3CB-362844992C2D}" dt="2023-08-04T20:00:41.790" v="2794" actId="1076"/>
          <ac:spMkLst>
            <pc:docMk/>
            <pc:sldMk cId="1003962426" sldId="293"/>
            <ac:spMk id="3" creationId="{B787DFD8-D262-D485-B1F2-817C5A0928C5}"/>
          </ac:spMkLst>
        </pc:spChg>
        <pc:spChg chg="add del mod">
          <ac:chgData name="Habib Ullah" userId="9cbb11ce56e31564" providerId="LiveId" clId="{5A4CCB90-44D8-473C-B3CB-362844992C2D}" dt="2023-08-04T19:51:07.976" v="2790" actId="478"/>
          <ac:spMkLst>
            <pc:docMk/>
            <pc:sldMk cId="1003962426" sldId="293"/>
            <ac:spMk id="6" creationId="{18581750-2779-D277-AE5D-754D6DF293B8}"/>
          </ac:spMkLst>
        </pc:spChg>
        <pc:spChg chg="add mod">
          <ac:chgData name="Habib Ullah" userId="9cbb11ce56e31564" providerId="LiveId" clId="{5A4CCB90-44D8-473C-B3CB-362844992C2D}" dt="2023-08-04T20:01:24.904" v="2833" actId="113"/>
          <ac:spMkLst>
            <pc:docMk/>
            <pc:sldMk cId="1003962426" sldId="293"/>
            <ac:spMk id="7" creationId="{4D401151-95C3-BE0A-9F3C-20356AEE02F1}"/>
          </ac:spMkLst>
        </pc:spChg>
        <pc:picChg chg="del mod">
          <ac:chgData name="Habib Ullah" userId="9cbb11ce56e31564" providerId="LiveId" clId="{5A4CCB90-44D8-473C-B3CB-362844992C2D}" dt="2023-08-04T19:50:53.110" v="2787" actId="478"/>
          <ac:picMkLst>
            <pc:docMk/>
            <pc:sldMk cId="1003962426" sldId="293"/>
            <ac:picMk id="5" creationId="{B6736301-13FD-89B5-F25F-F9D7BF426CE8}"/>
          </ac:picMkLst>
        </pc:picChg>
      </pc:sldChg>
      <pc:sldChg chg="addSp delSp modSp add mod ord">
        <pc:chgData name="Habib Ullah" userId="9cbb11ce56e31564" providerId="LiveId" clId="{5A4CCB90-44D8-473C-B3CB-362844992C2D}" dt="2023-08-04T20:11:07.418" v="2876"/>
        <pc:sldMkLst>
          <pc:docMk/>
          <pc:sldMk cId="1249697756" sldId="294"/>
        </pc:sldMkLst>
        <pc:spChg chg="mod">
          <ac:chgData name="Habib Ullah" userId="9cbb11ce56e31564" providerId="LiveId" clId="{5A4CCB90-44D8-473C-B3CB-362844992C2D}" dt="2023-08-04T20:05:10.814" v="2865" actId="20577"/>
          <ac:spMkLst>
            <pc:docMk/>
            <pc:sldMk cId="1249697756" sldId="294"/>
            <ac:spMk id="3" creationId="{223B0F99-7843-E26D-9EF2-7A2C1437B399}"/>
          </ac:spMkLst>
        </pc:spChg>
        <pc:spChg chg="del">
          <ac:chgData name="Habib Ullah" userId="9cbb11ce56e31564" providerId="LiveId" clId="{5A4CCB90-44D8-473C-B3CB-362844992C2D}" dt="2023-08-04T20:05:01.275" v="2855" actId="478"/>
          <ac:spMkLst>
            <pc:docMk/>
            <pc:sldMk cId="1249697756" sldId="294"/>
            <ac:spMk id="19" creationId="{1E6FE02B-3D8C-8460-4065-826FE4DC6C00}"/>
          </ac:spMkLst>
        </pc:spChg>
        <pc:spChg chg="del">
          <ac:chgData name="Habib Ullah" userId="9cbb11ce56e31564" providerId="LiveId" clId="{5A4CCB90-44D8-473C-B3CB-362844992C2D}" dt="2023-08-04T20:05:01.275" v="2855" actId="478"/>
          <ac:spMkLst>
            <pc:docMk/>
            <pc:sldMk cId="1249697756" sldId="294"/>
            <ac:spMk id="23" creationId="{E505C0F3-3CA3-44B2-A4B8-5032EF603A2C}"/>
          </ac:spMkLst>
        </pc:spChg>
        <pc:grpChg chg="del">
          <ac:chgData name="Habib Ullah" userId="9cbb11ce56e31564" providerId="LiveId" clId="{5A4CCB90-44D8-473C-B3CB-362844992C2D}" dt="2023-08-04T20:05:01.275" v="2855" actId="478"/>
          <ac:grpSpMkLst>
            <pc:docMk/>
            <pc:sldMk cId="1249697756" sldId="294"/>
            <ac:grpSpMk id="26" creationId="{142D51E0-58B4-FF57-43A0-522DC9F17135}"/>
          </ac:grpSpMkLst>
        </pc:grpChg>
        <pc:grpChg chg="del">
          <ac:chgData name="Habib Ullah" userId="9cbb11ce56e31564" providerId="LiveId" clId="{5A4CCB90-44D8-473C-B3CB-362844992C2D}" dt="2023-08-04T20:05:01.275" v="2855" actId="478"/>
          <ac:grpSpMkLst>
            <pc:docMk/>
            <pc:sldMk cId="1249697756" sldId="294"/>
            <ac:grpSpMk id="60" creationId="{87600F14-C06A-377F-9DE3-EBF99322E0B7}"/>
          </ac:grpSpMkLst>
        </pc:grpChg>
        <pc:picChg chg="add mod modCrop">
          <ac:chgData name="Habib Ullah" userId="9cbb11ce56e31564" providerId="LiveId" clId="{5A4CCB90-44D8-473C-B3CB-362844992C2D}" dt="2023-08-04T20:11:07.418" v="2876"/>
          <ac:picMkLst>
            <pc:docMk/>
            <pc:sldMk cId="1249697756" sldId="294"/>
            <ac:picMk id="17" creationId="{5B159416-F9A9-E0A3-CBA3-A3950F7ABE02}"/>
          </ac:picMkLst>
        </pc:picChg>
      </pc:sldChg>
      <pc:sldChg chg="add del setBg">
        <pc:chgData name="Habib Ullah" userId="9cbb11ce56e31564" providerId="LiveId" clId="{5A4CCB90-44D8-473C-B3CB-362844992C2D}" dt="2023-08-04T20:04:51.322" v="2851"/>
        <pc:sldMkLst>
          <pc:docMk/>
          <pc:sldMk cId="2300295429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06A0BE-1F65-4256-9DDD-D526A52F4F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1C37D-0761-48C5-865F-19AE24EA54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E7C30-BFB7-4C18-9F7D-D58808C86228}" type="datetimeFigureOut">
              <a:rPr lang="en-US" smtClean="0"/>
              <a:t>8/5/2023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787A0-C03B-4149-83E3-EF31A0C03D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9660A-E70E-45ED-A8F6-E080563B9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78B62-21B0-4D73-A6FA-B4974F709F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90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CD916-E9CB-419B-ABD2-49AFC954D8D6}" type="datetimeFigureOut">
              <a:rPr lang="en-US" smtClean="0"/>
              <a:t>8/5/2023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5250B-A0CB-404A-9CCD-DF26724FED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4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a0c79df7d_0_1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a0c79df7d_0_1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-17227"/>
            <a:ext cx="12221028" cy="7054380"/>
            <a:chOff x="-29028" y="0"/>
            <a:chExt cx="12221028" cy="705438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9721"/>
            <a:stretch/>
          </p:blipFill>
          <p:spPr>
            <a:xfrm>
              <a:off x="-29028" y="0"/>
              <a:ext cx="12221028" cy="705438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7045160" y="3839994"/>
              <a:ext cx="3270049" cy="647652"/>
              <a:chOff x="7045160" y="3839994"/>
              <a:chExt cx="3270049" cy="647652"/>
            </a:xfrm>
          </p:grpSpPr>
          <p:sp>
            <p:nvSpPr>
              <p:cNvPr id="10" name="Rounded Rectangle 9"/>
              <p:cNvSpPr/>
              <p:nvPr/>
            </p:nvSpPr>
            <p:spPr>
              <a:xfrm rot="21089594">
                <a:off x="7045160" y="3851771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 rot="1079854">
                <a:off x="8681648" y="3924583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 rot="20999673">
                <a:off x="10177227" y="3839994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 rot="1030604">
                <a:off x="10162266" y="4434662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14" name="Oval 13"/>
          <p:cNvSpPr/>
          <p:nvPr userDrawn="1"/>
        </p:nvSpPr>
        <p:spPr>
          <a:xfrm>
            <a:off x="8959117" y="2854089"/>
            <a:ext cx="673101" cy="67310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760291" y="2351626"/>
            <a:ext cx="673101" cy="6731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Isosceles Triangle 15"/>
          <p:cNvSpPr/>
          <p:nvPr userDrawn="1"/>
        </p:nvSpPr>
        <p:spPr>
          <a:xfrm>
            <a:off x="8414089" y="2180988"/>
            <a:ext cx="673101" cy="67310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/>
          <p:cNvSpPr/>
          <p:nvPr userDrawn="1"/>
        </p:nvSpPr>
        <p:spPr>
          <a:xfrm>
            <a:off x="7542769" y="2200691"/>
            <a:ext cx="673101" cy="673101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Heart 17"/>
          <p:cNvSpPr/>
          <p:nvPr userDrawn="1"/>
        </p:nvSpPr>
        <p:spPr>
          <a:xfrm>
            <a:off x="10561465" y="2133345"/>
            <a:ext cx="673101" cy="673101"/>
          </a:xfrm>
          <a:prstGeom prst="hear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43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r="36869"/>
          <a:stretch/>
        </p:blipFill>
        <p:spPr>
          <a:xfrm>
            <a:off x="5323658" y="1624993"/>
            <a:ext cx="6868342" cy="509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1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0"/>
            <a:ext cx="12268200" cy="6887497"/>
            <a:chOff x="0" y="-29497"/>
            <a:chExt cx="12268200" cy="688749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6570" t="16308"/>
            <a:stretch/>
          </p:blipFill>
          <p:spPr>
            <a:xfrm>
              <a:off x="0" y="-29497"/>
              <a:ext cx="12268200" cy="6887497"/>
            </a:xfrm>
            <a:prstGeom prst="rect">
              <a:avLst/>
            </a:prstGeom>
          </p:spPr>
        </p:pic>
        <p:sp>
          <p:nvSpPr>
            <p:cNvPr id="9" name="Rounded Rectangle 8"/>
            <p:cNvSpPr/>
            <p:nvPr/>
          </p:nvSpPr>
          <p:spPr>
            <a:xfrm rot="4396381">
              <a:off x="8532461" y="4718058"/>
              <a:ext cx="94108" cy="27432"/>
            </a:xfrm>
            <a:prstGeom prst="roundRect">
              <a:avLst>
                <a:gd name="adj" fmla="val 50000"/>
              </a:avLst>
            </a:prstGeom>
            <a:solidFill>
              <a:srgbClr val="FDCA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ounded Rectangle 9"/>
            <p:cNvSpPr/>
            <p:nvPr/>
          </p:nvSpPr>
          <p:spPr>
            <a:xfrm rot="4396381">
              <a:off x="10296967" y="4718059"/>
              <a:ext cx="94108" cy="27432"/>
            </a:xfrm>
            <a:prstGeom prst="roundRect">
              <a:avLst>
                <a:gd name="adj" fmla="val 50000"/>
              </a:avLst>
            </a:prstGeom>
            <a:solidFill>
              <a:srgbClr val="FDCA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1" name="Oval 10"/>
          <p:cNvSpPr/>
          <p:nvPr userDrawn="1"/>
        </p:nvSpPr>
        <p:spPr>
          <a:xfrm>
            <a:off x="9573760" y="2632843"/>
            <a:ext cx="673101" cy="67310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894319" y="1733836"/>
            <a:ext cx="673101" cy="6731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Isosceles Triangle 12"/>
          <p:cNvSpPr/>
          <p:nvPr userDrawn="1"/>
        </p:nvSpPr>
        <p:spPr>
          <a:xfrm>
            <a:off x="8866641" y="1741460"/>
            <a:ext cx="673101" cy="67310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Parallelogram 13"/>
          <p:cNvSpPr/>
          <p:nvPr userDrawn="1"/>
        </p:nvSpPr>
        <p:spPr>
          <a:xfrm>
            <a:off x="8628376" y="2797942"/>
            <a:ext cx="673101" cy="673101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Heart 14"/>
          <p:cNvSpPr/>
          <p:nvPr userDrawn="1"/>
        </p:nvSpPr>
        <p:spPr>
          <a:xfrm>
            <a:off x="10720899" y="2283592"/>
            <a:ext cx="673101" cy="673101"/>
          </a:xfrm>
          <a:prstGeom prst="hear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217CD73-2733-4306-A846-BC3B4BCC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6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70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81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00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335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038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623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567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073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69321-35DD-4BC7-953A-DC16A57A483D}" type="datetimeFigureOut">
              <a:rPr lang="en-US" noProof="0" smtClean="0"/>
              <a:t>8/5/2023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343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utoShape 3"/>
          <p:cNvSpPr>
            <a:spLocks noChangeAspect="1" noChangeArrowheads="1" noTextEdit="1"/>
          </p:cNvSpPr>
          <p:nvPr/>
        </p:nvSpPr>
        <p:spPr bwMode="auto">
          <a:xfrm>
            <a:off x="0" y="1176728"/>
            <a:ext cx="4922838" cy="538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Rectangle 5"/>
          <p:cNvSpPr>
            <a:spLocks noChangeArrowheads="1"/>
          </p:cNvSpPr>
          <p:nvPr/>
        </p:nvSpPr>
        <p:spPr bwMode="auto">
          <a:xfrm>
            <a:off x="2655888" y="1741878"/>
            <a:ext cx="136525" cy="371475"/>
          </a:xfrm>
          <a:prstGeom prst="rect">
            <a:avLst/>
          </a:prstGeom>
          <a:solidFill>
            <a:srgbClr val="9E9D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Rectangle 6"/>
          <p:cNvSpPr>
            <a:spLocks noChangeArrowheads="1"/>
          </p:cNvSpPr>
          <p:nvPr/>
        </p:nvSpPr>
        <p:spPr bwMode="auto">
          <a:xfrm>
            <a:off x="2655888" y="1741878"/>
            <a:ext cx="1365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Rectangle 7"/>
          <p:cNvSpPr>
            <a:spLocks noChangeArrowheads="1"/>
          </p:cNvSpPr>
          <p:nvPr/>
        </p:nvSpPr>
        <p:spPr bwMode="auto">
          <a:xfrm>
            <a:off x="2655888" y="1741878"/>
            <a:ext cx="136525" cy="146050"/>
          </a:xfrm>
          <a:prstGeom prst="rect">
            <a:avLst/>
          </a:prstGeom>
          <a:solidFill>
            <a:srgbClr val="868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Rectangle 8"/>
          <p:cNvSpPr>
            <a:spLocks noChangeArrowheads="1"/>
          </p:cNvSpPr>
          <p:nvPr/>
        </p:nvSpPr>
        <p:spPr bwMode="auto">
          <a:xfrm>
            <a:off x="2655888" y="1741878"/>
            <a:ext cx="1365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9"/>
          <p:cNvSpPr>
            <a:spLocks/>
          </p:cNvSpPr>
          <p:nvPr/>
        </p:nvSpPr>
        <p:spPr bwMode="auto">
          <a:xfrm>
            <a:off x="2498725" y="1633928"/>
            <a:ext cx="460375" cy="195263"/>
          </a:xfrm>
          <a:custGeom>
            <a:avLst/>
            <a:gdLst>
              <a:gd name="T0" fmla="*/ 188 w 188"/>
              <a:gd name="T1" fmla="*/ 64 h 80"/>
              <a:gd name="T2" fmla="*/ 172 w 188"/>
              <a:gd name="T3" fmla="*/ 80 h 80"/>
              <a:gd name="T4" fmla="*/ 16 w 188"/>
              <a:gd name="T5" fmla="*/ 80 h 80"/>
              <a:gd name="T6" fmla="*/ 0 w 188"/>
              <a:gd name="T7" fmla="*/ 64 h 80"/>
              <a:gd name="T8" fmla="*/ 0 w 188"/>
              <a:gd name="T9" fmla="*/ 16 h 80"/>
              <a:gd name="T10" fmla="*/ 16 w 188"/>
              <a:gd name="T11" fmla="*/ 0 h 80"/>
              <a:gd name="T12" fmla="*/ 172 w 188"/>
              <a:gd name="T13" fmla="*/ 0 h 80"/>
              <a:gd name="T14" fmla="*/ 188 w 188"/>
              <a:gd name="T15" fmla="*/ 16 h 80"/>
              <a:gd name="T16" fmla="*/ 188 w 188"/>
              <a:gd name="T17" fmla="*/ 64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8" h="80">
                <a:moveTo>
                  <a:pt x="188" y="64"/>
                </a:moveTo>
                <a:cubicBezTo>
                  <a:pt x="188" y="73"/>
                  <a:pt x="181" y="80"/>
                  <a:pt x="172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7" y="80"/>
                  <a:pt x="0" y="73"/>
                  <a:pt x="0" y="64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1" y="0"/>
                  <a:pt x="188" y="7"/>
                  <a:pt x="188" y="16"/>
                </a:cubicBezTo>
                <a:lnTo>
                  <a:pt x="188" y="64"/>
                </a:lnTo>
                <a:close/>
              </a:path>
            </a:pathLst>
          </a:cu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Freeform 10"/>
          <p:cNvSpPr>
            <a:spLocks/>
          </p:cNvSpPr>
          <p:nvPr/>
        </p:nvSpPr>
        <p:spPr bwMode="auto">
          <a:xfrm>
            <a:off x="3525838" y="1881578"/>
            <a:ext cx="911225" cy="1109663"/>
          </a:xfrm>
          <a:custGeom>
            <a:avLst/>
            <a:gdLst>
              <a:gd name="T0" fmla="*/ 5 w 372"/>
              <a:gd name="T1" fmla="*/ 378 h 454"/>
              <a:gd name="T2" fmla="*/ 8 w 372"/>
              <a:gd name="T3" fmla="*/ 397 h 454"/>
              <a:gd name="T4" fmla="*/ 80 w 372"/>
              <a:gd name="T5" fmla="*/ 450 h 454"/>
              <a:gd name="T6" fmla="*/ 99 w 372"/>
              <a:gd name="T7" fmla="*/ 447 h 454"/>
              <a:gd name="T8" fmla="*/ 368 w 372"/>
              <a:gd name="T9" fmla="*/ 76 h 454"/>
              <a:gd name="T10" fmla="*/ 364 w 372"/>
              <a:gd name="T11" fmla="*/ 57 h 454"/>
              <a:gd name="T12" fmla="*/ 292 w 372"/>
              <a:gd name="T13" fmla="*/ 5 h 454"/>
              <a:gd name="T14" fmla="*/ 273 w 372"/>
              <a:gd name="T15" fmla="*/ 8 h 454"/>
              <a:gd name="T16" fmla="*/ 5 w 372"/>
              <a:gd name="T17" fmla="*/ 378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2" h="454">
                <a:moveTo>
                  <a:pt x="5" y="378"/>
                </a:moveTo>
                <a:cubicBezTo>
                  <a:pt x="0" y="384"/>
                  <a:pt x="2" y="393"/>
                  <a:pt x="8" y="397"/>
                </a:cubicBezTo>
                <a:cubicBezTo>
                  <a:pt x="80" y="450"/>
                  <a:pt x="80" y="450"/>
                  <a:pt x="80" y="450"/>
                </a:cubicBezTo>
                <a:cubicBezTo>
                  <a:pt x="86" y="454"/>
                  <a:pt x="95" y="453"/>
                  <a:pt x="99" y="447"/>
                </a:cubicBezTo>
                <a:cubicBezTo>
                  <a:pt x="368" y="76"/>
                  <a:pt x="368" y="76"/>
                  <a:pt x="368" y="76"/>
                </a:cubicBezTo>
                <a:cubicBezTo>
                  <a:pt x="372" y="70"/>
                  <a:pt x="371" y="62"/>
                  <a:pt x="364" y="57"/>
                </a:cubicBezTo>
                <a:cubicBezTo>
                  <a:pt x="292" y="5"/>
                  <a:pt x="292" y="5"/>
                  <a:pt x="292" y="5"/>
                </a:cubicBezTo>
                <a:cubicBezTo>
                  <a:pt x="286" y="0"/>
                  <a:pt x="277" y="2"/>
                  <a:pt x="273" y="8"/>
                </a:cubicBezTo>
                <a:cubicBezTo>
                  <a:pt x="5" y="378"/>
                  <a:pt x="5" y="378"/>
                  <a:pt x="5" y="378"/>
                </a:cubicBezTo>
              </a:path>
            </a:pathLst>
          </a:cu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Freeform 11"/>
          <p:cNvSpPr>
            <a:spLocks/>
          </p:cNvSpPr>
          <p:nvPr/>
        </p:nvSpPr>
        <p:spPr bwMode="auto">
          <a:xfrm>
            <a:off x="1027113" y="1860941"/>
            <a:ext cx="909638" cy="1111250"/>
          </a:xfrm>
          <a:custGeom>
            <a:avLst/>
            <a:gdLst>
              <a:gd name="T0" fmla="*/ 368 w 372"/>
              <a:gd name="T1" fmla="*/ 378 h 454"/>
              <a:gd name="T2" fmla="*/ 365 w 372"/>
              <a:gd name="T3" fmla="*/ 397 h 454"/>
              <a:gd name="T4" fmla="*/ 292 w 372"/>
              <a:gd name="T5" fmla="*/ 449 h 454"/>
              <a:gd name="T6" fmla="*/ 273 w 372"/>
              <a:gd name="T7" fmla="*/ 446 h 454"/>
              <a:gd name="T8" fmla="*/ 5 w 372"/>
              <a:gd name="T9" fmla="*/ 76 h 454"/>
              <a:gd name="T10" fmla="*/ 8 w 372"/>
              <a:gd name="T11" fmla="*/ 57 h 454"/>
              <a:gd name="T12" fmla="*/ 80 w 372"/>
              <a:gd name="T13" fmla="*/ 4 h 454"/>
              <a:gd name="T14" fmla="*/ 100 w 372"/>
              <a:gd name="T15" fmla="*/ 7 h 454"/>
              <a:gd name="T16" fmla="*/ 368 w 372"/>
              <a:gd name="T17" fmla="*/ 378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2" h="454">
                <a:moveTo>
                  <a:pt x="368" y="378"/>
                </a:moveTo>
                <a:cubicBezTo>
                  <a:pt x="372" y="384"/>
                  <a:pt x="371" y="392"/>
                  <a:pt x="365" y="397"/>
                </a:cubicBezTo>
                <a:cubicBezTo>
                  <a:pt x="292" y="449"/>
                  <a:pt x="292" y="449"/>
                  <a:pt x="292" y="449"/>
                </a:cubicBezTo>
                <a:cubicBezTo>
                  <a:pt x="286" y="454"/>
                  <a:pt x="277" y="452"/>
                  <a:pt x="273" y="446"/>
                </a:cubicBezTo>
                <a:cubicBezTo>
                  <a:pt x="5" y="76"/>
                  <a:pt x="5" y="76"/>
                  <a:pt x="5" y="76"/>
                </a:cubicBezTo>
                <a:cubicBezTo>
                  <a:pt x="0" y="70"/>
                  <a:pt x="2" y="61"/>
                  <a:pt x="8" y="57"/>
                </a:cubicBezTo>
                <a:cubicBezTo>
                  <a:pt x="80" y="4"/>
                  <a:pt x="80" y="4"/>
                  <a:pt x="80" y="4"/>
                </a:cubicBezTo>
                <a:cubicBezTo>
                  <a:pt x="86" y="0"/>
                  <a:pt x="95" y="1"/>
                  <a:pt x="100" y="7"/>
                </a:cubicBezTo>
                <a:cubicBezTo>
                  <a:pt x="368" y="378"/>
                  <a:pt x="368" y="378"/>
                  <a:pt x="368" y="378"/>
                </a:cubicBezTo>
              </a:path>
            </a:pathLst>
          </a:cu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Freeform 12"/>
          <p:cNvSpPr>
            <a:spLocks noEditPoints="1"/>
          </p:cNvSpPr>
          <p:nvPr/>
        </p:nvSpPr>
        <p:spPr bwMode="auto">
          <a:xfrm>
            <a:off x="1238250" y="2167328"/>
            <a:ext cx="271463" cy="195263"/>
          </a:xfrm>
          <a:custGeom>
            <a:avLst/>
            <a:gdLst>
              <a:gd name="T0" fmla="*/ 0 w 171"/>
              <a:gd name="T1" fmla="*/ 97 h 123"/>
              <a:gd name="T2" fmla="*/ 0 w 171"/>
              <a:gd name="T3" fmla="*/ 97 h 123"/>
              <a:gd name="T4" fmla="*/ 18 w 171"/>
              <a:gd name="T5" fmla="*/ 123 h 123"/>
              <a:gd name="T6" fmla="*/ 18 w 171"/>
              <a:gd name="T7" fmla="*/ 123 h 123"/>
              <a:gd name="T8" fmla="*/ 0 w 171"/>
              <a:gd name="T9" fmla="*/ 97 h 123"/>
              <a:gd name="T10" fmla="*/ 152 w 171"/>
              <a:gd name="T11" fmla="*/ 0 h 123"/>
              <a:gd name="T12" fmla="*/ 152 w 171"/>
              <a:gd name="T13" fmla="*/ 0 h 123"/>
              <a:gd name="T14" fmla="*/ 171 w 171"/>
              <a:gd name="T15" fmla="*/ 26 h 123"/>
              <a:gd name="T16" fmla="*/ 171 w 171"/>
              <a:gd name="T17" fmla="*/ 26 h 123"/>
              <a:gd name="T18" fmla="*/ 152 w 171"/>
              <a:gd name="T19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23">
                <a:moveTo>
                  <a:pt x="0" y="97"/>
                </a:moveTo>
                <a:lnTo>
                  <a:pt x="0" y="97"/>
                </a:lnTo>
                <a:lnTo>
                  <a:pt x="18" y="123"/>
                </a:lnTo>
                <a:lnTo>
                  <a:pt x="18" y="123"/>
                </a:lnTo>
                <a:lnTo>
                  <a:pt x="0" y="97"/>
                </a:lnTo>
                <a:close/>
                <a:moveTo>
                  <a:pt x="152" y="0"/>
                </a:moveTo>
                <a:lnTo>
                  <a:pt x="152" y="0"/>
                </a:lnTo>
                <a:lnTo>
                  <a:pt x="171" y="26"/>
                </a:lnTo>
                <a:lnTo>
                  <a:pt x="171" y="26"/>
                </a:lnTo>
                <a:lnTo>
                  <a:pt x="152" y="0"/>
                </a:lnTo>
                <a:close/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Freeform 13"/>
          <p:cNvSpPr>
            <a:spLocks noEditPoints="1"/>
          </p:cNvSpPr>
          <p:nvPr/>
        </p:nvSpPr>
        <p:spPr bwMode="auto">
          <a:xfrm>
            <a:off x="1238250" y="2167328"/>
            <a:ext cx="271463" cy="195263"/>
          </a:xfrm>
          <a:custGeom>
            <a:avLst/>
            <a:gdLst>
              <a:gd name="T0" fmla="*/ 0 w 171"/>
              <a:gd name="T1" fmla="*/ 97 h 123"/>
              <a:gd name="T2" fmla="*/ 0 w 171"/>
              <a:gd name="T3" fmla="*/ 97 h 123"/>
              <a:gd name="T4" fmla="*/ 18 w 171"/>
              <a:gd name="T5" fmla="*/ 123 h 123"/>
              <a:gd name="T6" fmla="*/ 18 w 171"/>
              <a:gd name="T7" fmla="*/ 123 h 123"/>
              <a:gd name="T8" fmla="*/ 0 w 171"/>
              <a:gd name="T9" fmla="*/ 97 h 123"/>
              <a:gd name="T10" fmla="*/ 152 w 171"/>
              <a:gd name="T11" fmla="*/ 0 h 123"/>
              <a:gd name="T12" fmla="*/ 152 w 171"/>
              <a:gd name="T13" fmla="*/ 0 h 123"/>
              <a:gd name="T14" fmla="*/ 171 w 171"/>
              <a:gd name="T15" fmla="*/ 26 h 123"/>
              <a:gd name="T16" fmla="*/ 171 w 171"/>
              <a:gd name="T17" fmla="*/ 26 h 123"/>
              <a:gd name="T18" fmla="*/ 152 w 171"/>
              <a:gd name="T19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23">
                <a:moveTo>
                  <a:pt x="0" y="97"/>
                </a:moveTo>
                <a:lnTo>
                  <a:pt x="0" y="97"/>
                </a:lnTo>
                <a:lnTo>
                  <a:pt x="18" y="123"/>
                </a:lnTo>
                <a:lnTo>
                  <a:pt x="18" y="123"/>
                </a:lnTo>
                <a:lnTo>
                  <a:pt x="0" y="97"/>
                </a:lnTo>
                <a:moveTo>
                  <a:pt x="152" y="0"/>
                </a:moveTo>
                <a:lnTo>
                  <a:pt x="152" y="0"/>
                </a:lnTo>
                <a:lnTo>
                  <a:pt x="171" y="26"/>
                </a:lnTo>
                <a:lnTo>
                  <a:pt x="171" y="26"/>
                </a:lnTo>
                <a:lnTo>
                  <a:pt x="15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Freeform 14"/>
          <p:cNvSpPr>
            <a:spLocks/>
          </p:cNvSpPr>
          <p:nvPr/>
        </p:nvSpPr>
        <p:spPr bwMode="auto">
          <a:xfrm>
            <a:off x="1238250" y="2167328"/>
            <a:ext cx="271463" cy="195263"/>
          </a:xfrm>
          <a:custGeom>
            <a:avLst/>
            <a:gdLst>
              <a:gd name="T0" fmla="*/ 99 w 111"/>
              <a:gd name="T1" fmla="*/ 0 h 80"/>
              <a:gd name="T2" fmla="*/ 0 w 111"/>
              <a:gd name="T3" fmla="*/ 63 h 80"/>
              <a:gd name="T4" fmla="*/ 12 w 111"/>
              <a:gd name="T5" fmla="*/ 80 h 80"/>
              <a:gd name="T6" fmla="*/ 33 w 111"/>
              <a:gd name="T7" fmla="*/ 66 h 80"/>
              <a:gd name="T8" fmla="*/ 47 w 111"/>
              <a:gd name="T9" fmla="*/ 59 h 80"/>
              <a:gd name="T10" fmla="*/ 85 w 111"/>
              <a:gd name="T11" fmla="*/ 36 h 80"/>
              <a:gd name="T12" fmla="*/ 107 w 111"/>
              <a:gd name="T13" fmla="*/ 19 h 80"/>
              <a:gd name="T14" fmla="*/ 111 w 111"/>
              <a:gd name="T15" fmla="*/ 17 h 80"/>
              <a:gd name="T16" fmla="*/ 99 w 111"/>
              <a:gd name="T17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1" h="80">
                <a:moveTo>
                  <a:pt x="99" y="0"/>
                </a:moveTo>
                <a:cubicBezTo>
                  <a:pt x="0" y="63"/>
                  <a:pt x="0" y="63"/>
                  <a:pt x="0" y="63"/>
                </a:cubicBezTo>
                <a:cubicBezTo>
                  <a:pt x="12" y="80"/>
                  <a:pt x="12" y="80"/>
                  <a:pt x="12" y="80"/>
                </a:cubicBezTo>
                <a:cubicBezTo>
                  <a:pt x="19" y="75"/>
                  <a:pt x="26" y="70"/>
                  <a:pt x="33" y="66"/>
                </a:cubicBezTo>
                <a:cubicBezTo>
                  <a:pt x="38" y="64"/>
                  <a:pt x="42" y="61"/>
                  <a:pt x="47" y="59"/>
                </a:cubicBezTo>
                <a:cubicBezTo>
                  <a:pt x="58" y="50"/>
                  <a:pt x="71" y="42"/>
                  <a:pt x="85" y="36"/>
                </a:cubicBezTo>
                <a:cubicBezTo>
                  <a:pt x="92" y="30"/>
                  <a:pt x="99" y="25"/>
                  <a:pt x="107" y="19"/>
                </a:cubicBezTo>
                <a:cubicBezTo>
                  <a:pt x="108" y="19"/>
                  <a:pt x="110" y="18"/>
                  <a:pt x="111" y="17"/>
                </a:cubicBezTo>
                <a:cubicBezTo>
                  <a:pt x="99" y="0"/>
                  <a:pt x="99" y="0"/>
                  <a:pt x="99" y="0"/>
                </a:cubicBezTo>
              </a:path>
            </a:pathLst>
          </a:custGeom>
          <a:solidFill>
            <a:srgbClr val="4B4A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Freeform 15"/>
          <p:cNvSpPr>
            <a:spLocks/>
          </p:cNvSpPr>
          <p:nvPr/>
        </p:nvSpPr>
        <p:spPr bwMode="auto">
          <a:xfrm>
            <a:off x="4198938" y="2343541"/>
            <a:ext cx="30163" cy="38100"/>
          </a:xfrm>
          <a:custGeom>
            <a:avLst/>
            <a:gdLst>
              <a:gd name="T0" fmla="*/ 11 w 12"/>
              <a:gd name="T1" fmla="*/ 0 h 16"/>
              <a:gd name="T2" fmla="*/ 0 w 12"/>
              <a:gd name="T3" fmla="*/ 15 h 16"/>
              <a:gd name="T4" fmla="*/ 1 w 12"/>
              <a:gd name="T5" fmla="*/ 16 h 16"/>
              <a:gd name="T6" fmla="*/ 12 w 12"/>
              <a:gd name="T7" fmla="*/ 0 h 16"/>
              <a:gd name="T8" fmla="*/ 11 w 12"/>
              <a:gd name="T9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16">
                <a:moveTo>
                  <a:pt x="11" y="0"/>
                </a:move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1" y="15"/>
                  <a:pt x="1" y="16"/>
                </a:cubicBezTo>
                <a:cubicBezTo>
                  <a:pt x="12" y="0"/>
                  <a:pt x="12" y="0"/>
                  <a:pt x="12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Freeform 16"/>
          <p:cNvSpPr>
            <a:spLocks/>
          </p:cNvSpPr>
          <p:nvPr/>
        </p:nvSpPr>
        <p:spPr bwMode="auto">
          <a:xfrm>
            <a:off x="3959225" y="2189553"/>
            <a:ext cx="266700" cy="190500"/>
          </a:xfrm>
          <a:custGeom>
            <a:avLst/>
            <a:gdLst>
              <a:gd name="T0" fmla="*/ 11 w 109"/>
              <a:gd name="T1" fmla="*/ 0 h 78"/>
              <a:gd name="T2" fmla="*/ 0 w 109"/>
              <a:gd name="T3" fmla="*/ 16 h 78"/>
              <a:gd name="T4" fmla="*/ 4 w 109"/>
              <a:gd name="T5" fmla="*/ 18 h 78"/>
              <a:gd name="T6" fmla="*/ 26 w 109"/>
              <a:gd name="T7" fmla="*/ 35 h 78"/>
              <a:gd name="T8" fmla="*/ 64 w 109"/>
              <a:gd name="T9" fmla="*/ 58 h 78"/>
              <a:gd name="T10" fmla="*/ 78 w 109"/>
              <a:gd name="T11" fmla="*/ 65 h 78"/>
              <a:gd name="T12" fmla="*/ 98 w 109"/>
              <a:gd name="T13" fmla="*/ 78 h 78"/>
              <a:gd name="T14" fmla="*/ 109 w 109"/>
              <a:gd name="T15" fmla="*/ 63 h 78"/>
              <a:gd name="T16" fmla="*/ 11 w 109"/>
              <a:gd name="T17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" h="78">
                <a:moveTo>
                  <a:pt x="11" y="0"/>
                </a:moveTo>
                <a:cubicBezTo>
                  <a:pt x="0" y="16"/>
                  <a:pt x="0" y="16"/>
                  <a:pt x="0" y="16"/>
                </a:cubicBezTo>
                <a:cubicBezTo>
                  <a:pt x="1" y="17"/>
                  <a:pt x="3" y="18"/>
                  <a:pt x="4" y="18"/>
                </a:cubicBezTo>
                <a:cubicBezTo>
                  <a:pt x="11" y="24"/>
                  <a:pt x="19" y="29"/>
                  <a:pt x="26" y="35"/>
                </a:cubicBezTo>
                <a:cubicBezTo>
                  <a:pt x="40" y="41"/>
                  <a:pt x="52" y="49"/>
                  <a:pt x="64" y="58"/>
                </a:cubicBezTo>
                <a:cubicBezTo>
                  <a:pt x="68" y="61"/>
                  <a:pt x="73" y="63"/>
                  <a:pt x="78" y="65"/>
                </a:cubicBezTo>
                <a:cubicBezTo>
                  <a:pt x="85" y="69"/>
                  <a:pt x="92" y="73"/>
                  <a:pt x="98" y="78"/>
                </a:cubicBezTo>
                <a:cubicBezTo>
                  <a:pt x="109" y="63"/>
                  <a:pt x="109" y="63"/>
                  <a:pt x="109" y="63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4B4A4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Freeform 17"/>
          <p:cNvSpPr>
            <a:spLocks/>
          </p:cNvSpPr>
          <p:nvPr/>
        </p:nvSpPr>
        <p:spPr bwMode="auto">
          <a:xfrm>
            <a:off x="457200" y="1349766"/>
            <a:ext cx="1560513" cy="1320800"/>
          </a:xfrm>
          <a:custGeom>
            <a:avLst/>
            <a:gdLst>
              <a:gd name="T0" fmla="*/ 638 w 638"/>
              <a:gd name="T1" fmla="*/ 194 h 540"/>
              <a:gd name="T2" fmla="*/ 638 w 638"/>
              <a:gd name="T3" fmla="*/ 194 h 540"/>
              <a:gd name="T4" fmla="*/ 194 w 638"/>
              <a:gd name="T5" fmla="*/ 96 h 540"/>
              <a:gd name="T6" fmla="*/ 96 w 638"/>
              <a:gd name="T7" fmla="*/ 540 h 540"/>
              <a:gd name="T8" fmla="*/ 96 w 638"/>
              <a:gd name="T9" fmla="*/ 540 h 540"/>
              <a:gd name="T10" fmla="*/ 638 w 638"/>
              <a:gd name="T11" fmla="*/ 194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38" h="540">
                <a:moveTo>
                  <a:pt x="638" y="194"/>
                </a:moveTo>
                <a:cubicBezTo>
                  <a:pt x="638" y="194"/>
                  <a:pt x="638" y="194"/>
                  <a:pt x="638" y="194"/>
                </a:cubicBezTo>
                <a:cubicBezTo>
                  <a:pt x="543" y="44"/>
                  <a:pt x="344" y="0"/>
                  <a:pt x="194" y="96"/>
                </a:cubicBezTo>
                <a:cubicBezTo>
                  <a:pt x="44" y="191"/>
                  <a:pt x="0" y="390"/>
                  <a:pt x="96" y="540"/>
                </a:cubicBezTo>
                <a:cubicBezTo>
                  <a:pt x="96" y="540"/>
                  <a:pt x="96" y="540"/>
                  <a:pt x="96" y="540"/>
                </a:cubicBezTo>
                <a:cubicBezTo>
                  <a:pt x="638" y="194"/>
                  <a:pt x="638" y="194"/>
                  <a:pt x="638" y="194"/>
                </a:cubicBezTo>
              </a:path>
            </a:pathLst>
          </a:custGeom>
          <a:solidFill>
            <a:srgbClr val="EA5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Freeform 18"/>
          <p:cNvSpPr>
            <a:spLocks noEditPoints="1"/>
          </p:cNvSpPr>
          <p:nvPr/>
        </p:nvSpPr>
        <p:spPr bwMode="auto">
          <a:xfrm>
            <a:off x="673100" y="2553091"/>
            <a:ext cx="203200" cy="117475"/>
          </a:xfrm>
          <a:custGeom>
            <a:avLst/>
            <a:gdLst>
              <a:gd name="T0" fmla="*/ 0 w 83"/>
              <a:gd name="T1" fmla="*/ 36 h 48"/>
              <a:gd name="T2" fmla="*/ 8 w 83"/>
              <a:gd name="T3" fmla="*/ 48 h 48"/>
              <a:gd name="T4" fmla="*/ 0 w 83"/>
              <a:gd name="T5" fmla="*/ 36 h 48"/>
              <a:gd name="T6" fmla="*/ 83 w 83"/>
              <a:gd name="T7" fmla="*/ 0 h 48"/>
              <a:gd name="T8" fmla="*/ 8 w 83"/>
              <a:gd name="T9" fmla="*/ 48 h 48"/>
              <a:gd name="T10" fmla="*/ 83 w 83"/>
              <a:gd name="T11" fmla="*/ 0 h 48"/>
              <a:gd name="T12" fmla="*/ 83 w 83"/>
              <a:gd name="T13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" h="48">
                <a:moveTo>
                  <a:pt x="0" y="36"/>
                </a:moveTo>
                <a:cubicBezTo>
                  <a:pt x="3" y="40"/>
                  <a:pt x="5" y="44"/>
                  <a:pt x="8" y="48"/>
                </a:cubicBezTo>
                <a:cubicBezTo>
                  <a:pt x="5" y="44"/>
                  <a:pt x="3" y="40"/>
                  <a:pt x="0" y="36"/>
                </a:cubicBezTo>
                <a:moveTo>
                  <a:pt x="83" y="0"/>
                </a:moveTo>
                <a:cubicBezTo>
                  <a:pt x="8" y="48"/>
                  <a:pt x="8" y="48"/>
                  <a:pt x="8" y="48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3" y="0"/>
                  <a:pt x="83" y="0"/>
                </a:cubicBezTo>
              </a:path>
            </a:pathLst>
          </a:custGeom>
          <a:solidFill>
            <a:srgbClr val="FAF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Freeform 19"/>
          <p:cNvSpPr>
            <a:spLocks/>
          </p:cNvSpPr>
          <p:nvPr/>
        </p:nvSpPr>
        <p:spPr bwMode="auto">
          <a:xfrm>
            <a:off x="606425" y="1589478"/>
            <a:ext cx="365125" cy="1081088"/>
          </a:xfrm>
          <a:custGeom>
            <a:avLst/>
            <a:gdLst>
              <a:gd name="T0" fmla="*/ 149 w 149"/>
              <a:gd name="T1" fmla="*/ 0 h 442"/>
              <a:gd name="T2" fmla="*/ 60 w 149"/>
              <a:gd name="T3" fmla="*/ 95 h 442"/>
              <a:gd name="T4" fmla="*/ 5 w 149"/>
              <a:gd name="T5" fmla="*/ 278 h 442"/>
              <a:gd name="T6" fmla="*/ 13 w 149"/>
              <a:gd name="T7" fmla="*/ 391 h 442"/>
              <a:gd name="T8" fmla="*/ 27 w 149"/>
              <a:gd name="T9" fmla="*/ 430 h 442"/>
              <a:gd name="T10" fmla="*/ 35 w 149"/>
              <a:gd name="T11" fmla="*/ 442 h 442"/>
              <a:gd name="T12" fmla="*/ 35 w 149"/>
              <a:gd name="T13" fmla="*/ 442 h 442"/>
              <a:gd name="T14" fmla="*/ 35 w 149"/>
              <a:gd name="T15" fmla="*/ 442 h 442"/>
              <a:gd name="T16" fmla="*/ 110 w 149"/>
              <a:gd name="T17" fmla="*/ 394 h 442"/>
              <a:gd name="T18" fmla="*/ 105 w 149"/>
              <a:gd name="T19" fmla="*/ 139 h 442"/>
              <a:gd name="T20" fmla="*/ 148 w 149"/>
              <a:gd name="T21" fmla="*/ 2 h 442"/>
              <a:gd name="T22" fmla="*/ 149 w 149"/>
              <a:gd name="T23" fmla="*/ 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" h="442">
                <a:moveTo>
                  <a:pt x="149" y="0"/>
                </a:moveTo>
                <a:cubicBezTo>
                  <a:pt x="117" y="27"/>
                  <a:pt x="80" y="57"/>
                  <a:pt x="60" y="95"/>
                </a:cubicBezTo>
                <a:cubicBezTo>
                  <a:pt x="31" y="152"/>
                  <a:pt x="12" y="215"/>
                  <a:pt x="5" y="278"/>
                </a:cubicBezTo>
                <a:cubicBezTo>
                  <a:pt x="0" y="328"/>
                  <a:pt x="7" y="359"/>
                  <a:pt x="13" y="391"/>
                </a:cubicBezTo>
                <a:cubicBezTo>
                  <a:pt x="16" y="407"/>
                  <a:pt x="21" y="418"/>
                  <a:pt x="27" y="430"/>
                </a:cubicBezTo>
                <a:cubicBezTo>
                  <a:pt x="30" y="434"/>
                  <a:pt x="32" y="438"/>
                  <a:pt x="35" y="442"/>
                </a:cubicBezTo>
                <a:cubicBezTo>
                  <a:pt x="35" y="442"/>
                  <a:pt x="35" y="442"/>
                  <a:pt x="35" y="442"/>
                </a:cubicBezTo>
                <a:cubicBezTo>
                  <a:pt x="35" y="442"/>
                  <a:pt x="35" y="442"/>
                  <a:pt x="35" y="442"/>
                </a:cubicBezTo>
                <a:cubicBezTo>
                  <a:pt x="110" y="394"/>
                  <a:pt x="110" y="394"/>
                  <a:pt x="110" y="394"/>
                </a:cubicBezTo>
                <a:cubicBezTo>
                  <a:pt x="92" y="312"/>
                  <a:pt x="87" y="222"/>
                  <a:pt x="105" y="139"/>
                </a:cubicBezTo>
                <a:cubicBezTo>
                  <a:pt x="115" y="91"/>
                  <a:pt x="130" y="47"/>
                  <a:pt x="148" y="2"/>
                </a:cubicBezTo>
                <a:cubicBezTo>
                  <a:pt x="148" y="2"/>
                  <a:pt x="149" y="1"/>
                  <a:pt x="149" y="0"/>
                </a:cubicBezTo>
              </a:path>
            </a:pathLst>
          </a:custGeom>
          <a:solidFill>
            <a:srgbClr val="F391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Freeform 20"/>
          <p:cNvSpPr>
            <a:spLocks/>
          </p:cNvSpPr>
          <p:nvPr/>
        </p:nvSpPr>
        <p:spPr bwMode="auto">
          <a:xfrm>
            <a:off x="1068388" y="5628078"/>
            <a:ext cx="765175" cy="941388"/>
          </a:xfrm>
          <a:custGeom>
            <a:avLst/>
            <a:gdLst>
              <a:gd name="T0" fmla="*/ 140 w 313"/>
              <a:gd name="T1" fmla="*/ 366 h 385"/>
              <a:gd name="T2" fmla="*/ 112 w 313"/>
              <a:gd name="T3" fmla="*/ 381 h 385"/>
              <a:gd name="T4" fmla="*/ 13 w 313"/>
              <a:gd name="T5" fmla="*/ 378 h 385"/>
              <a:gd name="T6" fmla="*/ 6 w 313"/>
              <a:gd name="T7" fmla="*/ 350 h 385"/>
              <a:gd name="T8" fmla="*/ 174 w 313"/>
              <a:gd name="T9" fmla="*/ 13 h 385"/>
              <a:gd name="T10" fmla="*/ 201 w 313"/>
              <a:gd name="T11" fmla="*/ 6 h 385"/>
              <a:gd name="T12" fmla="*/ 301 w 313"/>
              <a:gd name="T13" fmla="*/ 66 h 385"/>
              <a:gd name="T14" fmla="*/ 308 w 313"/>
              <a:gd name="T15" fmla="*/ 93 h 385"/>
              <a:gd name="T16" fmla="*/ 140 w 313"/>
              <a:gd name="T17" fmla="*/ 366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3" h="385">
                <a:moveTo>
                  <a:pt x="140" y="366"/>
                </a:moveTo>
                <a:cubicBezTo>
                  <a:pt x="134" y="376"/>
                  <a:pt x="129" y="381"/>
                  <a:pt x="112" y="381"/>
                </a:cubicBezTo>
                <a:cubicBezTo>
                  <a:pt x="112" y="381"/>
                  <a:pt x="36" y="385"/>
                  <a:pt x="13" y="378"/>
                </a:cubicBezTo>
                <a:cubicBezTo>
                  <a:pt x="2" y="375"/>
                  <a:pt x="0" y="360"/>
                  <a:pt x="6" y="350"/>
                </a:cubicBezTo>
                <a:cubicBezTo>
                  <a:pt x="174" y="13"/>
                  <a:pt x="174" y="13"/>
                  <a:pt x="174" y="13"/>
                </a:cubicBezTo>
                <a:cubicBezTo>
                  <a:pt x="179" y="4"/>
                  <a:pt x="192" y="0"/>
                  <a:pt x="201" y="6"/>
                </a:cubicBezTo>
                <a:cubicBezTo>
                  <a:pt x="301" y="66"/>
                  <a:pt x="301" y="66"/>
                  <a:pt x="301" y="66"/>
                </a:cubicBezTo>
                <a:cubicBezTo>
                  <a:pt x="310" y="71"/>
                  <a:pt x="313" y="84"/>
                  <a:pt x="308" y="93"/>
                </a:cubicBezTo>
                <a:cubicBezTo>
                  <a:pt x="140" y="366"/>
                  <a:pt x="140" y="366"/>
                  <a:pt x="140" y="366"/>
                </a:cubicBezTo>
              </a:path>
            </a:pathLst>
          </a:cu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Freeform 21"/>
          <p:cNvSpPr>
            <a:spLocks noEditPoints="1"/>
          </p:cNvSpPr>
          <p:nvPr/>
        </p:nvSpPr>
        <p:spPr bwMode="auto">
          <a:xfrm>
            <a:off x="1338263" y="5901128"/>
            <a:ext cx="331788" cy="238125"/>
          </a:xfrm>
          <a:custGeom>
            <a:avLst/>
            <a:gdLst>
              <a:gd name="T0" fmla="*/ 209 w 209"/>
              <a:gd name="T1" fmla="*/ 125 h 150"/>
              <a:gd name="T2" fmla="*/ 195 w 209"/>
              <a:gd name="T3" fmla="*/ 150 h 150"/>
              <a:gd name="T4" fmla="*/ 195 w 209"/>
              <a:gd name="T5" fmla="*/ 150 h 150"/>
              <a:gd name="T6" fmla="*/ 209 w 209"/>
              <a:gd name="T7" fmla="*/ 125 h 150"/>
              <a:gd name="T8" fmla="*/ 209 w 209"/>
              <a:gd name="T9" fmla="*/ 125 h 150"/>
              <a:gd name="T10" fmla="*/ 23 w 209"/>
              <a:gd name="T11" fmla="*/ 0 h 150"/>
              <a:gd name="T12" fmla="*/ 0 w 209"/>
              <a:gd name="T13" fmla="*/ 45 h 150"/>
              <a:gd name="T14" fmla="*/ 0 w 209"/>
              <a:gd name="T15" fmla="*/ 45 h 150"/>
              <a:gd name="T16" fmla="*/ 23 w 209"/>
              <a:gd name="T17" fmla="*/ 0 h 150"/>
              <a:gd name="T18" fmla="*/ 23 w 209"/>
              <a:gd name="T19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9" h="150">
                <a:moveTo>
                  <a:pt x="209" y="125"/>
                </a:moveTo>
                <a:lnTo>
                  <a:pt x="195" y="150"/>
                </a:lnTo>
                <a:lnTo>
                  <a:pt x="195" y="150"/>
                </a:lnTo>
                <a:lnTo>
                  <a:pt x="209" y="125"/>
                </a:lnTo>
                <a:lnTo>
                  <a:pt x="209" y="125"/>
                </a:lnTo>
                <a:close/>
                <a:moveTo>
                  <a:pt x="23" y="0"/>
                </a:moveTo>
                <a:lnTo>
                  <a:pt x="0" y="45"/>
                </a:lnTo>
                <a:lnTo>
                  <a:pt x="0" y="45"/>
                </a:lnTo>
                <a:lnTo>
                  <a:pt x="23" y="0"/>
                </a:lnTo>
                <a:lnTo>
                  <a:pt x="23" y="0"/>
                </a:lnTo>
                <a:close/>
              </a:path>
            </a:pathLst>
          </a:custGeom>
          <a:solidFill>
            <a:srgbClr val="AEAD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Freeform 22"/>
          <p:cNvSpPr>
            <a:spLocks noEditPoints="1"/>
          </p:cNvSpPr>
          <p:nvPr/>
        </p:nvSpPr>
        <p:spPr bwMode="auto">
          <a:xfrm>
            <a:off x="1338263" y="5901128"/>
            <a:ext cx="331788" cy="238125"/>
          </a:xfrm>
          <a:custGeom>
            <a:avLst/>
            <a:gdLst>
              <a:gd name="T0" fmla="*/ 209 w 209"/>
              <a:gd name="T1" fmla="*/ 125 h 150"/>
              <a:gd name="T2" fmla="*/ 195 w 209"/>
              <a:gd name="T3" fmla="*/ 150 h 150"/>
              <a:gd name="T4" fmla="*/ 195 w 209"/>
              <a:gd name="T5" fmla="*/ 150 h 150"/>
              <a:gd name="T6" fmla="*/ 209 w 209"/>
              <a:gd name="T7" fmla="*/ 125 h 150"/>
              <a:gd name="T8" fmla="*/ 209 w 209"/>
              <a:gd name="T9" fmla="*/ 125 h 150"/>
              <a:gd name="T10" fmla="*/ 23 w 209"/>
              <a:gd name="T11" fmla="*/ 0 h 150"/>
              <a:gd name="T12" fmla="*/ 0 w 209"/>
              <a:gd name="T13" fmla="*/ 45 h 150"/>
              <a:gd name="T14" fmla="*/ 0 w 209"/>
              <a:gd name="T15" fmla="*/ 45 h 150"/>
              <a:gd name="T16" fmla="*/ 23 w 209"/>
              <a:gd name="T17" fmla="*/ 0 h 150"/>
              <a:gd name="T18" fmla="*/ 23 w 209"/>
              <a:gd name="T19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9" h="150">
                <a:moveTo>
                  <a:pt x="209" y="125"/>
                </a:moveTo>
                <a:lnTo>
                  <a:pt x="195" y="150"/>
                </a:lnTo>
                <a:lnTo>
                  <a:pt x="195" y="150"/>
                </a:lnTo>
                <a:lnTo>
                  <a:pt x="209" y="125"/>
                </a:lnTo>
                <a:lnTo>
                  <a:pt x="209" y="125"/>
                </a:lnTo>
                <a:moveTo>
                  <a:pt x="23" y="0"/>
                </a:moveTo>
                <a:lnTo>
                  <a:pt x="0" y="45"/>
                </a:lnTo>
                <a:lnTo>
                  <a:pt x="0" y="45"/>
                </a:lnTo>
                <a:lnTo>
                  <a:pt x="23" y="0"/>
                </a:lnTo>
                <a:lnTo>
                  <a:pt x="2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Freeform 23"/>
          <p:cNvSpPr>
            <a:spLocks/>
          </p:cNvSpPr>
          <p:nvPr/>
        </p:nvSpPr>
        <p:spPr bwMode="auto">
          <a:xfrm>
            <a:off x="1338263" y="5901128"/>
            <a:ext cx="331788" cy="238125"/>
          </a:xfrm>
          <a:custGeom>
            <a:avLst/>
            <a:gdLst>
              <a:gd name="T0" fmla="*/ 15 w 136"/>
              <a:gd name="T1" fmla="*/ 0 h 97"/>
              <a:gd name="T2" fmla="*/ 0 w 136"/>
              <a:gd name="T3" fmla="*/ 29 h 97"/>
              <a:gd name="T4" fmla="*/ 59 w 136"/>
              <a:gd name="T5" fmla="*/ 64 h 97"/>
              <a:gd name="T6" fmla="*/ 127 w 136"/>
              <a:gd name="T7" fmla="*/ 97 h 97"/>
              <a:gd name="T8" fmla="*/ 136 w 136"/>
              <a:gd name="T9" fmla="*/ 81 h 97"/>
              <a:gd name="T10" fmla="*/ 15 w 136"/>
              <a:gd name="T11" fmla="*/ 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6" h="97">
                <a:moveTo>
                  <a:pt x="15" y="0"/>
                </a:moveTo>
                <a:cubicBezTo>
                  <a:pt x="0" y="29"/>
                  <a:pt x="0" y="29"/>
                  <a:pt x="0" y="29"/>
                </a:cubicBezTo>
                <a:cubicBezTo>
                  <a:pt x="20" y="40"/>
                  <a:pt x="40" y="52"/>
                  <a:pt x="59" y="64"/>
                </a:cubicBezTo>
                <a:cubicBezTo>
                  <a:pt x="82" y="74"/>
                  <a:pt x="105" y="85"/>
                  <a:pt x="127" y="97"/>
                </a:cubicBezTo>
                <a:cubicBezTo>
                  <a:pt x="136" y="81"/>
                  <a:pt x="136" y="81"/>
                  <a:pt x="136" y="81"/>
                </a:cubicBezTo>
                <a:cubicBezTo>
                  <a:pt x="94" y="57"/>
                  <a:pt x="53" y="30"/>
                  <a:pt x="15" y="0"/>
                </a:cubicBezTo>
              </a:path>
            </a:pathLst>
          </a:custGeom>
          <a:solidFill>
            <a:srgbClr val="3F3E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Freeform 24"/>
          <p:cNvSpPr>
            <a:spLocks/>
          </p:cNvSpPr>
          <p:nvPr/>
        </p:nvSpPr>
        <p:spPr bwMode="auto">
          <a:xfrm>
            <a:off x="3633788" y="5628078"/>
            <a:ext cx="765175" cy="941388"/>
          </a:xfrm>
          <a:custGeom>
            <a:avLst/>
            <a:gdLst>
              <a:gd name="T0" fmla="*/ 173 w 313"/>
              <a:gd name="T1" fmla="*/ 366 h 385"/>
              <a:gd name="T2" fmla="*/ 201 w 313"/>
              <a:gd name="T3" fmla="*/ 381 h 385"/>
              <a:gd name="T4" fmla="*/ 300 w 313"/>
              <a:gd name="T5" fmla="*/ 378 h 385"/>
              <a:gd name="T6" fmla="*/ 307 w 313"/>
              <a:gd name="T7" fmla="*/ 350 h 385"/>
              <a:gd name="T8" fmla="*/ 139 w 313"/>
              <a:gd name="T9" fmla="*/ 13 h 385"/>
              <a:gd name="T10" fmla="*/ 112 w 313"/>
              <a:gd name="T11" fmla="*/ 6 h 385"/>
              <a:gd name="T12" fmla="*/ 12 w 313"/>
              <a:gd name="T13" fmla="*/ 66 h 385"/>
              <a:gd name="T14" fmla="*/ 5 w 313"/>
              <a:gd name="T15" fmla="*/ 93 h 385"/>
              <a:gd name="T16" fmla="*/ 173 w 313"/>
              <a:gd name="T17" fmla="*/ 366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3" h="385">
                <a:moveTo>
                  <a:pt x="173" y="366"/>
                </a:moveTo>
                <a:cubicBezTo>
                  <a:pt x="179" y="376"/>
                  <a:pt x="184" y="381"/>
                  <a:pt x="201" y="381"/>
                </a:cubicBezTo>
                <a:cubicBezTo>
                  <a:pt x="201" y="381"/>
                  <a:pt x="277" y="385"/>
                  <a:pt x="300" y="378"/>
                </a:cubicBezTo>
                <a:cubicBezTo>
                  <a:pt x="311" y="375"/>
                  <a:pt x="313" y="360"/>
                  <a:pt x="307" y="350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4" y="4"/>
                  <a:pt x="121" y="0"/>
                  <a:pt x="112" y="6"/>
                </a:cubicBezTo>
                <a:cubicBezTo>
                  <a:pt x="12" y="66"/>
                  <a:pt x="12" y="66"/>
                  <a:pt x="12" y="66"/>
                </a:cubicBezTo>
                <a:cubicBezTo>
                  <a:pt x="3" y="71"/>
                  <a:pt x="0" y="84"/>
                  <a:pt x="5" y="93"/>
                </a:cubicBezTo>
                <a:cubicBezTo>
                  <a:pt x="173" y="366"/>
                  <a:pt x="173" y="366"/>
                  <a:pt x="173" y="366"/>
                </a:cubicBezTo>
              </a:path>
            </a:pathLst>
          </a:cu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Freeform 25"/>
          <p:cNvSpPr>
            <a:spLocks/>
          </p:cNvSpPr>
          <p:nvPr/>
        </p:nvSpPr>
        <p:spPr bwMode="auto">
          <a:xfrm>
            <a:off x="4094163" y="5899541"/>
            <a:ext cx="36513" cy="73025"/>
          </a:xfrm>
          <a:custGeom>
            <a:avLst/>
            <a:gdLst>
              <a:gd name="T0" fmla="*/ 0 w 23"/>
              <a:gd name="T1" fmla="*/ 0 h 46"/>
              <a:gd name="T2" fmla="*/ 0 w 23"/>
              <a:gd name="T3" fmla="*/ 0 h 46"/>
              <a:gd name="T4" fmla="*/ 23 w 23"/>
              <a:gd name="T5" fmla="*/ 46 h 46"/>
              <a:gd name="T6" fmla="*/ 23 w 23"/>
              <a:gd name="T7" fmla="*/ 46 h 46"/>
              <a:gd name="T8" fmla="*/ 0 w 23"/>
              <a:gd name="T9" fmla="*/ 0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" h="46">
                <a:moveTo>
                  <a:pt x="0" y="0"/>
                </a:moveTo>
                <a:lnTo>
                  <a:pt x="0" y="0"/>
                </a:lnTo>
                <a:lnTo>
                  <a:pt x="23" y="46"/>
                </a:lnTo>
                <a:lnTo>
                  <a:pt x="23" y="46"/>
                </a:lnTo>
                <a:lnTo>
                  <a:pt x="0" y="0"/>
                </a:lnTo>
                <a:close/>
              </a:path>
            </a:pathLst>
          </a:custGeom>
          <a:solidFill>
            <a:srgbClr val="AEAD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Freeform 26"/>
          <p:cNvSpPr>
            <a:spLocks/>
          </p:cNvSpPr>
          <p:nvPr/>
        </p:nvSpPr>
        <p:spPr bwMode="auto">
          <a:xfrm>
            <a:off x="4094163" y="5899541"/>
            <a:ext cx="36513" cy="73025"/>
          </a:xfrm>
          <a:custGeom>
            <a:avLst/>
            <a:gdLst>
              <a:gd name="T0" fmla="*/ 0 w 23"/>
              <a:gd name="T1" fmla="*/ 0 h 46"/>
              <a:gd name="T2" fmla="*/ 0 w 23"/>
              <a:gd name="T3" fmla="*/ 0 h 46"/>
              <a:gd name="T4" fmla="*/ 23 w 23"/>
              <a:gd name="T5" fmla="*/ 46 h 46"/>
              <a:gd name="T6" fmla="*/ 23 w 23"/>
              <a:gd name="T7" fmla="*/ 46 h 46"/>
              <a:gd name="T8" fmla="*/ 0 w 23"/>
              <a:gd name="T9" fmla="*/ 0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" h="46">
                <a:moveTo>
                  <a:pt x="0" y="0"/>
                </a:moveTo>
                <a:lnTo>
                  <a:pt x="0" y="0"/>
                </a:lnTo>
                <a:lnTo>
                  <a:pt x="23" y="46"/>
                </a:lnTo>
                <a:lnTo>
                  <a:pt x="23" y="4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Freeform 27"/>
          <p:cNvSpPr>
            <a:spLocks/>
          </p:cNvSpPr>
          <p:nvPr/>
        </p:nvSpPr>
        <p:spPr bwMode="auto">
          <a:xfrm>
            <a:off x="3795713" y="5899541"/>
            <a:ext cx="334963" cy="239713"/>
          </a:xfrm>
          <a:custGeom>
            <a:avLst/>
            <a:gdLst>
              <a:gd name="T0" fmla="*/ 122 w 137"/>
              <a:gd name="T1" fmla="*/ 0 h 98"/>
              <a:gd name="T2" fmla="*/ 0 w 137"/>
              <a:gd name="T3" fmla="*/ 81 h 98"/>
              <a:gd name="T4" fmla="*/ 10 w 137"/>
              <a:gd name="T5" fmla="*/ 98 h 98"/>
              <a:gd name="T6" fmla="*/ 78 w 137"/>
              <a:gd name="T7" fmla="*/ 65 h 98"/>
              <a:gd name="T8" fmla="*/ 137 w 137"/>
              <a:gd name="T9" fmla="*/ 30 h 98"/>
              <a:gd name="T10" fmla="*/ 122 w 137"/>
              <a:gd name="T11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7" h="98">
                <a:moveTo>
                  <a:pt x="122" y="0"/>
                </a:moveTo>
                <a:cubicBezTo>
                  <a:pt x="83" y="30"/>
                  <a:pt x="43" y="58"/>
                  <a:pt x="0" y="81"/>
                </a:cubicBezTo>
                <a:cubicBezTo>
                  <a:pt x="10" y="98"/>
                  <a:pt x="10" y="98"/>
                  <a:pt x="10" y="98"/>
                </a:cubicBezTo>
                <a:cubicBezTo>
                  <a:pt x="32" y="86"/>
                  <a:pt x="55" y="75"/>
                  <a:pt x="78" y="65"/>
                </a:cubicBezTo>
                <a:cubicBezTo>
                  <a:pt x="97" y="53"/>
                  <a:pt x="117" y="41"/>
                  <a:pt x="137" y="30"/>
                </a:cubicBezTo>
                <a:cubicBezTo>
                  <a:pt x="122" y="0"/>
                  <a:pt x="122" y="0"/>
                  <a:pt x="122" y="0"/>
                </a:cubicBezTo>
              </a:path>
            </a:pathLst>
          </a:custGeom>
          <a:solidFill>
            <a:srgbClr val="3F3E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" name="Clock hand spin">
            <a:extLst>
              <a:ext uri="{FF2B5EF4-FFF2-40B4-BE49-F238E27FC236}">
                <a16:creationId xmlns:a16="http://schemas.microsoft.com/office/drawing/2014/main" id="{BB0445D5-A6E5-40E7-BBDD-5E3EFA13BDED}"/>
              </a:ext>
            </a:extLst>
          </p:cNvPr>
          <p:cNvGrpSpPr/>
          <p:nvPr/>
        </p:nvGrpSpPr>
        <p:grpSpPr>
          <a:xfrm rot="3641110">
            <a:off x="817563" y="2264166"/>
            <a:ext cx="3829050" cy="3830638"/>
            <a:chOff x="817563" y="2264166"/>
            <a:chExt cx="3829050" cy="3830638"/>
          </a:xfrm>
        </p:grpSpPr>
        <p:sp>
          <p:nvSpPr>
            <p:cNvPr id="162" name="Oval 28"/>
            <p:cNvSpPr>
              <a:spLocks noChangeArrowheads="1"/>
            </p:cNvSpPr>
            <p:nvPr/>
          </p:nvSpPr>
          <p:spPr bwMode="auto">
            <a:xfrm>
              <a:off x="817563" y="2264166"/>
              <a:ext cx="3829050" cy="3830638"/>
            </a:xfrm>
            <a:prstGeom prst="ellipse">
              <a:avLst/>
            </a:prstGeom>
            <a:solidFill>
              <a:srgbClr val="FDFC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9" name="hour hand"/>
            <p:cNvSpPr>
              <a:spLocks/>
            </p:cNvSpPr>
            <p:nvPr/>
          </p:nvSpPr>
          <p:spPr bwMode="auto">
            <a:xfrm>
              <a:off x="2159000" y="3253178"/>
              <a:ext cx="601663" cy="950913"/>
            </a:xfrm>
            <a:custGeom>
              <a:avLst/>
              <a:gdLst>
                <a:gd name="T0" fmla="*/ 0 w 379"/>
                <a:gd name="T1" fmla="*/ 23 h 599"/>
                <a:gd name="T2" fmla="*/ 39 w 379"/>
                <a:gd name="T3" fmla="*/ 0 h 599"/>
                <a:gd name="T4" fmla="*/ 379 w 379"/>
                <a:gd name="T5" fmla="*/ 576 h 599"/>
                <a:gd name="T6" fmla="*/ 341 w 379"/>
                <a:gd name="T7" fmla="*/ 599 h 599"/>
                <a:gd name="T8" fmla="*/ 0 w 379"/>
                <a:gd name="T9" fmla="*/ 23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599">
                  <a:moveTo>
                    <a:pt x="0" y="23"/>
                  </a:moveTo>
                  <a:lnTo>
                    <a:pt x="39" y="0"/>
                  </a:lnTo>
                  <a:lnTo>
                    <a:pt x="379" y="576"/>
                  </a:lnTo>
                  <a:lnTo>
                    <a:pt x="341" y="599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63" name="Freeform 29"/>
          <p:cNvSpPr>
            <a:spLocks noEditPoints="1"/>
          </p:cNvSpPr>
          <p:nvPr/>
        </p:nvSpPr>
        <p:spPr bwMode="auto">
          <a:xfrm>
            <a:off x="538163" y="1986353"/>
            <a:ext cx="4387850" cy="4384675"/>
          </a:xfrm>
          <a:custGeom>
            <a:avLst/>
            <a:gdLst>
              <a:gd name="T0" fmla="*/ 897 w 1794"/>
              <a:gd name="T1" fmla="*/ 1793 h 1793"/>
              <a:gd name="T2" fmla="*/ 263 w 1794"/>
              <a:gd name="T3" fmla="*/ 1531 h 1793"/>
              <a:gd name="T4" fmla="*/ 0 w 1794"/>
              <a:gd name="T5" fmla="*/ 897 h 1793"/>
              <a:gd name="T6" fmla="*/ 263 w 1794"/>
              <a:gd name="T7" fmla="*/ 262 h 1793"/>
              <a:gd name="T8" fmla="*/ 897 w 1794"/>
              <a:gd name="T9" fmla="*/ 0 h 1793"/>
              <a:gd name="T10" fmla="*/ 1531 w 1794"/>
              <a:gd name="T11" fmla="*/ 262 h 1793"/>
              <a:gd name="T12" fmla="*/ 1794 w 1794"/>
              <a:gd name="T13" fmla="*/ 897 h 1793"/>
              <a:gd name="T14" fmla="*/ 1531 w 1794"/>
              <a:gd name="T15" fmla="*/ 1531 h 1793"/>
              <a:gd name="T16" fmla="*/ 897 w 1794"/>
              <a:gd name="T17" fmla="*/ 1793 h 1793"/>
              <a:gd name="T18" fmla="*/ 897 w 1794"/>
              <a:gd name="T19" fmla="*/ 79 h 1793"/>
              <a:gd name="T20" fmla="*/ 79 w 1794"/>
              <a:gd name="T21" fmla="*/ 897 h 1793"/>
              <a:gd name="T22" fmla="*/ 897 w 1794"/>
              <a:gd name="T23" fmla="*/ 1714 h 1793"/>
              <a:gd name="T24" fmla="*/ 1715 w 1794"/>
              <a:gd name="T25" fmla="*/ 897 h 1793"/>
              <a:gd name="T26" fmla="*/ 897 w 1794"/>
              <a:gd name="T27" fmla="*/ 79 h 17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794" h="1793">
                <a:moveTo>
                  <a:pt x="897" y="1793"/>
                </a:moveTo>
                <a:cubicBezTo>
                  <a:pt x="658" y="1793"/>
                  <a:pt x="432" y="1700"/>
                  <a:pt x="263" y="1531"/>
                </a:cubicBezTo>
                <a:cubicBezTo>
                  <a:pt x="94" y="1361"/>
                  <a:pt x="0" y="1136"/>
                  <a:pt x="0" y="897"/>
                </a:cubicBezTo>
                <a:cubicBezTo>
                  <a:pt x="0" y="657"/>
                  <a:pt x="94" y="432"/>
                  <a:pt x="263" y="262"/>
                </a:cubicBezTo>
                <a:cubicBezTo>
                  <a:pt x="432" y="93"/>
                  <a:pt x="658" y="0"/>
                  <a:pt x="897" y="0"/>
                </a:cubicBezTo>
                <a:cubicBezTo>
                  <a:pt x="1137" y="0"/>
                  <a:pt x="1362" y="93"/>
                  <a:pt x="1531" y="262"/>
                </a:cubicBezTo>
                <a:cubicBezTo>
                  <a:pt x="1701" y="432"/>
                  <a:pt x="1794" y="657"/>
                  <a:pt x="1794" y="897"/>
                </a:cubicBezTo>
                <a:cubicBezTo>
                  <a:pt x="1794" y="1136"/>
                  <a:pt x="1701" y="1361"/>
                  <a:pt x="1531" y="1531"/>
                </a:cubicBezTo>
                <a:cubicBezTo>
                  <a:pt x="1362" y="1700"/>
                  <a:pt x="1137" y="1793"/>
                  <a:pt x="897" y="1793"/>
                </a:cubicBezTo>
                <a:moveTo>
                  <a:pt x="897" y="79"/>
                </a:moveTo>
                <a:cubicBezTo>
                  <a:pt x="446" y="79"/>
                  <a:pt x="79" y="446"/>
                  <a:pt x="79" y="897"/>
                </a:cubicBezTo>
                <a:cubicBezTo>
                  <a:pt x="79" y="1348"/>
                  <a:pt x="446" y="1714"/>
                  <a:pt x="897" y="1714"/>
                </a:cubicBezTo>
                <a:cubicBezTo>
                  <a:pt x="1348" y="1714"/>
                  <a:pt x="1715" y="1348"/>
                  <a:pt x="1715" y="897"/>
                </a:cubicBezTo>
                <a:cubicBezTo>
                  <a:pt x="1715" y="446"/>
                  <a:pt x="1348" y="79"/>
                  <a:pt x="897" y="79"/>
                </a:cubicBezTo>
              </a:path>
            </a:pathLst>
          </a:custGeom>
          <a:solidFill>
            <a:srgbClr val="EA5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Freeform 30"/>
          <p:cNvSpPr>
            <a:spLocks noEditPoints="1"/>
          </p:cNvSpPr>
          <p:nvPr/>
        </p:nvSpPr>
        <p:spPr bwMode="auto">
          <a:xfrm>
            <a:off x="711200" y="2157803"/>
            <a:ext cx="4043363" cy="4041775"/>
          </a:xfrm>
          <a:custGeom>
            <a:avLst/>
            <a:gdLst>
              <a:gd name="T0" fmla="*/ 826 w 1653"/>
              <a:gd name="T1" fmla="*/ 1653 h 1653"/>
              <a:gd name="T2" fmla="*/ 0 w 1653"/>
              <a:gd name="T3" fmla="*/ 827 h 1653"/>
              <a:gd name="T4" fmla="*/ 826 w 1653"/>
              <a:gd name="T5" fmla="*/ 0 h 1653"/>
              <a:gd name="T6" fmla="*/ 1653 w 1653"/>
              <a:gd name="T7" fmla="*/ 827 h 1653"/>
              <a:gd name="T8" fmla="*/ 826 w 1653"/>
              <a:gd name="T9" fmla="*/ 1653 h 1653"/>
              <a:gd name="T10" fmla="*/ 826 w 1653"/>
              <a:gd name="T11" fmla="*/ 49 h 1653"/>
              <a:gd name="T12" fmla="*/ 48 w 1653"/>
              <a:gd name="T13" fmla="*/ 827 h 1653"/>
              <a:gd name="T14" fmla="*/ 826 w 1653"/>
              <a:gd name="T15" fmla="*/ 1605 h 1653"/>
              <a:gd name="T16" fmla="*/ 1604 w 1653"/>
              <a:gd name="T17" fmla="*/ 827 h 1653"/>
              <a:gd name="T18" fmla="*/ 826 w 1653"/>
              <a:gd name="T19" fmla="*/ 49 h 1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53" h="1653">
                <a:moveTo>
                  <a:pt x="826" y="1653"/>
                </a:moveTo>
                <a:cubicBezTo>
                  <a:pt x="371" y="1653"/>
                  <a:pt x="0" y="1282"/>
                  <a:pt x="0" y="827"/>
                </a:cubicBezTo>
                <a:cubicBezTo>
                  <a:pt x="0" y="371"/>
                  <a:pt x="371" y="0"/>
                  <a:pt x="826" y="0"/>
                </a:cubicBezTo>
                <a:cubicBezTo>
                  <a:pt x="1282" y="0"/>
                  <a:pt x="1653" y="371"/>
                  <a:pt x="1653" y="827"/>
                </a:cubicBezTo>
                <a:cubicBezTo>
                  <a:pt x="1653" y="1282"/>
                  <a:pt x="1282" y="1653"/>
                  <a:pt x="826" y="1653"/>
                </a:cubicBezTo>
                <a:moveTo>
                  <a:pt x="826" y="49"/>
                </a:moveTo>
                <a:cubicBezTo>
                  <a:pt x="397" y="49"/>
                  <a:pt x="48" y="398"/>
                  <a:pt x="48" y="827"/>
                </a:cubicBezTo>
                <a:cubicBezTo>
                  <a:pt x="48" y="1256"/>
                  <a:pt x="397" y="1605"/>
                  <a:pt x="826" y="1605"/>
                </a:cubicBezTo>
                <a:cubicBezTo>
                  <a:pt x="1255" y="1605"/>
                  <a:pt x="1604" y="1256"/>
                  <a:pt x="1604" y="827"/>
                </a:cubicBezTo>
                <a:cubicBezTo>
                  <a:pt x="1604" y="398"/>
                  <a:pt x="1255" y="49"/>
                  <a:pt x="826" y="49"/>
                </a:cubicBezTo>
              </a:path>
            </a:pathLst>
          </a:custGeom>
          <a:solidFill>
            <a:srgbClr val="DFDE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Freeform 31"/>
          <p:cNvSpPr>
            <a:spLocks noEditPoints="1"/>
          </p:cNvSpPr>
          <p:nvPr/>
        </p:nvSpPr>
        <p:spPr bwMode="auto">
          <a:xfrm>
            <a:off x="620713" y="2067316"/>
            <a:ext cx="4221163" cy="4222750"/>
          </a:xfrm>
          <a:custGeom>
            <a:avLst/>
            <a:gdLst>
              <a:gd name="T0" fmla="*/ 863 w 1726"/>
              <a:gd name="T1" fmla="*/ 1690 h 1727"/>
              <a:gd name="T2" fmla="*/ 37 w 1726"/>
              <a:gd name="T3" fmla="*/ 864 h 1727"/>
              <a:gd name="T4" fmla="*/ 863 w 1726"/>
              <a:gd name="T5" fmla="*/ 37 h 1727"/>
              <a:gd name="T6" fmla="*/ 1690 w 1726"/>
              <a:gd name="T7" fmla="*/ 864 h 1727"/>
              <a:gd name="T8" fmla="*/ 1690 w 1726"/>
              <a:gd name="T9" fmla="*/ 864 h 1727"/>
              <a:gd name="T10" fmla="*/ 1690 w 1726"/>
              <a:gd name="T11" fmla="*/ 864 h 1727"/>
              <a:gd name="T12" fmla="*/ 863 w 1726"/>
              <a:gd name="T13" fmla="*/ 1690 h 1727"/>
              <a:gd name="T14" fmla="*/ 863 w 1726"/>
              <a:gd name="T15" fmla="*/ 1690 h 1727"/>
              <a:gd name="T16" fmla="*/ 863 w 1726"/>
              <a:gd name="T17" fmla="*/ 0 h 1727"/>
              <a:gd name="T18" fmla="*/ 0 w 1726"/>
              <a:gd name="T19" fmla="*/ 864 h 1727"/>
              <a:gd name="T20" fmla="*/ 863 w 1726"/>
              <a:gd name="T21" fmla="*/ 1727 h 1727"/>
              <a:gd name="T22" fmla="*/ 1726 w 1726"/>
              <a:gd name="T23" fmla="*/ 864 h 1727"/>
              <a:gd name="T24" fmla="*/ 863 w 1726"/>
              <a:gd name="T25" fmla="*/ 0 h 1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26" h="1727">
                <a:moveTo>
                  <a:pt x="863" y="1690"/>
                </a:moveTo>
                <a:cubicBezTo>
                  <a:pt x="408" y="1690"/>
                  <a:pt x="37" y="1319"/>
                  <a:pt x="37" y="864"/>
                </a:cubicBezTo>
                <a:cubicBezTo>
                  <a:pt x="37" y="408"/>
                  <a:pt x="408" y="37"/>
                  <a:pt x="863" y="37"/>
                </a:cubicBezTo>
                <a:cubicBezTo>
                  <a:pt x="1319" y="37"/>
                  <a:pt x="1690" y="408"/>
                  <a:pt x="1690" y="864"/>
                </a:cubicBezTo>
                <a:cubicBezTo>
                  <a:pt x="1690" y="864"/>
                  <a:pt x="1690" y="864"/>
                  <a:pt x="1690" y="864"/>
                </a:cubicBezTo>
                <a:cubicBezTo>
                  <a:pt x="1690" y="864"/>
                  <a:pt x="1690" y="864"/>
                  <a:pt x="1690" y="864"/>
                </a:cubicBezTo>
                <a:cubicBezTo>
                  <a:pt x="1690" y="1319"/>
                  <a:pt x="1319" y="1690"/>
                  <a:pt x="863" y="1690"/>
                </a:cubicBezTo>
                <a:cubicBezTo>
                  <a:pt x="863" y="1690"/>
                  <a:pt x="863" y="1690"/>
                  <a:pt x="863" y="1690"/>
                </a:cubicBezTo>
                <a:moveTo>
                  <a:pt x="863" y="0"/>
                </a:moveTo>
                <a:cubicBezTo>
                  <a:pt x="387" y="0"/>
                  <a:pt x="0" y="388"/>
                  <a:pt x="0" y="864"/>
                </a:cubicBezTo>
                <a:cubicBezTo>
                  <a:pt x="0" y="1340"/>
                  <a:pt x="387" y="1727"/>
                  <a:pt x="863" y="1727"/>
                </a:cubicBezTo>
                <a:cubicBezTo>
                  <a:pt x="1339" y="1727"/>
                  <a:pt x="1726" y="1340"/>
                  <a:pt x="1726" y="864"/>
                </a:cubicBezTo>
                <a:cubicBezTo>
                  <a:pt x="1726" y="388"/>
                  <a:pt x="1339" y="0"/>
                  <a:pt x="863" y="0"/>
                </a:cubicBezTo>
              </a:path>
            </a:pathLst>
          </a:custGeom>
          <a:solidFill>
            <a:srgbClr val="CD4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C7B21D-F367-47EE-B66B-97792050C10C}"/>
              </a:ext>
            </a:extLst>
          </p:cNvPr>
          <p:cNvGrpSpPr/>
          <p:nvPr/>
        </p:nvGrpSpPr>
        <p:grpSpPr>
          <a:xfrm>
            <a:off x="2455863" y="2411803"/>
            <a:ext cx="566738" cy="566738"/>
            <a:chOff x="2455863" y="2411803"/>
            <a:chExt cx="566738" cy="566738"/>
          </a:xfrm>
        </p:grpSpPr>
        <p:sp>
          <p:nvSpPr>
            <p:cNvPr id="166" name="Oval 32"/>
            <p:cNvSpPr>
              <a:spLocks noChangeArrowheads="1"/>
            </p:cNvSpPr>
            <p:nvPr/>
          </p:nvSpPr>
          <p:spPr bwMode="auto">
            <a:xfrm>
              <a:off x="2455863" y="2411803"/>
              <a:ext cx="566738" cy="566738"/>
            </a:xfrm>
            <a:prstGeom prst="ellipse">
              <a:avLst/>
            </a:pr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7" name="Oval 33"/>
            <p:cNvSpPr>
              <a:spLocks noChangeArrowheads="1"/>
            </p:cNvSpPr>
            <p:nvPr/>
          </p:nvSpPr>
          <p:spPr bwMode="auto">
            <a:xfrm>
              <a:off x="2511425" y="2465778"/>
              <a:ext cx="455613" cy="457200"/>
            </a:xfrm>
            <a:prstGeom prst="ellipse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8" name="Freeform 34"/>
            <p:cNvSpPr>
              <a:spLocks noEditPoints="1"/>
            </p:cNvSpPr>
            <p:nvPr/>
          </p:nvSpPr>
          <p:spPr bwMode="auto">
            <a:xfrm>
              <a:off x="2511425" y="2621353"/>
              <a:ext cx="9525" cy="111125"/>
            </a:xfrm>
            <a:custGeom>
              <a:avLst/>
              <a:gdLst>
                <a:gd name="T0" fmla="*/ 0 w 4"/>
                <a:gd name="T1" fmla="*/ 43 h 45"/>
                <a:gd name="T2" fmla="*/ 0 w 4"/>
                <a:gd name="T3" fmla="*/ 42 h 45"/>
                <a:gd name="T4" fmla="*/ 0 w 4"/>
                <a:gd name="T5" fmla="*/ 41 h 45"/>
                <a:gd name="T6" fmla="*/ 0 w 4"/>
                <a:gd name="T7" fmla="*/ 40 h 45"/>
                <a:gd name="T8" fmla="*/ 0 w 4"/>
                <a:gd name="T9" fmla="*/ 40 h 45"/>
                <a:gd name="T10" fmla="*/ 0 w 4"/>
                <a:gd name="T11" fmla="*/ 39 h 45"/>
                <a:gd name="T12" fmla="*/ 0 w 4"/>
                <a:gd name="T13" fmla="*/ 38 h 45"/>
                <a:gd name="T14" fmla="*/ 0 w 4"/>
                <a:gd name="T15" fmla="*/ 38 h 45"/>
                <a:gd name="T16" fmla="*/ 0 w 4"/>
                <a:gd name="T17" fmla="*/ 37 h 45"/>
                <a:gd name="T18" fmla="*/ 0 w 4"/>
                <a:gd name="T19" fmla="*/ 36 h 45"/>
                <a:gd name="T20" fmla="*/ 0 w 4"/>
                <a:gd name="T21" fmla="*/ 36 h 45"/>
                <a:gd name="T22" fmla="*/ 0 w 4"/>
                <a:gd name="T23" fmla="*/ 35 h 45"/>
                <a:gd name="T24" fmla="*/ 0 w 4"/>
                <a:gd name="T25" fmla="*/ 34 h 45"/>
                <a:gd name="T26" fmla="*/ 0 w 4"/>
                <a:gd name="T27" fmla="*/ 34 h 45"/>
                <a:gd name="T28" fmla="*/ 0 w 4"/>
                <a:gd name="T29" fmla="*/ 33 h 45"/>
                <a:gd name="T30" fmla="*/ 0 w 4"/>
                <a:gd name="T31" fmla="*/ 32 h 45"/>
                <a:gd name="T32" fmla="*/ 0 w 4"/>
                <a:gd name="T33" fmla="*/ 31 h 45"/>
                <a:gd name="T34" fmla="*/ 0 w 4"/>
                <a:gd name="T35" fmla="*/ 31 h 45"/>
                <a:gd name="T36" fmla="*/ 0 w 4"/>
                <a:gd name="T37" fmla="*/ 30 h 45"/>
                <a:gd name="T38" fmla="*/ 0 w 4"/>
                <a:gd name="T39" fmla="*/ 29 h 45"/>
                <a:gd name="T40" fmla="*/ 0 w 4"/>
                <a:gd name="T41" fmla="*/ 29 h 45"/>
                <a:gd name="T42" fmla="*/ 0 w 4"/>
                <a:gd name="T43" fmla="*/ 28 h 45"/>
                <a:gd name="T44" fmla="*/ 0 w 4"/>
                <a:gd name="T45" fmla="*/ 27 h 45"/>
                <a:gd name="T46" fmla="*/ 0 w 4"/>
                <a:gd name="T47" fmla="*/ 26 h 45"/>
                <a:gd name="T48" fmla="*/ 0 w 4"/>
                <a:gd name="T49" fmla="*/ 26 h 45"/>
                <a:gd name="T50" fmla="*/ 0 w 4"/>
                <a:gd name="T51" fmla="*/ 25 h 45"/>
                <a:gd name="T52" fmla="*/ 0 w 4"/>
                <a:gd name="T53" fmla="*/ 24 h 45"/>
                <a:gd name="T54" fmla="*/ 0 w 4"/>
                <a:gd name="T55" fmla="*/ 23 h 45"/>
                <a:gd name="T56" fmla="*/ 0 w 4"/>
                <a:gd name="T57" fmla="*/ 22 h 45"/>
                <a:gd name="T58" fmla="*/ 0 w 4"/>
                <a:gd name="T59" fmla="*/ 22 h 45"/>
                <a:gd name="T60" fmla="*/ 0 w 4"/>
                <a:gd name="T61" fmla="*/ 21 h 45"/>
                <a:gd name="T62" fmla="*/ 0 w 4"/>
                <a:gd name="T63" fmla="*/ 20 h 45"/>
                <a:gd name="T64" fmla="*/ 0 w 4"/>
                <a:gd name="T65" fmla="*/ 19 h 45"/>
                <a:gd name="T66" fmla="*/ 0 w 4"/>
                <a:gd name="T67" fmla="*/ 18 h 45"/>
                <a:gd name="T68" fmla="*/ 0 w 4"/>
                <a:gd name="T69" fmla="*/ 18 h 45"/>
                <a:gd name="T70" fmla="*/ 0 w 4"/>
                <a:gd name="T71" fmla="*/ 17 h 45"/>
                <a:gd name="T72" fmla="*/ 1 w 4"/>
                <a:gd name="T73" fmla="*/ 16 h 45"/>
                <a:gd name="T74" fmla="*/ 1 w 4"/>
                <a:gd name="T75" fmla="*/ 15 h 45"/>
                <a:gd name="T76" fmla="*/ 1 w 4"/>
                <a:gd name="T77" fmla="*/ 15 h 45"/>
                <a:gd name="T78" fmla="*/ 1 w 4"/>
                <a:gd name="T79" fmla="*/ 13 h 45"/>
                <a:gd name="T80" fmla="*/ 1 w 4"/>
                <a:gd name="T81" fmla="*/ 12 h 45"/>
                <a:gd name="T82" fmla="*/ 1 w 4"/>
                <a:gd name="T83" fmla="*/ 12 h 45"/>
                <a:gd name="T84" fmla="*/ 1 w 4"/>
                <a:gd name="T85" fmla="*/ 11 h 45"/>
                <a:gd name="T86" fmla="*/ 2 w 4"/>
                <a:gd name="T87" fmla="*/ 10 h 45"/>
                <a:gd name="T88" fmla="*/ 2 w 4"/>
                <a:gd name="T89" fmla="*/ 10 h 45"/>
                <a:gd name="T90" fmla="*/ 2 w 4"/>
                <a:gd name="T91" fmla="*/ 9 h 45"/>
                <a:gd name="T92" fmla="*/ 2 w 4"/>
                <a:gd name="T93" fmla="*/ 8 h 45"/>
                <a:gd name="T94" fmla="*/ 2 w 4"/>
                <a:gd name="T95" fmla="*/ 8 h 45"/>
                <a:gd name="T96" fmla="*/ 2 w 4"/>
                <a:gd name="T97" fmla="*/ 7 h 45"/>
                <a:gd name="T98" fmla="*/ 3 w 4"/>
                <a:gd name="T99" fmla="*/ 6 h 45"/>
                <a:gd name="T100" fmla="*/ 3 w 4"/>
                <a:gd name="T101" fmla="*/ 6 h 45"/>
                <a:gd name="T102" fmla="*/ 3 w 4"/>
                <a:gd name="T103" fmla="*/ 5 h 45"/>
                <a:gd name="T104" fmla="*/ 3 w 4"/>
                <a:gd name="T105" fmla="*/ 4 h 45"/>
                <a:gd name="T106" fmla="*/ 3 w 4"/>
                <a:gd name="T107" fmla="*/ 4 h 45"/>
                <a:gd name="T108" fmla="*/ 3 w 4"/>
                <a:gd name="T109" fmla="*/ 3 h 45"/>
                <a:gd name="T110" fmla="*/ 4 w 4"/>
                <a:gd name="T111" fmla="*/ 2 h 45"/>
                <a:gd name="T112" fmla="*/ 4 w 4"/>
                <a:gd name="T113" fmla="*/ 1 h 45"/>
                <a:gd name="T114" fmla="*/ 4 w 4"/>
                <a:gd name="T11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" h="45">
                  <a:moveTo>
                    <a:pt x="1" y="45"/>
                  </a:move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moveTo>
                    <a:pt x="0" y="4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moveTo>
                    <a:pt x="0" y="4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moveTo>
                    <a:pt x="0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moveTo>
                    <a:pt x="0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8"/>
                  </a:moveTo>
                  <a:cubicBezTo>
                    <a:pt x="0" y="38"/>
                    <a:pt x="0" y="39"/>
                    <a:pt x="0" y="39"/>
                  </a:cubicBezTo>
                  <a:cubicBezTo>
                    <a:pt x="0" y="39"/>
                    <a:pt x="0" y="39"/>
                    <a:pt x="0" y="38"/>
                  </a:cubicBezTo>
                  <a:moveTo>
                    <a:pt x="0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moveTo>
                    <a:pt x="0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moveTo>
                    <a:pt x="0" y="3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7"/>
                  </a:cubicBezTo>
                  <a:moveTo>
                    <a:pt x="0" y="37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moveTo>
                    <a:pt x="0" y="37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moveTo>
                    <a:pt x="0" y="37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moveTo>
                    <a:pt x="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moveTo>
                    <a:pt x="0" y="35"/>
                  </a:moveTo>
                  <a:cubicBezTo>
                    <a:pt x="0" y="35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moveTo>
                    <a:pt x="0" y="32"/>
                  </a:moveTo>
                  <a:cubicBezTo>
                    <a:pt x="0" y="32"/>
                    <a:pt x="0" y="33"/>
                    <a:pt x="0" y="33"/>
                  </a:cubicBezTo>
                  <a:cubicBezTo>
                    <a:pt x="0" y="33"/>
                    <a:pt x="0" y="32"/>
                    <a:pt x="0" y="32"/>
                  </a:cubicBezTo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moveTo>
                    <a:pt x="0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moveTo>
                    <a:pt x="0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moveTo>
                    <a:pt x="0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29"/>
                  </a:moveTo>
                  <a:cubicBezTo>
                    <a:pt x="0" y="29"/>
                    <a:pt x="0" y="30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moveTo>
                    <a:pt x="0" y="28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8"/>
                  </a:cubicBezTo>
                  <a:moveTo>
                    <a:pt x="0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moveTo>
                    <a:pt x="0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moveTo>
                    <a:pt x="0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moveTo>
                    <a:pt x="0" y="27"/>
                  </a:moveTo>
                  <a:cubicBezTo>
                    <a:pt x="0" y="27"/>
                    <a:pt x="0" y="27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moveTo>
                    <a:pt x="0" y="27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moveTo>
                    <a:pt x="0" y="26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moveTo>
                    <a:pt x="0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moveTo>
                    <a:pt x="0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moveTo>
                    <a:pt x="0" y="24"/>
                  </a:moveTo>
                  <a:cubicBezTo>
                    <a:pt x="0" y="24"/>
                    <a:pt x="0" y="24"/>
                    <a:pt x="0" y="25"/>
                  </a:cubicBezTo>
                  <a:cubicBezTo>
                    <a:pt x="0" y="24"/>
                    <a:pt x="0" y="24"/>
                    <a:pt x="0" y="24"/>
                  </a:cubicBezTo>
                  <a:moveTo>
                    <a:pt x="0" y="2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moveTo>
                    <a:pt x="0" y="2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moveTo>
                    <a:pt x="0" y="23"/>
                  </a:moveTo>
                  <a:cubicBezTo>
                    <a:pt x="0" y="23"/>
                    <a:pt x="0" y="23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1"/>
                  </a:moveTo>
                  <a:cubicBezTo>
                    <a:pt x="0" y="21"/>
                    <a:pt x="0" y="22"/>
                    <a:pt x="0" y="22"/>
                  </a:cubicBezTo>
                  <a:cubicBezTo>
                    <a:pt x="0" y="22"/>
                    <a:pt x="0" y="21"/>
                    <a:pt x="0" y="21"/>
                  </a:cubicBezTo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moveTo>
                    <a:pt x="0" y="2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0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0" y="19"/>
                  </a:moveTo>
                  <a:cubicBezTo>
                    <a:pt x="0" y="19"/>
                    <a:pt x="0" y="20"/>
                    <a:pt x="0" y="20"/>
                  </a:cubicBezTo>
                  <a:cubicBezTo>
                    <a:pt x="0" y="20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8"/>
                  </a:moveTo>
                  <a:cubicBezTo>
                    <a:pt x="0" y="18"/>
                    <a:pt x="0" y="19"/>
                    <a:pt x="0" y="19"/>
                  </a:cubicBezTo>
                  <a:cubicBezTo>
                    <a:pt x="0" y="19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8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1" y="16"/>
                  </a:moveTo>
                  <a:cubicBezTo>
                    <a:pt x="1" y="16"/>
                    <a:pt x="0" y="16"/>
                    <a:pt x="0" y="17"/>
                  </a:cubicBezTo>
                  <a:cubicBezTo>
                    <a:pt x="0" y="16"/>
                    <a:pt x="1" y="16"/>
                    <a:pt x="1" y="16"/>
                  </a:cubicBezTo>
                  <a:moveTo>
                    <a:pt x="1" y="16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moveTo>
                    <a:pt x="1" y="15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5"/>
                  </a:cubicBezTo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moveTo>
                    <a:pt x="1" y="14"/>
                  </a:move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4"/>
                    <a:pt x="1" y="14"/>
                  </a:cubicBezTo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moveTo>
                    <a:pt x="1" y="1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3"/>
                  </a:cubicBezTo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1" y="12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2"/>
                  </a:cubicBezTo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moveTo>
                    <a:pt x="1" y="11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1"/>
                  </a:cubicBezTo>
                  <a:moveTo>
                    <a:pt x="1" y="11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moveTo>
                    <a:pt x="1" y="11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moveTo>
                    <a:pt x="2" y="11"/>
                  </a:moveTo>
                  <a:cubicBezTo>
                    <a:pt x="2" y="11"/>
                    <a:pt x="1" y="11"/>
                    <a:pt x="1" y="11"/>
                  </a:cubicBezTo>
                  <a:cubicBezTo>
                    <a:pt x="1" y="11"/>
                    <a:pt x="2" y="11"/>
                    <a:pt x="2" y="11"/>
                  </a:cubicBezTo>
                  <a:moveTo>
                    <a:pt x="2" y="10"/>
                  </a:move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0"/>
                    <a:pt x="2" y="10"/>
                  </a:cubicBezTo>
                  <a:moveTo>
                    <a:pt x="2" y="10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moveTo>
                    <a:pt x="2" y="10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moveTo>
                    <a:pt x="2" y="9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9"/>
                  </a:cubicBezTo>
                  <a:moveTo>
                    <a:pt x="2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moveTo>
                    <a:pt x="2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moveTo>
                    <a:pt x="2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moveTo>
                    <a:pt x="2" y="8"/>
                  </a:moveTo>
                  <a:cubicBezTo>
                    <a:pt x="2" y="8"/>
                    <a:pt x="2" y="9"/>
                    <a:pt x="2" y="9"/>
                  </a:cubicBezTo>
                  <a:cubicBezTo>
                    <a:pt x="2" y="9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3" y="6"/>
                  </a:move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moveTo>
                    <a:pt x="3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4" y="3"/>
                  </a:moveTo>
                  <a:cubicBezTo>
                    <a:pt x="4" y="3"/>
                    <a:pt x="4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9" name="Freeform 35"/>
            <p:cNvSpPr>
              <a:spLocks/>
            </p:cNvSpPr>
            <p:nvPr/>
          </p:nvSpPr>
          <p:spPr bwMode="auto">
            <a:xfrm>
              <a:off x="2511425" y="2494353"/>
              <a:ext cx="190500" cy="425450"/>
            </a:xfrm>
            <a:custGeom>
              <a:avLst/>
              <a:gdLst>
                <a:gd name="T0" fmla="*/ 4 w 78"/>
                <a:gd name="T1" fmla="*/ 53 h 174"/>
                <a:gd name="T2" fmla="*/ 4 w 78"/>
                <a:gd name="T3" fmla="*/ 54 h 174"/>
                <a:gd name="T4" fmla="*/ 3 w 78"/>
                <a:gd name="T5" fmla="*/ 55 h 174"/>
                <a:gd name="T6" fmla="*/ 3 w 78"/>
                <a:gd name="T7" fmla="*/ 56 h 174"/>
                <a:gd name="T8" fmla="*/ 3 w 78"/>
                <a:gd name="T9" fmla="*/ 56 h 174"/>
                <a:gd name="T10" fmla="*/ 3 w 78"/>
                <a:gd name="T11" fmla="*/ 57 h 174"/>
                <a:gd name="T12" fmla="*/ 3 w 78"/>
                <a:gd name="T13" fmla="*/ 58 h 174"/>
                <a:gd name="T14" fmla="*/ 3 w 78"/>
                <a:gd name="T15" fmla="*/ 58 h 174"/>
                <a:gd name="T16" fmla="*/ 2 w 78"/>
                <a:gd name="T17" fmla="*/ 59 h 174"/>
                <a:gd name="T18" fmla="*/ 2 w 78"/>
                <a:gd name="T19" fmla="*/ 60 h 174"/>
                <a:gd name="T20" fmla="*/ 2 w 78"/>
                <a:gd name="T21" fmla="*/ 61 h 174"/>
                <a:gd name="T22" fmla="*/ 2 w 78"/>
                <a:gd name="T23" fmla="*/ 61 h 174"/>
                <a:gd name="T24" fmla="*/ 2 w 78"/>
                <a:gd name="T25" fmla="*/ 62 h 174"/>
                <a:gd name="T26" fmla="*/ 2 w 78"/>
                <a:gd name="T27" fmla="*/ 63 h 174"/>
                <a:gd name="T28" fmla="*/ 1 w 78"/>
                <a:gd name="T29" fmla="*/ 63 h 174"/>
                <a:gd name="T30" fmla="*/ 1 w 78"/>
                <a:gd name="T31" fmla="*/ 64 h 174"/>
                <a:gd name="T32" fmla="*/ 1 w 78"/>
                <a:gd name="T33" fmla="*/ 65 h 174"/>
                <a:gd name="T34" fmla="*/ 1 w 78"/>
                <a:gd name="T35" fmla="*/ 66 h 174"/>
                <a:gd name="T36" fmla="*/ 1 w 78"/>
                <a:gd name="T37" fmla="*/ 67 h 174"/>
                <a:gd name="T38" fmla="*/ 1 w 78"/>
                <a:gd name="T39" fmla="*/ 68 h 174"/>
                <a:gd name="T40" fmla="*/ 0 w 78"/>
                <a:gd name="T41" fmla="*/ 69 h 174"/>
                <a:gd name="T42" fmla="*/ 0 w 78"/>
                <a:gd name="T43" fmla="*/ 70 h 174"/>
                <a:gd name="T44" fmla="*/ 0 w 78"/>
                <a:gd name="T45" fmla="*/ 71 h 174"/>
                <a:gd name="T46" fmla="*/ 0 w 78"/>
                <a:gd name="T47" fmla="*/ 71 h 174"/>
                <a:gd name="T48" fmla="*/ 0 w 78"/>
                <a:gd name="T49" fmla="*/ 73 h 174"/>
                <a:gd name="T50" fmla="*/ 0 w 78"/>
                <a:gd name="T51" fmla="*/ 73 h 174"/>
                <a:gd name="T52" fmla="*/ 0 w 78"/>
                <a:gd name="T53" fmla="*/ 74 h 174"/>
                <a:gd name="T54" fmla="*/ 0 w 78"/>
                <a:gd name="T55" fmla="*/ 75 h 174"/>
                <a:gd name="T56" fmla="*/ 0 w 78"/>
                <a:gd name="T57" fmla="*/ 76 h 174"/>
                <a:gd name="T58" fmla="*/ 0 w 78"/>
                <a:gd name="T59" fmla="*/ 77 h 174"/>
                <a:gd name="T60" fmla="*/ 0 w 78"/>
                <a:gd name="T61" fmla="*/ 77 h 174"/>
                <a:gd name="T62" fmla="*/ 0 w 78"/>
                <a:gd name="T63" fmla="*/ 78 h 174"/>
                <a:gd name="T64" fmla="*/ 0 w 78"/>
                <a:gd name="T65" fmla="*/ 79 h 174"/>
                <a:gd name="T66" fmla="*/ 0 w 78"/>
                <a:gd name="T67" fmla="*/ 80 h 174"/>
                <a:gd name="T68" fmla="*/ 0 w 78"/>
                <a:gd name="T69" fmla="*/ 81 h 174"/>
                <a:gd name="T70" fmla="*/ 0 w 78"/>
                <a:gd name="T71" fmla="*/ 81 h 174"/>
                <a:gd name="T72" fmla="*/ 0 w 78"/>
                <a:gd name="T73" fmla="*/ 82 h 174"/>
                <a:gd name="T74" fmla="*/ 0 w 78"/>
                <a:gd name="T75" fmla="*/ 83 h 174"/>
                <a:gd name="T76" fmla="*/ 0 w 78"/>
                <a:gd name="T77" fmla="*/ 84 h 174"/>
                <a:gd name="T78" fmla="*/ 0 w 78"/>
                <a:gd name="T79" fmla="*/ 84 h 174"/>
                <a:gd name="T80" fmla="*/ 0 w 78"/>
                <a:gd name="T81" fmla="*/ 85 h 174"/>
                <a:gd name="T82" fmla="*/ 0 w 78"/>
                <a:gd name="T83" fmla="*/ 86 h 174"/>
                <a:gd name="T84" fmla="*/ 0 w 78"/>
                <a:gd name="T85" fmla="*/ 87 h 174"/>
                <a:gd name="T86" fmla="*/ 0 w 78"/>
                <a:gd name="T87" fmla="*/ 87 h 174"/>
                <a:gd name="T88" fmla="*/ 0 w 78"/>
                <a:gd name="T89" fmla="*/ 88 h 174"/>
                <a:gd name="T90" fmla="*/ 0 w 78"/>
                <a:gd name="T91" fmla="*/ 89 h 174"/>
                <a:gd name="T92" fmla="*/ 0 w 78"/>
                <a:gd name="T93" fmla="*/ 90 h 174"/>
                <a:gd name="T94" fmla="*/ 0 w 78"/>
                <a:gd name="T95" fmla="*/ 90 h 174"/>
                <a:gd name="T96" fmla="*/ 0 w 78"/>
                <a:gd name="T97" fmla="*/ 91 h 174"/>
                <a:gd name="T98" fmla="*/ 0 w 78"/>
                <a:gd name="T99" fmla="*/ 92 h 174"/>
                <a:gd name="T100" fmla="*/ 0 w 78"/>
                <a:gd name="T101" fmla="*/ 92 h 174"/>
                <a:gd name="T102" fmla="*/ 0 w 78"/>
                <a:gd name="T103" fmla="*/ 94 h 174"/>
                <a:gd name="T104" fmla="*/ 0 w 78"/>
                <a:gd name="T105" fmla="*/ 94 h 174"/>
                <a:gd name="T106" fmla="*/ 1 w 78"/>
                <a:gd name="T107" fmla="*/ 97 h 174"/>
                <a:gd name="T108" fmla="*/ 15 w 78"/>
                <a:gd name="T109" fmla="*/ 7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8" h="174">
                  <a:moveTo>
                    <a:pt x="48" y="0"/>
                  </a:moveTo>
                  <a:cubicBezTo>
                    <a:pt x="28" y="11"/>
                    <a:pt x="12" y="30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3" y="58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2" y="59"/>
                    <a:pt x="2" y="59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2" y="62"/>
                    <a:pt x="2" y="63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2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0" y="68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9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4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0" y="79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6"/>
                    <a:pt x="1" y="97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7" y="136"/>
                    <a:pt x="38" y="168"/>
                    <a:pt x="78" y="174"/>
                  </a:cubicBezTo>
                  <a:cubicBezTo>
                    <a:pt x="66" y="169"/>
                    <a:pt x="55" y="162"/>
                    <a:pt x="46" y="152"/>
                  </a:cubicBezTo>
                  <a:cubicBezTo>
                    <a:pt x="33" y="139"/>
                    <a:pt x="24" y="124"/>
                    <a:pt x="19" y="106"/>
                  </a:cubicBezTo>
                  <a:cubicBezTo>
                    <a:pt x="18" y="97"/>
                    <a:pt x="16" y="87"/>
                    <a:pt x="15" y="78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58"/>
                    <a:pt x="20" y="40"/>
                    <a:pt x="30" y="23"/>
                  </a:cubicBezTo>
                  <a:cubicBezTo>
                    <a:pt x="35" y="16"/>
                    <a:pt x="41" y="9"/>
                    <a:pt x="46" y="2"/>
                  </a:cubicBezTo>
                  <a:cubicBezTo>
                    <a:pt x="47" y="1"/>
                    <a:pt x="48" y="1"/>
                    <a:pt x="48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0" name="Rectangle 36"/>
            <p:cNvSpPr>
              <a:spLocks noChangeArrowheads="1"/>
            </p:cNvSpPr>
            <p:nvPr/>
          </p:nvSpPr>
          <p:spPr bwMode="auto">
            <a:xfrm>
              <a:off x="2605088" y="2592778"/>
              <a:ext cx="268288" cy="153988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1" name="Rectangle 37"/>
            <p:cNvSpPr>
              <a:spLocks noChangeArrowheads="1"/>
            </p:cNvSpPr>
            <p:nvPr/>
          </p:nvSpPr>
          <p:spPr bwMode="auto">
            <a:xfrm>
              <a:off x="2593975" y="2499116"/>
              <a:ext cx="31579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 dirty="0">
                  <a:ln>
                    <a:noFill/>
                  </a:ln>
                  <a:solidFill>
                    <a:srgbClr val="FF9936"/>
                  </a:solidFill>
                  <a:effectLst/>
                  <a:latin typeface="Raleway" panose="020B0003030101060003" pitchFamily="34" charset="0"/>
                </a:rPr>
                <a:t>30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74" name="Freeform 40"/>
          <p:cNvSpPr>
            <a:spLocks noEditPoints="1"/>
          </p:cNvSpPr>
          <p:nvPr/>
        </p:nvSpPr>
        <p:spPr bwMode="auto">
          <a:xfrm>
            <a:off x="3244850" y="2851541"/>
            <a:ext cx="20638" cy="122238"/>
          </a:xfrm>
          <a:custGeom>
            <a:avLst/>
            <a:gdLst>
              <a:gd name="T0" fmla="*/ 8 w 8"/>
              <a:gd name="T1" fmla="*/ 50 h 50"/>
              <a:gd name="T2" fmla="*/ 8 w 8"/>
              <a:gd name="T3" fmla="*/ 50 h 50"/>
              <a:gd name="T4" fmla="*/ 8 w 8"/>
              <a:gd name="T5" fmla="*/ 50 h 50"/>
              <a:gd name="T6" fmla="*/ 8 w 8"/>
              <a:gd name="T7" fmla="*/ 50 h 50"/>
              <a:gd name="T8" fmla="*/ 0 w 8"/>
              <a:gd name="T9" fmla="*/ 11 h 50"/>
              <a:gd name="T10" fmla="*/ 0 w 8"/>
              <a:gd name="T11" fmla="*/ 11 h 50"/>
              <a:gd name="T12" fmla="*/ 0 w 8"/>
              <a:gd name="T13" fmla="*/ 11 h 50"/>
              <a:gd name="T14" fmla="*/ 0 w 8"/>
              <a:gd name="T15" fmla="*/ 11 h 50"/>
              <a:gd name="T16" fmla="*/ 0 w 8"/>
              <a:gd name="T17" fmla="*/ 11 h 50"/>
              <a:gd name="T18" fmla="*/ 0 w 8"/>
              <a:gd name="T19" fmla="*/ 11 h 50"/>
              <a:gd name="T20" fmla="*/ 0 w 8"/>
              <a:gd name="T21" fmla="*/ 10 h 50"/>
              <a:gd name="T22" fmla="*/ 0 w 8"/>
              <a:gd name="T23" fmla="*/ 10 h 50"/>
              <a:gd name="T24" fmla="*/ 0 w 8"/>
              <a:gd name="T25" fmla="*/ 10 h 50"/>
              <a:gd name="T26" fmla="*/ 0 w 8"/>
              <a:gd name="T27" fmla="*/ 10 h 50"/>
              <a:gd name="T28" fmla="*/ 0 w 8"/>
              <a:gd name="T29" fmla="*/ 9 h 50"/>
              <a:gd name="T30" fmla="*/ 0 w 8"/>
              <a:gd name="T31" fmla="*/ 9 h 50"/>
              <a:gd name="T32" fmla="*/ 0 w 8"/>
              <a:gd name="T33" fmla="*/ 9 h 50"/>
              <a:gd name="T34" fmla="*/ 0 w 8"/>
              <a:gd name="T35" fmla="*/ 9 h 50"/>
              <a:gd name="T36" fmla="*/ 0 w 8"/>
              <a:gd name="T37" fmla="*/ 9 h 50"/>
              <a:gd name="T38" fmla="*/ 0 w 8"/>
              <a:gd name="T39" fmla="*/ 9 h 50"/>
              <a:gd name="T40" fmla="*/ 0 w 8"/>
              <a:gd name="T41" fmla="*/ 8 h 50"/>
              <a:gd name="T42" fmla="*/ 0 w 8"/>
              <a:gd name="T43" fmla="*/ 8 h 50"/>
              <a:gd name="T44" fmla="*/ 0 w 8"/>
              <a:gd name="T45" fmla="*/ 8 h 50"/>
              <a:gd name="T46" fmla="*/ 0 w 8"/>
              <a:gd name="T47" fmla="*/ 7 h 50"/>
              <a:gd name="T48" fmla="*/ 0 w 8"/>
              <a:gd name="T49" fmla="*/ 7 h 50"/>
              <a:gd name="T50" fmla="*/ 0 w 8"/>
              <a:gd name="T51" fmla="*/ 7 h 50"/>
              <a:gd name="T52" fmla="*/ 0 w 8"/>
              <a:gd name="T53" fmla="*/ 7 h 50"/>
              <a:gd name="T54" fmla="*/ 0 w 8"/>
              <a:gd name="T55" fmla="*/ 7 h 50"/>
              <a:gd name="T56" fmla="*/ 0 w 8"/>
              <a:gd name="T57" fmla="*/ 7 h 50"/>
              <a:gd name="T58" fmla="*/ 0 w 8"/>
              <a:gd name="T59" fmla="*/ 6 h 50"/>
              <a:gd name="T60" fmla="*/ 0 w 8"/>
              <a:gd name="T61" fmla="*/ 6 h 50"/>
              <a:gd name="T62" fmla="*/ 0 w 8"/>
              <a:gd name="T63" fmla="*/ 6 h 50"/>
              <a:gd name="T64" fmla="*/ 0 w 8"/>
              <a:gd name="T65" fmla="*/ 6 h 50"/>
              <a:gd name="T66" fmla="*/ 0 w 8"/>
              <a:gd name="T67" fmla="*/ 6 h 50"/>
              <a:gd name="T68" fmla="*/ 0 w 8"/>
              <a:gd name="T69" fmla="*/ 6 h 50"/>
              <a:gd name="T70" fmla="*/ 0 w 8"/>
              <a:gd name="T71" fmla="*/ 5 h 50"/>
              <a:gd name="T72" fmla="*/ 0 w 8"/>
              <a:gd name="T73" fmla="*/ 5 h 50"/>
              <a:gd name="T74" fmla="*/ 0 w 8"/>
              <a:gd name="T75" fmla="*/ 5 h 50"/>
              <a:gd name="T76" fmla="*/ 0 w 8"/>
              <a:gd name="T77" fmla="*/ 5 h 50"/>
              <a:gd name="T78" fmla="*/ 0 w 8"/>
              <a:gd name="T79" fmla="*/ 5 h 50"/>
              <a:gd name="T80" fmla="*/ 0 w 8"/>
              <a:gd name="T81" fmla="*/ 4 h 50"/>
              <a:gd name="T82" fmla="*/ 0 w 8"/>
              <a:gd name="T83" fmla="*/ 4 h 50"/>
              <a:gd name="T84" fmla="*/ 0 w 8"/>
              <a:gd name="T85" fmla="*/ 4 h 50"/>
              <a:gd name="T86" fmla="*/ 0 w 8"/>
              <a:gd name="T87" fmla="*/ 4 h 50"/>
              <a:gd name="T88" fmla="*/ 0 w 8"/>
              <a:gd name="T89" fmla="*/ 3 h 50"/>
              <a:gd name="T90" fmla="*/ 0 w 8"/>
              <a:gd name="T91" fmla="*/ 3 h 50"/>
              <a:gd name="T92" fmla="*/ 0 w 8"/>
              <a:gd name="T93" fmla="*/ 3 h 50"/>
              <a:gd name="T94" fmla="*/ 0 w 8"/>
              <a:gd name="T95" fmla="*/ 3 h 50"/>
              <a:gd name="T96" fmla="*/ 0 w 8"/>
              <a:gd name="T97" fmla="*/ 3 h 50"/>
              <a:gd name="T98" fmla="*/ 0 w 8"/>
              <a:gd name="T99" fmla="*/ 3 h 50"/>
              <a:gd name="T100" fmla="*/ 0 w 8"/>
              <a:gd name="T101" fmla="*/ 2 h 50"/>
              <a:gd name="T102" fmla="*/ 0 w 8"/>
              <a:gd name="T103" fmla="*/ 2 h 50"/>
              <a:gd name="T104" fmla="*/ 0 w 8"/>
              <a:gd name="T105" fmla="*/ 2 h 50"/>
              <a:gd name="T106" fmla="*/ 0 w 8"/>
              <a:gd name="T107" fmla="*/ 2 h 50"/>
              <a:gd name="T108" fmla="*/ 0 w 8"/>
              <a:gd name="T109" fmla="*/ 2 h 50"/>
              <a:gd name="T110" fmla="*/ 0 w 8"/>
              <a:gd name="T111" fmla="*/ 1 h 50"/>
              <a:gd name="T112" fmla="*/ 0 w 8"/>
              <a:gd name="T113" fmla="*/ 0 h 50"/>
              <a:gd name="T114" fmla="*/ 0 w 8"/>
              <a:gd name="T115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" h="50">
                <a:moveTo>
                  <a:pt x="8" y="50"/>
                </a:moveTo>
                <a:cubicBezTo>
                  <a:pt x="8" y="50"/>
                  <a:pt x="8" y="50"/>
                  <a:pt x="8" y="50"/>
                </a:cubicBezTo>
                <a:cubicBezTo>
                  <a:pt x="8" y="50"/>
                  <a:pt x="8" y="50"/>
                  <a:pt x="8" y="50"/>
                </a:cubicBezTo>
                <a:moveTo>
                  <a:pt x="8" y="50"/>
                </a:moveTo>
                <a:cubicBezTo>
                  <a:pt x="8" y="50"/>
                  <a:pt x="8" y="50"/>
                  <a:pt x="8" y="50"/>
                </a:cubicBezTo>
                <a:cubicBezTo>
                  <a:pt x="8" y="50"/>
                  <a:pt x="8" y="50"/>
                  <a:pt x="8" y="50"/>
                </a:cubicBezTo>
                <a:moveTo>
                  <a:pt x="8" y="49"/>
                </a:moveTo>
                <a:cubicBezTo>
                  <a:pt x="8" y="50"/>
                  <a:pt x="8" y="50"/>
                  <a:pt x="8" y="50"/>
                </a:cubicBezTo>
                <a:cubicBezTo>
                  <a:pt x="8" y="50"/>
                  <a:pt x="8" y="50"/>
                  <a:pt x="8" y="49"/>
                </a:cubicBezTo>
                <a:moveTo>
                  <a:pt x="0" y="11"/>
                </a:moveTo>
                <a:cubicBezTo>
                  <a:pt x="0" y="25"/>
                  <a:pt x="2" y="38"/>
                  <a:pt x="8" y="49"/>
                </a:cubicBezTo>
                <a:cubicBezTo>
                  <a:pt x="2" y="38"/>
                  <a:pt x="0" y="25"/>
                  <a:pt x="0" y="11"/>
                </a:cubicBezTo>
                <a:moveTo>
                  <a:pt x="0" y="11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moveTo>
                  <a:pt x="0" y="11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moveTo>
                  <a:pt x="0" y="1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0"/>
                </a:cubicBezTo>
                <a:moveTo>
                  <a:pt x="0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moveTo>
                  <a:pt x="0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8"/>
                </a:moveTo>
                <a:cubicBezTo>
                  <a:pt x="0" y="8"/>
                  <a:pt x="0" y="8"/>
                  <a:pt x="0" y="9"/>
                </a:cubicBezTo>
                <a:cubicBezTo>
                  <a:pt x="0" y="8"/>
                  <a:pt x="0" y="8"/>
                  <a:pt x="0" y="8"/>
                </a:cubicBezTo>
                <a:moveTo>
                  <a:pt x="0" y="8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moveTo>
                  <a:pt x="0" y="8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moveTo>
                  <a:pt x="0" y="7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7"/>
                </a:cubicBezTo>
                <a:moveTo>
                  <a:pt x="0" y="7"/>
                </a:move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moveTo>
                  <a:pt x="0" y="7"/>
                </a:move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moveTo>
                  <a:pt x="0" y="7"/>
                </a:move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5"/>
                </a:moveTo>
                <a:cubicBezTo>
                  <a:pt x="0" y="5"/>
                  <a:pt x="0" y="6"/>
                  <a:pt x="0" y="6"/>
                </a:cubicBezTo>
                <a:cubicBezTo>
                  <a:pt x="0" y="6"/>
                  <a:pt x="0" y="5"/>
                  <a:pt x="0" y="5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3"/>
                </a:moveTo>
                <a:cubicBezTo>
                  <a:pt x="0" y="3"/>
                  <a:pt x="0" y="3"/>
                  <a:pt x="0" y="4"/>
                </a:cubicBezTo>
                <a:cubicBezTo>
                  <a:pt x="0" y="3"/>
                  <a:pt x="0" y="3"/>
                  <a:pt x="0" y="3"/>
                </a:cubicBezTo>
                <a:moveTo>
                  <a:pt x="0" y="3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moveTo>
                  <a:pt x="0" y="3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moveTo>
                  <a:pt x="0" y="2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2"/>
                </a:cubicBezTo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421DDD-07C3-42B6-869F-AD3A53DC2A79}"/>
              </a:ext>
            </a:extLst>
          </p:cNvPr>
          <p:cNvGrpSpPr/>
          <p:nvPr/>
        </p:nvGrpSpPr>
        <p:grpSpPr>
          <a:xfrm>
            <a:off x="3722688" y="3113478"/>
            <a:ext cx="585788" cy="587375"/>
            <a:chOff x="3722688" y="3113478"/>
            <a:chExt cx="585788" cy="587375"/>
          </a:xfrm>
        </p:grpSpPr>
        <p:sp>
          <p:nvSpPr>
            <p:cNvPr id="178" name="Freeform 44"/>
            <p:cNvSpPr>
              <a:spLocks/>
            </p:cNvSpPr>
            <p:nvPr/>
          </p:nvSpPr>
          <p:spPr bwMode="auto">
            <a:xfrm>
              <a:off x="3722688" y="3113478"/>
              <a:ext cx="585788" cy="587375"/>
            </a:xfrm>
            <a:custGeom>
              <a:avLst/>
              <a:gdLst>
                <a:gd name="T0" fmla="*/ 127 w 240"/>
                <a:gd name="T1" fmla="*/ 236 h 240"/>
                <a:gd name="T2" fmla="*/ 236 w 240"/>
                <a:gd name="T3" fmla="*/ 113 h 240"/>
                <a:gd name="T4" fmla="*/ 113 w 240"/>
                <a:gd name="T5" fmla="*/ 4 h 240"/>
                <a:gd name="T6" fmla="*/ 4 w 240"/>
                <a:gd name="T7" fmla="*/ 127 h 240"/>
                <a:gd name="T8" fmla="*/ 127 w 240"/>
                <a:gd name="T9" fmla="*/ 236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240">
                  <a:moveTo>
                    <a:pt x="127" y="236"/>
                  </a:moveTo>
                  <a:cubicBezTo>
                    <a:pt x="191" y="232"/>
                    <a:pt x="240" y="177"/>
                    <a:pt x="236" y="113"/>
                  </a:cubicBezTo>
                  <a:cubicBezTo>
                    <a:pt x="232" y="49"/>
                    <a:pt x="177" y="0"/>
                    <a:pt x="113" y="4"/>
                  </a:cubicBezTo>
                  <a:cubicBezTo>
                    <a:pt x="49" y="8"/>
                    <a:pt x="0" y="63"/>
                    <a:pt x="4" y="127"/>
                  </a:cubicBezTo>
                  <a:cubicBezTo>
                    <a:pt x="8" y="191"/>
                    <a:pt x="63" y="240"/>
                    <a:pt x="127" y="236"/>
                  </a:cubicBezTo>
                </a:path>
              </a:pathLst>
            </a:cu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9" name="Freeform 45"/>
            <p:cNvSpPr>
              <a:spLocks/>
            </p:cNvSpPr>
            <p:nvPr/>
          </p:nvSpPr>
          <p:spPr bwMode="auto">
            <a:xfrm>
              <a:off x="3781425" y="3169041"/>
              <a:ext cx="471488" cy="473075"/>
            </a:xfrm>
            <a:custGeom>
              <a:avLst/>
              <a:gdLst>
                <a:gd name="T0" fmla="*/ 102 w 193"/>
                <a:gd name="T1" fmla="*/ 190 h 193"/>
                <a:gd name="T2" fmla="*/ 189 w 193"/>
                <a:gd name="T3" fmla="*/ 91 h 193"/>
                <a:gd name="T4" fmla="*/ 90 w 193"/>
                <a:gd name="T5" fmla="*/ 4 h 193"/>
                <a:gd name="T6" fmla="*/ 3 w 193"/>
                <a:gd name="T7" fmla="*/ 103 h 193"/>
                <a:gd name="T8" fmla="*/ 102 w 193"/>
                <a:gd name="T9" fmla="*/ 19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02" y="190"/>
                  </a:moveTo>
                  <a:cubicBezTo>
                    <a:pt x="153" y="187"/>
                    <a:pt x="193" y="143"/>
                    <a:pt x="189" y="91"/>
                  </a:cubicBezTo>
                  <a:cubicBezTo>
                    <a:pt x="186" y="40"/>
                    <a:pt x="142" y="0"/>
                    <a:pt x="90" y="4"/>
                  </a:cubicBezTo>
                  <a:cubicBezTo>
                    <a:pt x="39" y="7"/>
                    <a:pt x="0" y="51"/>
                    <a:pt x="3" y="103"/>
                  </a:cubicBezTo>
                  <a:cubicBezTo>
                    <a:pt x="6" y="154"/>
                    <a:pt x="50" y="193"/>
                    <a:pt x="102" y="190"/>
                  </a:cubicBezTo>
                </a:path>
              </a:pathLst>
            </a:cu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0" name="Freeform 46"/>
            <p:cNvSpPr>
              <a:spLocks noEditPoints="1"/>
            </p:cNvSpPr>
            <p:nvPr/>
          </p:nvSpPr>
          <p:spPr bwMode="auto">
            <a:xfrm>
              <a:off x="3786188" y="3272228"/>
              <a:ext cx="46038" cy="188913"/>
            </a:xfrm>
            <a:custGeom>
              <a:avLst/>
              <a:gdLst>
                <a:gd name="T0" fmla="*/ 3 w 19"/>
                <a:gd name="T1" fmla="*/ 76 h 77"/>
                <a:gd name="T2" fmla="*/ 3 w 19"/>
                <a:gd name="T3" fmla="*/ 76 h 77"/>
                <a:gd name="T4" fmla="*/ 3 w 19"/>
                <a:gd name="T5" fmla="*/ 76 h 77"/>
                <a:gd name="T6" fmla="*/ 3 w 19"/>
                <a:gd name="T7" fmla="*/ 75 h 77"/>
                <a:gd name="T8" fmla="*/ 3 w 19"/>
                <a:gd name="T9" fmla="*/ 75 h 77"/>
                <a:gd name="T10" fmla="*/ 3 w 19"/>
                <a:gd name="T11" fmla="*/ 75 h 77"/>
                <a:gd name="T12" fmla="*/ 3 w 19"/>
                <a:gd name="T13" fmla="*/ 74 h 77"/>
                <a:gd name="T14" fmla="*/ 3 w 19"/>
                <a:gd name="T15" fmla="*/ 74 h 77"/>
                <a:gd name="T16" fmla="*/ 3 w 19"/>
                <a:gd name="T17" fmla="*/ 74 h 77"/>
                <a:gd name="T18" fmla="*/ 2 w 19"/>
                <a:gd name="T19" fmla="*/ 73 h 77"/>
                <a:gd name="T20" fmla="*/ 2 w 19"/>
                <a:gd name="T21" fmla="*/ 73 h 77"/>
                <a:gd name="T22" fmla="*/ 2 w 19"/>
                <a:gd name="T23" fmla="*/ 72 h 77"/>
                <a:gd name="T24" fmla="*/ 2 w 19"/>
                <a:gd name="T25" fmla="*/ 72 h 77"/>
                <a:gd name="T26" fmla="*/ 2 w 19"/>
                <a:gd name="T27" fmla="*/ 71 h 77"/>
                <a:gd name="T28" fmla="*/ 2 w 19"/>
                <a:gd name="T29" fmla="*/ 71 h 77"/>
                <a:gd name="T30" fmla="*/ 2 w 19"/>
                <a:gd name="T31" fmla="*/ 71 h 77"/>
                <a:gd name="T32" fmla="*/ 2 w 19"/>
                <a:gd name="T33" fmla="*/ 70 h 77"/>
                <a:gd name="T34" fmla="*/ 2 w 19"/>
                <a:gd name="T35" fmla="*/ 70 h 77"/>
                <a:gd name="T36" fmla="*/ 2 w 19"/>
                <a:gd name="T37" fmla="*/ 69 h 77"/>
                <a:gd name="T38" fmla="*/ 2 w 19"/>
                <a:gd name="T39" fmla="*/ 69 h 77"/>
                <a:gd name="T40" fmla="*/ 2 w 19"/>
                <a:gd name="T41" fmla="*/ 69 h 77"/>
                <a:gd name="T42" fmla="*/ 2 w 19"/>
                <a:gd name="T43" fmla="*/ 68 h 77"/>
                <a:gd name="T44" fmla="*/ 2 w 19"/>
                <a:gd name="T45" fmla="*/ 68 h 77"/>
                <a:gd name="T46" fmla="*/ 2 w 19"/>
                <a:gd name="T47" fmla="*/ 68 h 77"/>
                <a:gd name="T48" fmla="*/ 1 w 19"/>
                <a:gd name="T49" fmla="*/ 67 h 77"/>
                <a:gd name="T50" fmla="*/ 1 w 19"/>
                <a:gd name="T51" fmla="*/ 67 h 77"/>
                <a:gd name="T52" fmla="*/ 1 w 19"/>
                <a:gd name="T53" fmla="*/ 67 h 77"/>
                <a:gd name="T54" fmla="*/ 1 w 19"/>
                <a:gd name="T55" fmla="*/ 66 h 77"/>
                <a:gd name="T56" fmla="*/ 1 w 19"/>
                <a:gd name="T57" fmla="*/ 66 h 77"/>
                <a:gd name="T58" fmla="*/ 1 w 19"/>
                <a:gd name="T59" fmla="*/ 65 h 77"/>
                <a:gd name="T60" fmla="*/ 1 w 19"/>
                <a:gd name="T61" fmla="*/ 65 h 77"/>
                <a:gd name="T62" fmla="*/ 1 w 19"/>
                <a:gd name="T63" fmla="*/ 65 h 77"/>
                <a:gd name="T64" fmla="*/ 1 w 19"/>
                <a:gd name="T65" fmla="*/ 64 h 77"/>
                <a:gd name="T66" fmla="*/ 1 w 19"/>
                <a:gd name="T67" fmla="*/ 64 h 77"/>
                <a:gd name="T68" fmla="*/ 1 w 19"/>
                <a:gd name="T69" fmla="*/ 64 h 77"/>
                <a:gd name="T70" fmla="*/ 1 w 19"/>
                <a:gd name="T71" fmla="*/ 63 h 77"/>
                <a:gd name="T72" fmla="*/ 1 w 19"/>
                <a:gd name="T73" fmla="*/ 63 h 77"/>
                <a:gd name="T74" fmla="*/ 1 w 19"/>
                <a:gd name="T75" fmla="*/ 62 h 77"/>
                <a:gd name="T76" fmla="*/ 1 w 19"/>
                <a:gd name="T77" fmla="*/ 62 h 77"/>
                <a:gd name="T78" fmla="*/ 1 w 19"/>
                <a:gd name="T79" fmla="*/ 61 h 77"/>
                <a:gd name="T80" fmla="*/ 1 w 19"/>
                <a:gd name="T81" fmla="*/ 61 h 77"/>
                <a:gd name="T82" fmla="*/ 1 w 19"/>
                <a:gd name="T83" fmla="*/ 61 h 77"/>
                <a:gd name="T84" fmla="*/ 1 w 19"/>
                <a:gd name="T85" fmla="*/ 60 h 77"/>
                <a:gd name="T86" fmla="*/ 1 w 19"/>
                <a:gd name="T87" fmla="*/ 60 h 77"/>
                <a:gd name="T88" fmla="*/ 1 w 19"/>
                <a:gd name="T89" fmla="*/ 60 h 77"/>
                <a:gd name="T90" fmla="*/ 18 w 19"/>
                <a:gd name="T91" fmla="*/ 0 h 77"/>
                <a:gd name="T92" fmla="*/ 18 w 19"/>
                <a:gd name="T93" fmla="*/ 0 h 77"/>
                <a:gd name="T94" fmla="*/ 19 w 19"/>
                <a:gd name="T95" fmla="*/ 0 h 77"/>
                <a:gd name="T96" fmla="*/ 19 w 19"/>
                <a:gd name="T9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" h="77">
                  <a:moveTo>
                    <a:pt x="3" y="77"/>
                  </a:moveTo>
                  <a:cubicBezTo>
                    <a:pt x="3" y="77"/>
                    <a:pt x="3" y="77"/>
                    <a:pt x="3" y="77"/>
                  </a:cubicBezTo>
                  <a:cubicBezTo>
                    <a:pt x="3" y="77"/>
                    <a:pt x="3" y="77"/>
                    <a:pt x="3" y="77"/>
                  </a:cubicBezTo>
                  <a:moveTo>
                    <a:pt x="3" y="76"/>
                  </a:move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moveTo>
                    <a:pt x="3" y="76"/>
                  </a:move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moveTo>
                    <a:pt x="3" y="76"/>
                  </a:move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moveTo>
                    <a:pt x="3" y="76"/>
                  </a:move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moveTo>
                    <a:pt x="3" y="75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moveTo>
                    <a:pt x="3" y="75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moveTo>
                    <a:pt x="3" y="75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moveTo>
                    <a:pt x="3" y="74"/>
                  </a:moveTo>
                  <a:cubicBezTo>
                    <a:pt x="3" y="74"/>
                    <a:pt x="3" y="75"/>
                    <a:pt x="3" y="75"/>
                  </a:cubicBezTo>
                  <a:cubicBezTo>
                    <a:pt x="3" y="75"/>
                    <a:pt x="3" y="74"/>
                    <a:pt x="3" y="74"/>
                  </a:cubicBezTo>
                  <a:moveTo>
                    <a:pt x="3" y="74"/>
                  </a:move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moveTo>
                    <a:pt x="3" y="74"/>
                  </a:move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moveTo>
                    <a:pt x="3" y="74"/>
                  </a:move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moveTo>
                    <a:pt x="2" y="73"/>
                  </a:moveTo>
                  <a:cubicBezTo>
                    <a:pt x="2" y="73"/>
                    <a:pt x="2" y="73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moveTo>
                    <a:pt x="2" y="73"/>
                  </a:moveTo>
                  <a:cubicBezTo>
                    <a:pt x="2" y="73"/>
                    <a:pt x="2" y="73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moveTo>
                    <a:pt x="2" y="72"/>
                  </a:moveTo>
                  <a:cubicBezTo>
                    <a:pt x="2" y="72"/>
                    <a:pt x="2" y="72"/>
                    <a:pt x="2" y="73"/>
                  </a:cubicBezTo>
                  <a:cubicBezTo>
                    <a:pt x="2" y="72"/>
                    <a:pt x="2" y="72"/>
                    <a:pt x="2" y="72"/>
                  </a:cubicBezTo>
                  <a:moveTo>
                    <a:pt x="2" y="72"/>
                  </a:move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moveTo>
                    <a:pt x="2" y="72"/>
                  </a:move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moveTo>
                    <a:pt x="2" y="72"/>
                  </a:move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moveTo>
                    <a:pt x="2" y="71"/>
                  </a:move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moveTo>
                    <a:pt x="2" y="71"/>
                  </a:move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moveTo>
                    <a:pt x="2" y="71"/>
                  </a:move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moveTo>
                    <a:pt x="2" y="71"/>
                  </a:move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moveTo>
                    <a:pt x="2" y="70"/>
                  </a:move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moveTo>
                    <a:pt x="2" y="70"/>
                  </a:move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moveTo>
                    <a:pt x="2" y="70"/>
                  </a:move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moveTo>
                    <a:pt x="2" y="69"/>
                  </a:moveTo>
                  <a:cubicBezTo>
                    <a:pt x="2" y="69"/>
                    <a:pt x="2" y="70"/>
                    <a:pt x="2" y="70"/>
                  </a:cubicBezTo>
                  <a:cubicBezTo>
                    <a:pt x="2" y="70"/>
                    <a:pt x="2" y="69"/>
                    <a:pt x="2" y="69"/>
                  </a:cubicBezTo>
                  <a:moveTo>
                    <a:pt x="2" y="69"/>
                  </a:move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moveTo>
                    <a:pt x="2" y="69"/>
                  </a:move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moveTo>
                    <a:pt x="2" y="68"/>
                  </a:move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8"/>
                  </a:cubicBezTo>
                  <a:moveTo>
                    <a:pt x="2" y="68"/>
                  </a:move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moveTo>
                    <a:pt x="2" y="68"/>
                  </a:move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moveTo>
                    <a:pt x="2" y="68"/>
                  </a:move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moveTo>
                    <a:pt x="1" y="67"/>
                  </a:moveTo>
                  <a:cubicBezTo>
                    <a:pt x="1" y="67"/>
                    <a:pt x="1" y="67"/>
                    <a:pt x="1" y="68"/>
                  </a:cubicBezTo>
                  <a:cubicBezTo>
                    <a:pt x="1" y="67"/>
                    <a:pt x="1" y="67"/>
                    <a:pt x="1" y="67"/>
                  </a:cubicBezTo>
                  <a:moveTo>
                    <a:pt x="1" y="67"/>
                  </a:move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moveTo>
                    <a:pt x="1" y="67"/>
                  </a:move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moveTo>
                    <a:pt x="1" y="67"/>
                  </a:move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moveTo>
                    <a:pt x="1" y="66"/>
                  </a:move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moveTo>
                    <a:pt x="1" y="66"/>
                  </a:move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moveTo>
                    <a:pt x="1" y="66"/>
                  </a:move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moveTo>
                    <a:pt x="1" y="65"/>
                  </a:moveTo>
                  <a:cubicBezTo>
                    <a:pt x="1" y="65"/>
                    <a:pt x="1" y="66"/>
                    <a:pt x="1" y="66"/>
                  </a:cubicBezTo>
                  <a:cubicBezTo>
                    <a:pt x="1" y="66"/>
                    <a:pt x="1" y="65"/>
                    <a:pt x="1" y="65"/>
                  </a:cubicBezTo>
                  <a:moveTo>
                    <a:pt x="1" y="65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5"/>
                  </a:cubicBezTo>
                  <a:moveTo>
                    <a:pt x="1" y="65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5"/>
                  </a:cubicBezTo>
                  <a:moveTo>
                    <a:pt x="1" y="64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5"/>
                    <a:pt x="1" y="65"/>
                    <a:pt x="1" y="64"/>
                  </a:cubicBezTo>
                  <a:moveTo>
                    <a:pt x="1" y="64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moveTo>
                    <a:pt x="1" y="64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moveTo>
                    <a:pt x="1" y="64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moveTo>
                    <a:pt x="1" y="63"/>
                  </a:moveTo>
                  <a:cubicBezTo>
                    <a:pt x="1" y="63"/>
                    <a:pt x="1" y="63"/>
                    <a:pt x="1" y="64"/>
                  </a:cubicBezTo>
                  <a:cubicBezTo>
                    <a:pt x="1" y="63"/>
                    <a:pt x="1" y="63"/>
                    <a:pt x="1" y="63"/>
                  </a:cubicBezTo>
                  <a:moveTo>
                    <a:pt x="1" y="63"/>
                  </a:move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moveTo>
                    <a:pt x="1" y="63"/>
                  </a:move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moveTo>
                    <a:pt x="1" y="63"/>
                  </a:move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moveTo>
                    <a:pt x="1" y="62"/>
                  </a:moveTo>
                  <a:cubicBezTo>
                    <a:pt x="1" y="62"/>
                    <a:pt x="1" y="62"/>
                    <a:pt x="1" y="62"/>
                  </a:cubicBezTo>
                  <a:cubicBezTo>
                    <a:pt x="1" y="62"/>
                    <a:pt x="1" y="62"/>
                    <a:pt x="1" y="62"/>
                  </a:cubicBezTo>
                  <a:moveTo>
                    <a:pt x="1" y="62"/>
                  </a:moveTo>
                  <a:cubicBezTo>
                    <a:pt x="1" y="62"/>
                    <a:pt x="1" y="62"/>
                    <a:pt x="1" y="62"/>
                  </a:cubicBezTo>
                  <a:cubicBezTo>
                    <a:pt x="1" y="62"/>
                    <a:pt x="1" y="62"/>
                    <a:pt x="1" y="62"/>
                  </a:cubicBezTo>
                  <a:moveTo>
                    <a:pt x="1" y="62"/>
                  </a:moveTo>
                  <a:cubicBezTo>
                    <a:pt x="1" y="62"/>
                    <a:pt x="1" y="62"/>
                    <a:pt x="1" y="62"/>
                  </a:cubicBezTo>
                  <a:cubicBezTo>
                    <a:pt x="1" y="62"/>
                    <a:pt x="1" y="62"/>
                    <a:pt x="1" y="62"/>
                  </a:cubicBezTo>
                  <a:moveTo>
                    <a:pt x="1" y="61"/>
                  </a:moveTo>
                  <a:cubicBezTo>
                    <a:pt x="1" y="61"/>
                    <a:pt x="1" y="62"/>
                    <a:pt x="1" y="62"/>
                  </a:cubicBezTo>
                  <a:cubicBezTo>
                    <a:pt x="1" y="62"/>
                    <a:pt x="1" y="61"/>
                    <a:pt x="1" y="61"/>
                  </a:cubicBezTo>
                  <a:moveTo>
                    <a:pt x="1" y="61"/>
                  </a:moveTo>
                  <a:cubicBezTo>
                    <a:pt x="1" y="61"/>
                    <a:pt x="1" y="61"/>
                    <a:pt x="1" y="61"/>
                  </a:cubicBezTo>
                  <a:cubicBezTo>
                    <a:pt x="1" y="61"/>
                    <a:pt x="1" y="61"/>
                    <a:pt x="1" y="61"/>
                  </a:cubicBezTo>
                  <a:moveTo>
                    <a:pt x="1" y="61"/>
                  </a:moveTo>
                  <a:cubicBezTo>
                    <a:pt x="1" y="61"/>
                    <a:pt x="1" y="61"/>
                    <a:pt x="1" y="61"/>
                  </a:cubicBezTo>
                  <a:cubicBezTo>
                    <a:pt x="1" y="61"/>
                    <a:pt x="1" y="61"/>
                    <a:pt x="1" y="61"/>
                  </a:cubicBezTo>
                  <a:moveTo>
                    <a:pt x="1" y="60"/>
                  </a:moveTo>
                  <a:cubicBezTo>
                    <a:pt x="1" y="61"/>
                    <a:pt x="1" y="61"/>
                    <a:pt x="1" y="61"/>
                  </a:cubicBezTo>
                  <a:cubicBezTo>
                    <a:pt x="1" y="61"/>
                    <a:pt x="1" y="61"/>
                    <a:pt x="1" y="60"/>
                  </a:cubicBezTo>
                  <a:moveTo>
                    <a:pt x="1" y="60"/>
                  </a:move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moveTo>
                    <a:pt x="1" y="60"/>
                  </a:move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moveTo>
                    <a:pt x="1" y="60"/>
                  </a:move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moveTo>
                    <a:pt x="18" y="1"/>
                  </a:moveTo>
                  <a:cubicBezTo>
                    <a:pt x="6" y="17"/>
                    <a:pt x="0" y="38"/>
                    <a:pt x="1" y="60"/>
                  </a:cubicBezTo>
                  <a:cubicBezTo>
                    <a:pt x="0" y="38"/>
                    <a:pt x="6" y="17"/>
                    <a:pt x="18" y="1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9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1" name="Freeform 47"/>
            <p:cNvSpPr>
              <a:spLocks/>
            </p:cNvSpPr>
            <p:nvPr/>
          </p:nvSpPr>
          <p:spPr bwMode="auto">
            <a:xfrm>
              <a:off x="3786188" y="3213491"/>
              <a:ext cx="207963" cy="420688"/>
            </a:xfrm>
            <a:custGeom>
              <a:avLst/>
              <a:gdLst>
                <a:gd name="T0" fmla="*/ 19 w 85"/>
                <a:gd name="T1" fmla="*/ 24 h 172"/>
                <a:gd name="T2" fmla="*/ 19 w 85"/>
                <a:gd name="T3" fmla="*/ 24 h 172"/>
                <a:gd name="T4" fmla="*/ 18 w 85"/>
                <a:gd name="T5" fmla="*/ 24 h 172"/>
                <a:gd name="T6" fmla="*/ 18 w 85"/>
                <a:gd name="T7" fmla="*/ 25 h 172"/>
                <a:gd name="T8" fmla="*/ 1 w 85"/>
                <a:gd name="T9" fmla="*/ 84 h 172"/>
                <a:gd name="T10" fmla="*/ 1 w 85"/>
                <a:gd name="T11" fmla="*/ 84 h 172"/>
                <a:gd name="T12" fmla="*/ 1 w 85"/>
                <a:gd name="T13" fmla="*/ 85 h 172"/>
                <a:gd name="T14" fmla="*/ 1 w 85"/>
                <a:gd name="T15" fmla="*/ 85 h 172"/>
                <a:gd name="T16" fmla="*/ 1 w 85"/>
                <a:gd name="T17" fmla="*/ 85 h 172"/>
                <a:gd name="T18" fmla="*/ 1 w 85"/>
                <a:gd name="T19" fmla="*/ 86 h 172"/>
                <a:gd name="T20" fmla="*/ 1 w 85"/>
                <a:gd name="T21" fmla="*/ 86 h 172"/>
                <a:gd name="T22" fmla="*/ 1 w 85"/>
                <a:gd name="T23" fmla="*/ 87 h 172"/>
                <a:gd name="T24" fmla="*/ 1 w 85"/>
                <a:gd name="T25" fmla="*/ 87 h 172"/>
                <a:gd name="T26" fmla="*/ 1 w 85"/>
                <a:gd name="T27" fmla="*/ 88 h 172"/>
                <a:gd name="T28" fmla="*/ 1 w 85"/>
                <a:gd name="T29" fmla="*/ 88 h 172"/>
                <a:gd name="T30" fmla="*/ 1 w 85"/>
                <a:gd name="T31" fmla="*/ 88 h 172"/>
                <a:gd name="T32" fmla="*/ 1 w 85"/>
                <a:gd name="T33" fmla="*/ 89 h 172"/>
                <a:gd name="T34" fmla="*/ 1 w 85"/>
                <a:gd name="T35" fmla="*/ 89 h 172"/>
                <a:gd name="T36" fmla="*/ 1 w 85"/>
                <a:gd name="T37" fmla="*/ 90 h 172"/>
                <a:gd name="T38" fmla="*/ 1 w 85"/>
                <a:gd name="T39" fmla="*/ 90 h 172"/>
                <a:gd name="T40" fmla="*/ 1 w 85"/>
                <a:gd name="T41" fmla="*/ 91 h 172"/>
                <a:gd name="T42" fmla="*/ 1 w 85"/>
                <a:gd name="T43" fmla="*/ 91 h 172"/>
                <a:gd name="T44" fmla="*/ 1 w 85"/>
                <a:gd name="T45" fmla="*/ 91 h 172"/>
                <a:gd name="T46" fmla="*/ 2 w 85"/>
                <a:gd name="T47" fmla="*/ 92 h 172"/>
                <a:gd name="T48" fmla="*/ 2 w 85"/>
                <a:gd name="T49" fmla="*/ 92 h 172"/>
                <a:gd name="T50" fmla="*/ 2 w 85"/>
                <a:gd name="T51" fmla="*/ 93 h 172"/>
                <a:gd name="T52" fmla="*/ 2 w 85"/>
                <a:gd name="T53" fmla="*/ 93 h 172"/>
                <a:gd name="T54" fmla="*/ 2 w 85"/>
                <a:gd name="T55" fmla="*/ 94 h 172"/>
                <a:gd name="T56" fmla="*/ 2 w 85"/>
                <a:gd name="T57" fmla="*/ 94 h 172"/>
                <a:gd name="T58" fmla="*/ 2 w 85"/>
                <a:gd name="T59" fmla="*/ 94 h 172"/>
                <a:gd name="T60" fmla="*/ 2 w 85"/>
                <a:gd name="T61" fmla="*/ 95 h 172"/>
                <a:gd name="T62" fmla="*/ 2 w 85"/>
                <a:gd name="T63" fmla="*/ 95 h 172"/>
                <a:gd name="T64" fmla="*/ 2 w 85"/>
                <a:gd name="T65" fmla="*/ 96 h 172"/>
                <a:gd name="T66" fmla="*/ 2 w 85"/>
                <a:gd name="T67" fmla="*/ 96 h 172"/>
                <a:gd name="T68" fmla="*/ 2 w 85"/>
                <a:gd name="T69" fmla="*/ 96 h 172"/>
                <a:gd name="T70" fmla="*/ 2 w 85"/>
                <a:gd name="T71" fmla="*/ 97 h 172"/>
                <a:gd name="T72" fmla="*/ 3 w 85"/>
                <a:gd name="T73" fmla="*/ 98 h 172"/>
                <a:gd name="T74" fmla="*/ 3 w 85"/>
                <a:gd name="T75" fmla="*/ 98 h 172"/>
                <a:gd name="T76" fmla="*/ 3 w 85"/>
                <a:gd name="T77" fmla="*/ 98 h 172"/>
                <a:gd name="T78" fmla="*/ 3 w 85"/>
                <a:gd name="T79" fmla="*/ 99 h 172"/>
                <a:gd name="T80" fmla="*/ 3 w 85"/>
                <a:gd name="T81" fmla="*/ 99 h 172"/>
                <a:gd name="T82" fmla="*/ 3 w 85"/>
                <a:gd name="T83" fmla="*/ 100 h 172"/>
                <a:gd name="T84" fmla="*/ 3 w 85"/>
                <a:gd name="T85" fmla="*/ 100 h 172"/>
                <a:gd name="T86" fmla="*/ 3 w 85"/>
                <a:gd name="T87" fmla="*/ 100 h 172"/>
                <a:gd name="T88" fmla="*/ 85 w 85"/>
                <a:gd name="T89" fmla="*/ 172 h 172"/>
                <a:gd name="T90" fmla="*/ 16 w 85"/>
                <a:gd name="T91" fmla="*/ 80 h 172"/>
                <a:gd name="T92" fmla="*/ 42 w 85"/>
                <a:gd name="T93" fmla="*/ 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5" h="172">
                  <a:moveTo>
                    <a:pt x="45" y="0"/>
                  </a:moveTo>
                  <a:cubicBezTo>
                    <a:pt x="35" y="6"/>
                    <a:pt x="26" y="1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4"/>
                    <a:pt x="18" y="24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6" y="41"/>
                    <a:pt x="0" y="62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2"/>
                  </a:cubicBezTo>
                  <a:cubicBezTo>
                    <a:pt x="1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2" y="93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4"/>
                    <a:pt x="2" y="94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2" y="96"/>
                    <a:pt x="2" y="96"/>
                    <a:pt x="2" y="97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2" y="97"/>
                    <a:pt x="2" y="97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99"/>
                  </a:cubicBezTo>
                  <a:cubicBezTo>
                    <a:pt x="3" y="99"/>
                    <a:pt x="3" y="99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12" y="139"/>
                    <a:pt x="45" y="168"/>
                    <a:pt x="85" y="172"/>
                  </a:cubicBezTo>
                  <a:cubicBezTo>
                    <a:pt x="73" y="168"/>
                    <a:pt x="61" y="161"/>
                    <a:pt x="52" y="152"/>
                  </a:cubicBezTo>
                  <a:cubicBezTo>
                    <a:pt x="38" y="140"/>
                    <a:pt x="28" y="125"/>
                    <a:pt x="22" y="107"/>
                  </a:cubicBezTo>
                  <a:cubicBezTo>
                    <a:pt x="20" y="98"/>
                    <a:pt x="18" y="89"/>
                    <a:pt x="16" y="80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60"/>
                    <a:pt x="19" y="42"/>
                    <a:pt x="27" y="24"/>
                  </a:cubicBezTo>
                  <a:cubicBezTo>
                    <a:pt x="32" y="17"/>
                    <a:pt x="37" y="10"/>
                    <a:pt x="42" y="2"/>
                  </a:cubicBezTo>
                  <a:cubicBezTo>
                    <a:pt x="43" y="1"/>
                    <a:pt x="44" y="1"/>
                    <a:pt x="45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2" name="Rectangle 48"/>
            <p:cNvSpPr>
              <a:spLocks noChangeArrowheads="1"/>
            </p:cNvSpPr>
            <p:nvPr/>
          </p:nvSpPr>
          <p:spPr bwMode="auto">
            <a:xfrm>
              <a:off x="3941763" y="3299216"/>
              <a:ext cx="142875" cy="161925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3" name="Rectangle 49"/>
            <p:cNvSpPr>
              <a:spLocks noChangeArrowheads="1"/>
            </p:cNvSpPr>
            <p:nvPr/>
          </p:nvSpPr>
          <p:spPr bwMode="auto">
            <a:xfrm>
              <a:off x="3941763" y="3216666"/>
              <a:ext cx="14908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100" b="1" dirty="0">
                  <a:solidFill>
                    <a:srgbClr val="FF9936"/>
                  </a:solidFill>
                  <a:latin typeface="Raleway" panose="020B0003030101060003" pitchFamily="34" charset="0"/>
                </a:rPr>
                <a:t>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86" name="Freeform 52"/>
          <p:cNvSpPr>
            <a:spLocks noEditPoints="1"/>
          </p:cNvSpPr>
          <p:nvPr/>
        </p:nvSpPr>
        <p:spPr bwMode="auto">
          <a:xfrm>
            <a:off x="3994150" y="3978666"/>
            <a:ext cx="60325" cy="158750"/>
          </a:xfrm>
          <a:custGeom>
            <a:avLst/>
            <a:gdLst>
              <a:gd name="T0" fmla="*/ 0 w 25"/>
              <a:gd name="T1" fmla="*/ 65 h 65"/>
              <a:gd name="T2" fmla="*/ 0 w 25"/>
              <a:gd name="T3" fmla="*/ 65 h 65"/>
              <a:gd name="T4" fmla="*/ 0 w 25"/>
              <a:gd name="T5" fmla="*/ 65 h 65"/>
              <a:gd name="T6" fmla="*/ 0 w 25"/>
              <a:gd name="T7" fmla="*/ 65 h 65"/>
              <a:gd name="T8" fmla="*/ 0 w 25"/>
              <a:gd name="T9" fmla="*/ 65 h 65"/>
              <a:gd name="T10" fmla="*/ 0 w 25"/>
              <a:gd name="T11" fmla="*/ 65 h 65"/>
              <a:gd name="T12" fmla="*/ 0 w 25"/>
              <a:gd name="T13" fmla="*/ 64 h 65"/>
              <a:gd name="T14" fmla="*/ 0 w 25"/>
              <a:gd name="T15" fmla="*/ 64 h 65"/>
              <a:gd name="T16" fmla="*/ 0 w 25"/>
              <a:gd name="T17" fmla="*/ 64 h 65"/>
              <a:gd name="T18" fmla="*/ 0 w 25"/>
              <a:gd name="T19" fmla="*/ 64 h 65"/>
              <a:gd name="T20" fmla="*/ 0 w 25"/>
              <a:gd name="T21" fmla="*/ 64 h 65"/>
              <a:gd name="T22" fmla="*/ 0 w 25"/>
              <a:gd name="T23" fmla="*/ 64 h 65"/>
              <a:gd name="T24" fmla="*/ 0 w 25"/>
              <a:gd name="T25" fmla="*/ 64 h 65"/>
              <a:gd name="T26" fmla="*/ 0 w 25"/>
              <a:gd name="T27" fmla="*/ 64 h 65"/>
              <a:gd name="T28" fmla="*/ 0 w 25"/>
              <a:gd name="T29" fmla="*/ 64 h 65"/>
              <a:gd name="T30" fmla="*/ 0 w 25"/>
              <a:gd name="T31" fmla="*/ 63 h 65"/>
              <a:gd name="T32" fmla="*/ 0 w 25"/>
              <a:gd name="T33" fmla="*/ 64 h 65"/>
              <a:gd name="T34" fmla="*/ 0 w 25"/>
              <a:gd name="T35" fmla="*/ 64 h 65"/>
              <a:gd name="T36" fmla="*/ 0 w 25"/>
              <a:gd name="T37" fmla="*/ 63 h 65"/>
              <a:gd name="T38" fmla="*/ 25 w 25"/>
              <a:gd name="T39" fmla="*/ 0 h 65"/>
              <a:gd name="T40" fmla="*/ 0 w 25"/>
              <a:gd name="T41" fmla="*/ 63 h 65"/>
              <a:gd name="T42" fmla="*/ 25 w 25"/>
              <a:gd name="T43" fmla="*/ 0 h 65"/>
              <a:gd name="T44" fmla="*/ 25 w 25"/>
              <a:gd name="T45" fmla="*/ 0 h 65"/>
              <a:gd name="T46" fmla="*/ 25 w 25"/>
              <a:gd name="T47" fmla="*/ 0 h 65"/>
              <a:gd name="T48" fmla="*/ 25 w 25"/>
              <a:gd name="T4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" h="65"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4"/>
                </a:moveTo>
                <a:cubicBezTo>
                  <a:pt x="0" y="64"/>
                  <a:pt x="0" y="64"/>
                  <a:pt x="0" y="64"/>
                </a:cubicBezTo>
                <a:cubicBezTo>
                  <a:pt x="0" y="64"/>
                  <a:pt x="0" y="64"/>
                  <a:pt x="0" y="64"/>
                </a:cubicBezTo>
                <a:moveTo>
                  <a:pt x="0" y="64"/>
                </a:moveTo>
                <a:cubicBezTo>
                  <a:pt x="0" y="64"/>
                  <a:pt x="0" y="64"/>
                  <a:pt x="0" y="64"/>
                </a:cubicBezTo>
                <a:cubicBezTo>
                  <a:pt x="0" y="64"/>
                  <a:pt x="0" y="64"/>
                  <a:pt x="0" y="64"/>
                </a:cubicBezTo>
                <a:moveTo>
                  <a:pt x="0" y="64"/>
                </a:moveTo>
                <a:cubicBezTo>
                  <a:pt x="0" y="64"/>
                  <a:pt x="0" y="64"/>
                  <a:pt x="0" y="64"/>
                </a:cubicBezTo>
                <a:cubicBezTo>
                  <a:pt x="0" y="64"/>
                  <a:pt x="0" y="64"/>
                  <a:pt x="0" y="64"/>
                </a:cubicBezTo>
                <a:moveTo>
                  <a:pt x="0" y="63"/>
                </a:moveTo>
                <a:cubicBezTo>
                  <a:pt x="0" y="63"/>
                  <a:pt x="0" y="64"/>
                  <a:pt x="0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4"/>
                  <a:pt x="0" y="63"/>
                  <a:pt x="0" y="63"/>
                </a:cubicBezTo>
                <a:moveTo>
                  <a:pt x="25" y="0"/>
                </a:moveTo>
                <a:cubicBezTo>
                  <a:pt x="10" y="17"/>
                  <a:pt x="0" y="39"/>
                  <a:pt x="0" y="63"/>
                </a:cubicBezTo>
                <a:cubicBezTo>
                  <a:pt x="0" y="39"/>
                  <a:pt x="10" y="17"/>
                  <a:pt x="25" y="0"/>
                </a:cubicBezTo>
                <a:moveTo>
                  <a:pt x="25" y="0"/>
                </a:move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AA3125-6198-4B7D-906A-040AAB47590B}"/>
              </a:ext>
            </a:extLst>
          </p:cNvPr>
          <p:cNvGrpSpPr/>
          <p:nvPr/>
        </p:nvGrpSpPr>
        <p:grpSpPr>
          <a:xfrm>
            <a:off x="3754438" y="4585091"/>
            <a:ext cx="566738" cy="568325"/>
            <a:chOff x="3754438" y="4585091"/>
            <a:chExt cx="566738" cy="568325"/>
          </a:xfrm>
        </p:grpSpPr>
        <p:sp>
          <p:nvSpPr>
            <p:cNvPr id="190" name="Freeform 56"/>
            <p:cNvSpPr>
              <a:spLocks/>
            </p:cNvSpPr>
            <p:nvPr/>
          </p:nvSpPr>
          <p:spPr bwMode="auto">
            <a:xfrm>
              <a:off x="3754438" y="4585091"/>
              <a:ext cx="566738" cy="568325"/>
            </a:xfrm>
            <a:custGeom>
              <a:avLst/>
              <a:gdLst>
                <a:gd name="T0" fmla="*/ 116 w 232"/>
                <a:gd name="T1" fmla="*/ 232 h 232"/>
                <a:gd name="T2" fmla="*/ 232 w 232"/>
                <a:gd name="T3" fmla="*/ 116 h 232"/>
                <a:gd name="T4" fmla="*/ 116 w 232"/>
                <a:gd name="T5" fmla="*/ 0 h 232"/>
                <a:gd name="T6" fmla="*/ 0 w 232"/>
                <a:gd name="T7" fmla="*/ 116 h 232"/>
                <a:gd name="T8" fmla="*/ 116 w 232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32">
                  <a:moveTo>
                    <a:pt x="116" y="232"/>
                  </a:move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ubicBezTo>
                    <a:pt x="52" y="0"/>
                    <a:pt x="0" y="52"/>
                    <a:pt x="0" y="116"/>
                  </a:cubicBezTo>
                  <a:cubicBezTo>
                    <a:pt x="0" y="179"/>
                    <a:pt x="52" y="232"/>
                    <a:pt x="116" y="232"/>
                  </a:cubicBezTo>
                </a:path>
              </a:pathLst>
            </a:cu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1" name="Oval 57"/>
            <p:cNvSpPr>
              <a:spLocks noChangeArrowheads="1"/>
            </p:cNvSpPr>
            <p:nvPr/>
          </p:nvSpPr>
          <p:spPr bwMode="auto">
            <a:xfrm>
              <a:off x="3810000" y="4639066"/>
              <a:ext cx="457200" cy="457200"/>
            </a:xfrm>
            <a:prstGeom prst="ellipse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2" name="Freeform 58"/>
            <p:cNvSpPr>
              <a:spLocks noEditPoints="1"/>
            </p:cNvSpPr>
            <p:nvPr/>
          </p:nvSpPr>
          <p:spPr bwMode="auto">
            <a:xfrm>
              <a:off x="3810000" y="4732728"/>
              <a:ext cx="44450" cy="222250"/>
            </a:xfrm>
            <a:custGeom>
              <a:avLst/>
              <a:gdLst>
                <a:gd name="T0" fmla="*/ 7 w 18"/>
                <a:gd name="T1" fmla="*/ 91 h 91"/>
                <a:gd name="T2" fmla="*/ 7 w 18"/>
                <a:gd name="T3" fmla="*/ 91 h 91"/>
                <a:gd name="T4" fmla="*/ 7 w 18"/>
                <a:gd name="T5" fmla="*/ 91 h 91"/>
                <a:gd name="T6" fmla="*/ 7 w 18"/>
                <a:gd name="T7" fmla="*/ 91 h 91"/>
                <a:gd name="T8" fmla="*/ 7 w 18"/>
                <a:gd name="T9" fmla="*/ 91 h 91"/>
                <a:gd name="T10" fmla="*/ 7 w 18"/>
                <a:gd name="T11" fmla="*/ 91 h 91"/>
                <a:gd name="T12" fmla="*/ 7 w 18"/>
                <a:gd name="T13" fmla="*/ 91 h 91"/>
                <a:gd name="T14" fmla="*/ 7 w 18"/>
                <a:gd name="T15" fmla="*/ 91 h 91"/>
                <a:gd name="T16" fmla="*/ 7 w 18"/>
                <a:gd name="T17" fmla="*/ 91 h 91"/>
                <a:gd name="T18" fmla="*/ 7 w 18"/>
                <a:gd name="T19" fmla="*/ 91 h 91"/>
                <a:gd name="T20" fmla="*/ 7 w 18"/>
                <a:gd name="T21" fmla="*/ 91 h 91"/>
                <a:gd name="T22" fmla="*/ 7 w 18"/>
                <a:gd name="T23" fmla="*/ 91 h 91"/>
                <a:gd name="T24" fmla="*/ 6 w 18"/>
                <a:gd name="T25" fmla="*/ 90 h 91"/>
                <a:gd name="T26" fmla="*/ 7 w 18"/>
                <a:gd name="T27" fmla="*/ 91 h 91"/>
                <a:gd name="T28" fmla="*/ 6 w 18"/>
                <a:gd name="T29" fmla="*/ 90 h 91"/>
                <a:gd name="T30" fmla="*/ 0 w 18"/>
                <a:gd name="T31" fmla="*/ 57 h 91"/>
                <a:gd name="T32" fmla="*/ 6 w 18"/>
                <a:gd name="T33" fmla="*/ 90 h 91"/>
                <a:gd name="T34" fmla="*/ 0 w 18"/>
                <a:gd name="T35" fmla="*/ 57 h 91"/>
                <a:gd name="T36" fmla="*/ 0 w 18"/>
                <a:gd name="T37" fmla="*/ 57 h 91"/>
                <a:gd name="T38" fmla="*/ 0 w 18"/>
                <a:gd name="T39" fmla="*/ 57 h 91"/>
                <a:gd name="T40" fmla="*/ 0 w 18"/>
                <a:gd name="T41" fmla="*/ 57 h 91"/>
                <a:gd name="T42" fmla="*/ 0 w 18"/>
                <a:gd name="T43" fmla="*/ 57 h 91"/>
                <a:gd name="T44" fmla="*/ 0 w 18"/>
                <a:gd name="T45" fmla="*/ 57 h 91"/>
                <a:gd name="T46" fmla="*/ 0 w 18"/>
                <a:gd name="T47" fmla="*/ 57 h 91"/>
                <a:gd name="T48" fmla="*/ 0 w 18"/>
                <a:gd name="T49" fmla="*/ 56 h 91"/>
                <a:gd name="T50" fmla="*/ 0 w 18"/>
                <a:gd name="T51" fmla="*/ 57 h 91"/>
                <a:gd name="T52" fmla="*/ 0 w 18"/>
                <a:gd name="T53" fmla="*/ 56 h 91"/>
                <a:gd name="T54" fmla="*/ 0 w 18"/>
                <a:gd name="T55" fmla="*/ 56 h 91"/>
                <a:gd name="T56" fmla="*/ 0 w 18"/>
                <a:gd name="T57" fmla="*/ 56 h 91"/>
                <a:gd name="T58" fmla="*/ 0 w 18"/>
                <a:gd name="T59" fmla="*/ 56 h 91"/>
                <a:gd name="T60" fmla="*/ 0 w 18"/>
                <a:gd name="T61" fmla="*/ 56 h 91"/>
                <a:gd name="T62" fmla="*/ 0 w 18"/>
                <a:gd name="T63" fmla="*/ 56 h 91"/>
                <a:gd name="T64" fmla="*/ 0 w 18"/>
                <a:gd name="T65" fmla="*/ 56 h 91"/>
                <a:gd name="T66" fmla="*/ 0 w 18"/>
                <a:gd name="T67" fmla="*/ 56 h 91"/>
                <a:gd name="T68" fmla="*/ 0 w 18"/>
                <a:gd name="T69" fmla="*/ 56 h 91"/>
                <a:gd name="T70" fmla="*/ 0 w 18"/>
                <a:gd name="T71" fmla="*/ 56 h 91"/>
                <a:gd name="T72" fmla="*/ 0 w 18"/>
                <a:gd name="T73" fmla="*/ 55 h 91"/>
                <a:gd name="T74" fmla="*/ 0 w 18"/>
                <a:gd name="T75" fmla="*/ 56 h 91"/>
                <a:gd name="T76" fmla="*/ 0 w 18"/>
                <a:gd name="T77" fmla="*/ 56 h 91"/>
                <a:gd name="T78" fmla="*/ 0 w 18"/>
                <a:gd name="T79" fmla="*/ 55 h 91"/>
                <a:gd name="T80" fmla="*/ 18 w 18"/>
                <a:gd name="T81" fmla="*/ 0 h 91"/>
                <a:gd name="T82" fmla="*/ 0 w 18"/>
                <a:gd name="T83" fmla="*/ 55 h 91"/>
                <a:gd name="T84" fmla="*/ 18 w 18"/>
                <a:gd name="T85" fmla="*/ 0 h 91"/>
                <a:gd name="T86" fmla="*/ 18 w 18"/>
                <a:gd name="T87" fmla="*/ 0 h 91"/>
                <a:gd name="T88" fmla="*/ 18 w 18"/>
                <a:gd name="T89" fmla="*/ 0 h 91"/>
                <a:gd name="T90" fmla="*/ 18 w 18"/>
                <a:gd name="T91" fmla="*/ 0 h 91"/>
                <a:gd name="T92" fmla="*/ 18 w 18"/>
                <a:gd name="T93" fmla="*/ 0 h 91"/>
                <a:gd name="T94" fmla="*/ 18 w 18"/>
                <a:gd name="T95" fmla="*/ 0 h 91"/>
                <a:gd name="T96" fmla="*/ 18 w 18"/>
                <a:gd name="T9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" h="91">
                  <a:moveTo>
                    <a:pt x="7" y="91"/>
                  </a:move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moveTo>
                    <a:pt x="7" y="91"/>
                  </a:move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moveTo>
                    <a:pt x="7" y="91"/>
                  </a:move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moveTo>
                    <a:pt x="7" y="91"/>
                  </a:move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moveTo>
                    <a:pt x="6" y="90"/>
                  </a:moveTo>
                  <a:cubicBezTo>
                    <a:pt x="6" y="90"/>
                    <a:pt x="6" y="90"/>
                    <a:pt x="7" y="91"/>
                  </a:cubicBezTo>
                  <a:cubicBezTo>
                    <a:pt x="6" y="90"/>
                    <a:pt x="6" y="90"/>
                    <a:pt x="6" y="90"/>
                  </a:cubicBezTo>
                  <a:moveTo>
                    <a:pt x="0" y="57"/>
                  </a:moveTo>
                  <a:cubicBezTo>
                    <a:pt x="0" y="69"/>
                    <a:pt x="2" y="80"/>
                    <a:pt x="6" y="90"/>
                  </a:cubicBezTo>
                  <a:cubicBezTo>
                    <a:pt x="2" y="80"/>
                    <a:pt x="0" y="69"/>
                    <a:pt x="0" y="57"/>
                  </a:cubicBezTo>
                  <a:moveTo>
                    <a:pt x="0" y="5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moveTo>
                    <a:pt x="0" y="5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moveTo>
                    <a:pt x="0" y="56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6"/>
                  </a:cubicBezTo>
                  <a:moveTo>
                    <a:pt x="0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moveTo>
                    <a:pt x="0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moveTo>
                    <a:pt x="0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moveTo>
                    <a:pt x="0" y="55"/>
                  </a:moveTo>
                  <a:cubicBezTo>
                    <a:pt x="0" y="55"/>
                    <a:pt x="0" y="55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5"/>
                    <a:pt x="0" y="55"/>
                    <a:pt x="0" y="55"/>
                  </a:cubicBezTo>
                  <a:moveTo>
                    <a:pt x="18" y="0"/>
                  </a:moveTo>
                  <a:cubicBezTo>
                    <a:pt x="7" y="15"/>
                    <a:pt x="0" y="35"/>
                    <a:pt x="0" y="55"/>
                  </a:cubicBezTo>
                  <a:cubicBezTo>
                    <a:pt x="0" y="35"/>
                    <a:pt x="7" y="15"/>
                    <a:pt x="18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3" name="Freeform 59"/>
            <p:cNvSpPr>
              <a:spLocks/>
            </p:cNvSpPr>
            <p:nvPr/>
          </p:nvSpPr>
          <p:spPr bwMode="auto">
            <a:xfrm>
              <a:off x="3810000" y="4666053"/>
              <a:ext cx="190500" cy="428625"/>
            </a:xfrm>
            <a:custGeom>
              <a:avLst/>
              <a:gdLst>
                <a:gd name="T0" fmla="*/ 49 w 78"/>
                <a:gd name="T1" fmla="*/ 0 h 175"/>
                <a:gd name="T2" fmla="*/ 18 w 78"/>
                <a:gd name="T3" fmla="*/ 27 h 175"/>
                <a:gd name="T4" fmla="*/ 18 w 78"/>
                <a:gd name="T5" fmla="*/ 27 h 175"/>
                <a:gd name="T6" fmla="*/ 18 w 78"/>
                <a:gd name="T7" fmla="*/ 27 h 175"/>
                <a:gd name="T8" fmla="*/ 18 w 78"/>
                <a:gd name="T9" fmla="*/ 27 h 175"/>
                <a:gd name="T10" fmla="*/ 18 w 78"/>
                <a:gd name="T11" fmla="*/ 27 h 175"/>
                <a:gd name="T12" fmla="*/ 0 w 78"/>
                <a:gd name="T13" fmla="*/ 82 h 175"/>
                <a:gd name="T14" fmla="*/ 0 w 78"/>
                <a:gd name="T15" fmla="*/ 82 h 175"/>
                <a:gd name="T16" fmla="*/ 0 w 78"/>
                <a:gd name="T17" fmla="*/ 83 h 175"/>
                <a:gd name="T18" fmla="*/ 0 w 78"/>
                <a:gd name="T19" fmla="*/ 83 h 175"/>
                <a:gd name="T20" fmla="*/ 0 w 78"/>
                <a:gd name="T21" fmla="*/ 83 h 175"/>
                <a:gd name="T22" fmla="*/ 0 w 78"/>
                <a:gd name="T23" fmla="*/ 83 h 175"/>
                <a:gd name="T24" fmla="*/ 0 w 78"/>
                <a:gd name="T25" fmla="*/ 83 h 175"/>
                <a:gd name="T26" fmla="*/ 0 w 78"/>
                <a:gd name="T27" fmla="*/ 83 h 175"/>
                <a:gd name="T28" fmla="*/ 0 w 78"/>
                <a:gd name="T29" fmla="*/ 83 h 175"/>
                <a:gd name="T30" fmla="*/ 0 w 78"/>
                <a:gd name="T31" fmla="*/ 83 h 175"/>
                <a:gd name="T32" fmla="*/ 0 w 78"/>
                <a:gd name="T33" fmla="*/ 84 h 175"/>
                <a:gd name="T34" fmla="*/ 0 w 78"/>
                <a:gd name="T35" fmla="*/ 84 h 175"/>
                <a:gd name="T36" fmla="*/ 0 w 78"/>
                <a:gd name="T37" fmla="*/ 84 h 175"/>
                <a:gd name="T38" fmla="*/ 0 w 78"/>
                <a:gd name="T39" fmla="*/ 84 h 175"/>
                <a:gd name="T40" fmla="*/ 0 w 78"/>
                <a:gd name="T41" fmla="*/ 84 h 175"/>
                <a:gd name="T42" fmla="*/ 0 w 78"/>
                <a:gd name="T43" fmla="*/ 84 h 175"/>
                <a:gd name="T44" fmla="*/ 6 w 78"/>
                <a:gd name="T45" fmla="*/ 117 h 175"/>
                <a:gd name="T46" fmla="*/ 6 w 78"/>
                <a:gd name="T47" fmla="*/ 117 h 175"/>
                <a:gd name="T48" fmla="*/ 7 w 78"/>
                <a:gd name="T49" fmla="*/ 118 h 175"/>
                <a:gd name="T50" fmla="*/ 7 w 78"/>
                <a:gd name="T51" fmla="*/ 118 h 175"/>
                <a:gd name="T52" fmla="*/ 7 w 78"/>
                <a:gd name="T53" fmla="*/ 118 h 175"/>
                <a:gd name="T54" fmla="*/ 7 w 78"/>
                <a:gd name="T55" fmla="*/ 118 h 175"/>
                <a:gd name="T56" fmla="*/ 7 w 78"/>
                <a:gd name="T57" fmla="*/ 118 h 175"/>
                <a:gd name="T58" fmla="*/ 7 w 78"/>
                <a:gd name="T59" fmla="*/ 118 h 175"/>
                <a:gd name="T60" fmla="*/ 7 w 78"/>
                <a:gd name="T61" fmla="*/ 118 h 175"/>
                <a:gd name="T62" fmla="*/ 7 w 78"/>
                <a:gd name="T63" fmla="*/ 118 h 175"/>
                <a:gd name="T64" fmla="*/ 7 w 78"/>
                <a:gd name="T65" fmla="*/ 118 h 175"/>
                <a:gd name="T66" fmla="*/ 78 w 78"/>
                <a:gd name="T67" fmla="*/ 175 h 175"/>
                <a:gd name="T68" fmla="*/ 46 w 78"/>
                <a:gd name="T69" fmla="*/ 153 h 175"/>
                <a:gd name="T70" fmla="*/ 19 w 78"/>
                <a:gd name="T71" fmla="*/ 106 h 175"/>
                <a:gd name="T72" fmla="*/ 15 w 78"/>
                <a:gd name="T73" fmla="*/ 78 h 175"/>
                <a:gd name="T74" fmla="*/ 15 w 78"/>
                <a:gd name="T75" fmla="*/ 77 h 175"/>
                <a:gd name="T76" fmla="*/ 30 w 78"/>
                <a:gd name="T77" fmla="*/ 24 h 175"/>
                <a:gd name="T78" fmla="*/ 46 w 78"/>
                <a:gd name="T79" fmla="*/ 3 h 175"/>
                <a:gd name="T80" fmla="*/ 49 w 78"/>
                <a:gd name="T81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8" h="175">
                  <a:moveTo>
                    <a:pt x="49" y="0"/>
                  </a:moveTo>
                  <a:cubicBezTo>
                    <a:pt x="37" y="7"/>
                    <a:pt x="27" y="16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7" y="42"/>
                    <a:pt x="0" y="6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96"/>
                    <a:pt x="2" y="10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19" y="148"/>
                    <a:pt x="46" y="170"/>
                    <a:pt x="78" y="175"/>
                  </a:cubicBezTo>
                  <a:cubicBezTo>
                    <a:pt x="66" y="170"/>
                    <a:pt x="55" y="162"/>
                    <a:pt x="46" y="153"/>
                  </a:cubicBezTo>
                  <a:cubicBezTo>
                    <a:pt x="33" y="140"/>
                    <a:pt x="24" y="124"/>
                    <a:pt x="19" y="106"/>
                  </a:cubicBezTo>
                  <a:cubicBezTo>
                    <a:pt x="18" y="97"/>
                    <a:pt x="17" y="88"/>
                    <a:pt x="15" y="78"/>
                  </a:cubicBezTo>
                  <a:cubicBezTo>
                    <a:pt x="15" y="78"/>
                    <a:pt x="15" y="78"/>
                    <a:pt x="15" y="77"/>
                  </a:cubicBezTo>
                  <a:cubicBezTo>
                    <a:pt x="15" y="58"/>
                    <a:pt x="20" y="41"/>
                    <a:pt x="30" y="24"/>
                  </a:cubicBezTo>
                  <a:cubicBezTo>
                    <a:pt x="35" y="17"/>
                    <a:pt x="41" y="10"/>
                    <a:pt x="46" y="3"/>
                  </a:cubicBezTo>
                  <a:cubicBezTo>
                    <a:pt x="47" y="2"/>
                    <a:pt x="48" y="1"/>
                    <a:pt x="49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4" name="Rectangle 60"/>
            <p:cNvSpPr>
              <a:spLocks noChangeArrowheads="1"/>
            </p:cNvSpPr>
            <p:nvPr/>
          </p:nvSpPr>
          <p:spPr bwMode="auto">
            <a:xfrm>
              <a:off x="3967163" y="4769241"/>
              <a:ext cx="139700" cy="185738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5" name="Rectangle 61"/>
            <p:cNvSpPr>
              <a:spLocks noChangeArrowheads="1"/>
            </p:cNvSpPr>
            <p:nvPr/>
          </p:nvSpPr>
          <p:spPr bwMode="auto">
            <a:xfrm>
              <a:off x="3911600" y="4672403"/>
              <a:ext cx="29815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100" b="1" dirty="0">
                  <a:solidFill>
                    <a:srgbClr val="FF9936"/>
                  </a:solidFill>
                  <a:latin typeface="Raleway" panose="020B0003030101060003" pitchFamily="34" charset="0"/>
                </a:rPr>
                <a:t>10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98" name="Freeform 64"/>
          <p:cNvSpPr>
            <a:spLocks noEditPoints="1"/>
          </p:cNvSpPr>
          <p:nvPr/>
        </p:nvSpPr>
        <p:spPr bwMode="auto">
          <a:xfrm>
            <a:off x="3281363" y="5326453"/>
            <a:ext cx="17463" cy="168275"/>
          </a:xfrm>
          <a:custGeom>
            <a:avLst/>
            <a:gdLst>
              <a:gd name="T0" fmla="*/ 7 w 7"/>
              <a:gd name="T1" fmla="*/ 69 h 69"/>
              <a:gd name="T2" fmla="*/ 7 w 7"/>
              <a:gd name="T3" fmla="*/ 69 h 69"/>
              <a:gd name="T4" fmla="*/ 7 w 7"/>
              <a:gd name="T5" fmla="*/ 69 h 69"/>
              <a:gd name="T6" fmla="*/ 7 w 7"/>
              <a:gd name="T7" fmla="*/ 68 h 69"/>
              <a:gd name="T8" fmla="*/ 6 w 7"/>
              <a:gd name="T9" fmla="*/ 67 h 69"/>
              <a:gd name="T10" fmla="*/ 6 w 7"/>
              <a:gd name="T11" fmla="*/ 66 h 69"/>
              <a:gd name="T12" fmla="*/ 6 w 7"/>
              <a:gd name="T13" fmla="*/ 66 h 69"/>
              <a:gd name="T14" fmla="*/ 6 w 7"/>
              <a:gd name="T15" fmla="*/ 66 h 69"/>
              <a:gd name="T16" fmla="*/ 6 w 7"/>
              <a:gd name="T17" fmla="*/ 66 h 69"/>
              <a:gd name="T18" fmla="*/ 5 w 7"/>
              <a:gd name="T19" fmla="*/ 65 h 69"/>
              <a:gd name="T20" fmla="*/ 5 w 7"/>
              <a:gd name="T21" fmla="*/ 65 h 69"/>
              <a:gd name="T22" fmla="*/ 5 w 7"/>
              <a:gd name="T23" fmla="*/ 65 h 69"/>
              <a:gd name="T24" fmla="*/ 5 w 7"/>
              <a:gd name="T25" fmla="*/ 64 h 69"/>
              <a:gd name="T26" fmla="*/ 5 w 7"/>
              <a:gd name="T27" fmla="*/ 64 h 69"/>
              <a:gd name="T28" fmla="*/ 5 w 7"/>
              <a:gd name="T29" fmla="*/ 63 h 69"/>
              <a:gd name="T30" fmla="*/ 5 w 7"/>
              <a:gd name="T31" fmla="*/ 63 h 69"/>
              <a:gd name="T32" fmla="*/ 5 w 7"/>
              <a:gd name="T33" fmla="*/ 63 h 69"/>
              <a:gd name="T34" fmla="*/ 5 w 7"/>
              <a:gd name="T35" fmla="*/ 62 h 69"/>
              <a:gd name="T36" fmla="*/ 4 w 7"/>
              <a:gd name="T37" fmla="*/ 62 h 69"/>
              <a:gd name="T38" fmla="*/ 4 w 7"/>
              <a:gd name="T39" fmla="*/ 62 h 69"/>
              <a:gd name="T40" fmla="*/ 4 w 7"/>
              <a:gd name="T41" fmla="*/ 61 h 69"/>
              <a:gd name="T42" fmla="*/ 4 w 7"/>
              <a:gd name="T43" fmla="*/ 60 h 69"/>
              <a:gd name="T44" fmla="*/ 4 w 7"/>
              <a:gd name="T45" fmla="*/ 60 h 69"/>
              <a:gd name="T46" fmla="*/ 4 w 7"/>
              <a:gd name="T47" fmla="*/ 60 h 69"/>
              <a:gd name="T48" fmla="*/ 4 w 7"/>
              <a:gd name="T49" fmla="*/ 60 h 69"/>
              <a:gd name="T50" fmla="*/ 4 w 7"/>
              <a:gd name="T51" fmla="*/ 59 h 69"/>
              <a:gd name="T52" fmla="*/ 4 w 7"/>
              <a:gd name="T53" fmla="*/ 59 h 69"/>
              <a:gd name="T54" fmla="*/ 3 w 7"/>
              <a:gd name="T55" fmla="*/ 59 h 69"/>
              <a:gd name="T56" fmla="*/ 3 w 7"/>
              <a:gd name="T57" fmla="*/ 57 h 69"/>
              <a:gd name="T58" fmla="*/ 3 w 7"/>
              <a:gd name="T59" fmla="*/ 57 h 69"/>
              <a:gd name="T60" fmla="*/ 3 w 7"/>
              <a:gd name="T61" fmla="*/ 56 h 69"/>
              <a:gd name="T62" fmla="*/ 3 w 7"/>
              <a:gd name="T63" fmla="*/ 56 h 69"/>
              <a:gd name="T64" fmla="*/ 3 w 7"/>
              <a:gd name="T65" fmla="*/ 56 h 69"/>
              <a:gd name="T66" fmla="*/ 0 w 7"/>
              <a:gd name="T67" fmla="*/ 40 h 69"/>
              <a:gd name="T68" fmla="*/ 0 w 7"/>
              <a:gd name="T69" fmla="*/ 40 h 69"/>
              <a:gd name="T70" fmla="*/ 0 w 7"/>
              <a:gd name="T71" fmla="*/ 40 h 69"/>
              <a:gd name="T72" fmla="*/ 0 w 7"/>
              <a:gd name="T73" fmla="*/ 40 h 69"/>
              <a:gd name="T74" fmla="*/ 0 w 7"/>
              <a:gd name="T75" fmla="*/ 39 h 69"/>
              <a:gd name="T76" fmla="*/ 0 w 7"/>
              <a:gd name="T77" fmla="*/ 39 h 69"/>
              <a:gd name="T78" fmla="*/ 0 w 7"/>
              <a:gd name="T79" fmla="*/ 39 h 69"/>
              <a:gd name="T80" fmla="*/ 0 w 7"/>
              <a:gd name="T81" fmla="*/ 38 h 69"/>
              <a:gd name="T82" fmla="*/ 0 w 7"/>
              <a:gd name="T83" fmla="*/ 38 h 69"/>
              <a:gd name="T84" fmla="*/ 0 w 7"/>
              <a:gd name="T85" fmla="*/ 38 h 69"/>
              <a:gd name="T86" fmla="*/ 7 w 7"/>
              <a:gd name="T87" fmla="*/ 0 h 69"/>
              <a:gd name="T88" fmla="*/ 7 w 7"/>
              <a:gd name="T89" fmla="*/ 0 h 69"/>
              <a:gd name="T90" fmla="*/ 7 w 7"/>
              <a:gd name="T91" fmla="*/ 0 h 69"/>
              <a:gd name="T92" fmla="*/ 7 w 7"/>
              <a:gd name="T93" fmla="*/ 0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" h="69">
                <a:moveTo>
                  <a:pt x="7" y="69"/>
                </a:moveTo>
                <a:cubicBezTo>
                  <a:pt x="7" y="69"/>
                  <a:pt x="7" y="69"/>
                  <a:pt x="7" y="69"/>
                </a:cubicBezTo>
                <a:cubicBezTo>
                  <a:pt x="7" y="69"/>
                  <a:pt x="7" y="69"/>
                  <a:pt x="7" y="69"/>
                </a:cubicBezTo>
                <a:moveTo>
                  <a:pt x="7" y="69"/>
                </a:moveTo>
                <a:cubicBezTo>
                  <a:pt x="7" y="69"/>
                  <a:pt x="7" y="69"/>
                  <a:pt x="7" y="69"/>
                </a:cubicBezTo>
                <a:cubicBezTo>
                  <a:pt x="7" y="69"/>
                  <a:pt x="7" y="69"/>
                  <a:pt x="7" y="69"/>
                </a:cubicBezTo>
                <a:moveTo>
                  <a:pt x="7" y="69"/>
                </a:moveTo>
                <a:cubicBezTo>
                  <a:pt x="7" y="69"/>
                  <a:pt x="7" y="69"/>
                  <a:pt x="7" y="69"/>
                </a:cubicBezTo>
                <a:cubicBezTo>
                  <a:pt x="7" y="69"/>
                  <a:pt x="7" y="69"/>
                  <a:pt x="7" y="69"/>
                </a:cubicBezTo>
                <a:moveTo>
                  <a:pt x="7" y="68"/>
                </a:moveTo>
                <a:cubicBezTo>
                  <a:pt x="7" y="68"/>
                  <a:pt x="7" y="68"/>
                  <a:pt x="7" y="68"/>
                </a:cubicBezTo>
                <a:cubicBezTo>
                  <a:pt x="7" y="68"/>
                  <a:pt x="7" y="68"/>
                  <a:pt x="7" y="68"/>
                </a:cubicBezTo>
                <a:moveTo>
                  <a:pt x="6" y="67"/>
                </a:moveTo>
                <a:cubicBezTo>
                  <a:pt x="6" y="67"/>
                  <a:pt x="6" y="67"/>
                  <a:pt x="6" y="67"/>
                </a:cubicBezTo>
                <a:cubicBezTo>
                  <a:pt x="6" y="67"/>
                  <a:pt x="6" y="67"/>
                  <a:pt x="6" y="67"/>
                </a:cubicBezTo>
                <a:moveTo>
                  <a:pt x="6" y="66"/>
                </a:moveTo>
                <a:cubicBezTo>
                  <a:pt x="6" y="66"/>
                  <a:pt x="6" y="66"/>
                  <a:pt x="6" y="66"/>
                </a:cubicBezTo>
                <a:cubicBezTo>
                  <a:pt x="6" y="66"/>
                  <a:pt x="6" y="66"/>
                  <a:pt x="6" y="66"/>
                </a:cubicBezTo>
                <a:moveTo>
                  <a:pt x="6" y="66"/>
                </a:moveTo>
                <a:cubicBezTo>
                  <a:pt x="6" y="66"/>
                  <a:pt x="6" y="66"/>
                  <a:pt x="6" y="66"/>
                </a:cubicBezTo>
                <a:cubicBezTo>
                  <a:pt x="6" y="66"/>
                  <a:pt x="6" y="66"/>
                  <a:pt x="6" y="66"/>
                </a:cubicBezTo>
                <a:moveTo>
                  <a:pt x="6" y="66"/>
                </a:moveTo>
                <a:cubicBezTo>
                  <a:pt x="6" y="66"/>
                  <a:pt x="6" y="66"/>
                  <a:pt x="6" y="66"/>
                </a:cubicBezTo>
                <a:cubicBezTo>
                  <a:pt x="6" y="66"/>
                  <a:pt x="6" y="66"/>
                  <a:pt x="6" y="66"/>
                </a:cubicBezTo>
                <a:moveTo>
                  <a:pt x="6" y="66"/>
                </a:moveTo>
                <a:cubicBezTo>
                  <a:pt x="6" y="66"/>
                  <a:pt x="6" y="66"/>
                  <a:pt x="6" y="66"/>
                </a:cubicBezTo>
                <a:cubicBezTo>
                  <a:pt x="6" y="66"/>
                  <a:pt x="6" y="66"/>
                  <a:pt x="6" y="66"/>
                </a:cubicBezTo>
                <a:moveTo>
                  <a:pt x="5" y="65"/>
                </a:moveTo>
                <a:cubicBezTo>
                  <a:pt x="5" y="65"/>
                  <a:pt x="6" y="65"/>
                  <a:pt x="6" y="66"/>
                </a:cubicBezTo>
                <a:cubicBezTo>
                  <a:pt x="6" y="65"/>
                  <a:pt x="5" y="65"/>
                  <a:pt x="5" y="65"/>
                </a:cubicBezTo>
                <a:moveTo>
                  <a:pt x="5" y="65"/>
                </a:moveTo>
                <a:cubicBezTo>
                  <a:pt x="5" y="65"/>
                  <a:pt x="5" y="65"/>
                  <a:pt x="5" y="65"/>
                </a:cubicBezTo>
                <a:cubicBezTo>
                  <a:pt x="5" y="65"/>
                  <a:pt x="5" y="65"/>
                  <a:pt x="5" y="65"/>
                </a:cubicBezTo>
                <a:moveTo>
                  <a:pt x="5" y="65"/>
                </a:moveTo>
                <a:cubicBezTo>
                  <a:pt x="5" y="65"/>
                  <a:pt x="5" y="65"/>
                  <a:pt x="5" y="65"/>
                </a:cubicBezTo>
                <a:cubicBezTo>
                  <a:pt x="5" y="65"/>
                  <a:pt x="5" y="65"/>
                  <a:pt x="5" y="65"/>
                </a:cubicBezTo>
                <a:moveTo>
                  <a:pt x="5" y="64"/>
                </a:moveTo>
                <a:cubicBezTo>
                  <a:pt x="5" y="64"/>
                  <a:pt x="5" y="64"/>
                  <a:pt x="5" y="64"/>
                </a:cubicBezTo>
                <a:cubicBezTo>
                  <a:pt x="5" y="64"/>
                  <a:pt x="5" y="64"/>
                  <a:pt x="5" y="64"/>
                </a:cubicBezTo>
                <a:moveTo>
                  <a:pt x="5" y="64"/>
                </a:moveTo>
                <a:cubicBezTo>
                  <a:pt x="5" y="64"/>
                  <a:pt x="5" y="64"/>
                  <a:pt x="5" y="64"/>
                </a:cubicBezTo>
                <a:cubicBezTo>
                  <a:pt x="5" y="64"/>
                  <a:pt x="5" y="64"/>
                  <a:pt x="5" y="64"/>
                </a:cubicBezTo>
                <a:moveTo>
                  <a:pt x="5" y="63"/>
                </a:moveTo>
                <a:cubicBezTo>
                  <a:pt x="5" y="63"/>
                  <a:pt x="5" y="63"/>
                  <a:pt x="5" y="63"/>
                </a:cubicBezTo>
                <a:cubicBezTo>
                  <a:pt x="5" y="63"/>
                  <a:pt x="5" y="63"/>
                  <a:pt x="5" y="63"/>
                </a:cubicBezTo>
                <a:moveTo>
                  <a:pt x="5" y="63"/>
                </a:moveTo>
                <a:cubicBezTo>
                  <a:pt x="5" y="63"/>
                  <a:pt x="5" y="63"/>
                  <a:pt x="5" y="63"/>
                </a:cubicBezTo>
                <a:cubicBezTo>
                  <a:pt x="5" y="63"/>
                  <a:pt x="5" y="63"/>
                  <a:pt x="5" y="63"/>
                </a:cubicBezTo>
                <a:moveTo>
                  <a:pt x="5" y="63"/>
                </a:moveTo>
                <a:cubicBezTo>
                  <a:pt x="5" y="63"/>
                  <a:pt x="5" y="63"/>
                  <a:pt x="5" y="63"/>
                </a:cubicBezTo>
                <a:cubicBezTo>
                  <a:pt x="5" y="63"/>
                  <a:pt x="5" y="63"/>
                  <a:pt x="5" y="63"/>
                </a:cubicBezTo>
                <a:moveTo>
                  <a:pt x="5" y="62"/>
                </a:moveTo>
                <a:cubicBezTo>
                  <a:pt x="5" y="63"/>
                  <a:pt x="5" y="63"/>
                  <a:pt x="5" y="63"/>
                </a:cubicBezTo>
                <a:cubicBezTo>
                  <a:pt x="5" y="63"/>
                  <a:pt x="5" y="63"/>
                  <a:pt x="5" y="62"/>
                </a:cubicBezTo>
                <a:moveTo>
                  <a:pt x="4" y="62"/>
                </a:moveTo>
                <a:cubicBezTo>
                  <a:pt x="4" y="62"/>
                  <a:pt x="4" y="62"/>
                  <a:pt x="4" y="62"/>
                </a:cubicBezTo>
                <a:cubicBezTo>
                  <a:pt x="4" y="62"/>
                  <a:pt x="4" y="62"/>
                  <a:pt x="4" y="62"/>
                </a:cubicBezTo>
                <a:moveTo>
                  <a:pt x="4" y="62"/>
                </a:moveTo>
                <a:cubicBezTo>
                  <a:pt x="4" y="62"/>
                  <a:pt x="4" y="62"/>
                  <a:pt x="4" y="62"/>
                </a:cubicBezTo>
                <a:cubicBezTo>
                  <a:pt x="4" y="62"/>
                  <a:pt x="4" y="62"/>
                  <a:pt x="4" y="62"/>
                </a:cubicBezTo>
                <a:moveTo>
                  <a:pt x="4" y="61"/>
                </a:moveTo>
                <a:cubicBezTo>
                  <a:pt x="4" y="61"/>
                  <a:pt x="4" y="61"/>
                  <a:pt x="4" y="61"/>
                </a:cubicBezTo>
                <a:cubicBezTo>
                  <a:pt x="4" y="61"/>
                  <a:pt x="4" y="61"/>
                  <a:pt x="4" y="61"/>
                </a:cubicBezTo>
                <a:moveTo>
                  <a:pt x="4" y="60"/>
                </a:moveTo>
                <a:cubicBezTo>
                  <a:pt x="4" y="60"/>
                  <a:pt x="4" y="60"/>
                  <a:pt x="4" y="60"/>
                </a:cubicBezTo>
                <a:cubicBezTo>
                  <a:pt x="4" y="60"/>
                  <a:pt x="4" y="60"/>
                  <a:pt x="4" y="60"/>
                </a:cubicBezTo>
                <a:moveTo>
                  <a:pt x="4" y="60"/>
                </a:moveTo>
                <a:cubicBezTo>
                  <a:pt x="4" y="60"/>
                  <a:pt x="4" y="60"/>
                  <a:pt x="4" y="60"/>
                </a:cubicBezTo>
                <a:cubicBezTo>
                  <a:pt x="4" y="60"/>
                  <a:pt x="4" y="60"/>
                  <a:pt x="4" y="60"/>
                </a:cubicBezTo>
                <a:moveTo>
                  <a:pt x="4" y="60"/>
                </a:moveTo>
                <a:cubicBezTo>
                  <a:pt x="4" y="60"/>
                  <a:pt x="4" y="60"/>
                  <a:pt x="4" y="60"/>
                </a:cubicBezTo>
                <a:cubicBezTo>
                  <a:pt x="4" y="60"/>
                  <a:pt x="4" y="60"/>
                  <a:pt x="4" y="60"/>
                </a:cubicBezTo>
                <a:moveTo>
                  <a:pt x="4" y="60"/>
                </a:moveTo>
                <a:cubicBezTo>
                  <a:pt x="4" y="60"/>
                  <a:pt x="4" y="60"/>
                  <a:pt x="4" y="60"/>
                </a:cubicBezTo>
                <a:cubicBezTo>
                  <a:pt x="4" y="60"/>
                  <a:pt x="4" y="60"/>
                  <a:pt x="4" y="60"/>
                </a:cubicBezTo>
                <a:moveTo>
                  <a:pt x="4" y="59"/>
                </a:moveTo>
                <a:cubicBezTo>
                  <a:pt x="4" y="59"/>
                  <a:pt x="4" y="59"/>
                  <a:pt x="4" y="59"/>
                </a:cubicBezTo>
                <a:cubicBezTo>
                  <a:pt x="4" y="59"/>
                  <a:pt x="4" y="59"/>
                  <a:pt x="4" y="59"/>
                </a:cubicBezTo>
                <a:moveTo>
                  <a:pt x="4" y="59"/>
                </a:moveTo>
                <a:cubicBezTo>
                  <a:pt x="4" y="59"/>
                  <a:pt x="4" y="59"/>
                  <a:pt x="4" y="59"/>
                </a:cubicBezTo>
                <a:cubicBezTo>
                  <a:pt x="4" y="59"/>
                  <a:pt x="4" y="59"/>
                  <a:pt x="4" y="59"/>
                </a:cubicBezTo>
                <a:moveTo>
                  <a:pt x="3" y="59"/>
                </a:moveTo>
                <a:cubicBezTo>
                  <a:pt x="3" y="59"/>
                  <a:pt x="3" y="59"/>
                  <a:pt x="3" y="59"/>
                </a:cubicBezTo>
                <a:cubicBezTo>
                  <a:pt x="3" y="59"/>
                  <a:pt x="3" y="59"/>
                  <a:pt x="3" y="59"/>
                </a:cubicBezTo>
                <a:moveTo>
                  <a:pt x="3" y="57"/>
                </a:moveTo>
                <a:cubicBezTo>
                  <a:pt x="3" y="57"/>
                  <a:pt x="3" y="57"/>
                  <a:pt x="3" y="57"/>
                </a:cubicBezTo>
                <a:cubicBezTo>
                  <a:pt x="3" y="57"/>
                  <a:pt x="3" y="57"/>
                  <a:pt x="3" y="57"/>
                </a:cubicBezTo>
                <a:moveTo>
                  <a:pt x="3" y="57"/>
                </a:moveTo>
                <a:cubicBezTo>
                  <a:pt x="3" y="57"/>
                  <a:pt x="3" y="57"/>
                  <a:pt x="3" y="57"/>
                </a:cubicBezTo>
                <a:cubicBezTo>
                  <a:pt x="3" y="57"/>
                  <a:pt x="3" y="57"/>
                  <a:pt x="3" y="57"/>
                </a:cubicBezTo>
                <a:moveTo>
                  <a:pt x="3" y="56"/>
                </a:moveTo>
                <a:cubicBezTo>
                  <a:pt x="3" y="56"/>
                  <a:pt x="3" y="57"/>
                  <a:pt x="3" y="57"/>
                </a:cubicBezTo>
                <a:cubicBezTo>
                  <a:pt x="3" y="57"/>
                  <a:pt x="3" y="56"/>
                  <a:pt x="3" y="56"/>
                </a:cubicBezTo>
                <a:moveTo>
                  <a:pt x="3" y="56"/>
                </a:moveTo>
                <a:cubicBezTo>
                  <a:pt x="3" y="56"/>
                  <a:pt x="3" y="56"/>
                  <a:pt x="3" y="56"/>
                </a:cubicBezTo>
                <a:cubicBezTo>
                  <a:pt x="3" y="56"/>
                  <a:pt x="3" y="56"/>
                  <a:pt x="3" y="56"/>
                </a:cubicBezTo>
                <a:moveTo>
                  <a:pt x="3" y="56"/>
                </a:moveTo>
                <a:cubicBezTo>
                  <a:pt x="3" y="56"/>
                  <a:pt x="3" y="56"/>
                  <a:pt x="3" y="56"/>
                </a:cubicBezTo>
                <a:cubicBezTo>
                  <a:pt x="3" y="56"/>
                  <a:pt x="3" y="56"/>
                  <a:pt x="3" y="56"/>
                </a:cubicBezTo>
                <a:moveTo>
                  <a:pt x="0" y="40"/>
                </a:moveTo>
                <a:cubicBezTo>
                  <a:pt x="0" y="40"/>
                  <a:pt x="0" y="40"/>
                  <a:pt x="0" y="40"/>
                </a:cubicBezTo>
                <a:cubicBezTo>
                  <a:pt x="0" y="40"/>
                  <a:pt x="0" y="40"/>
                  <a:pt x="0" y="40"/>
                </a:cubicBezTo>
                <a:moveTo>
                  <a:pt x="0" y="40"/>
                </a:moveTo>
                <a:cubicBezTo>
                  <a:pt x="0" y="40"/>
                  <a:pt x="0" y="40"/>
                  <a:pt x="0" y="40"/>
                </a:cubicBezTo>
                <a:cubicBezTo>
                  <a:pt x="0" y="40"/>
                  <a:pt x="0" y="40"/>
                  <a:pt x="0" y="40"/>
                </a:cubicBezTo>
                <a:moveTo>
                  <a:pt x="0" y="40"/>
                </a:moveTo>
                <a:cubicBezTo>
                  <a:pt x="0" y="40"/>
                  <a:pt x="0" y="40"/>
                  <a:pt x="0" y="40"/>
                </a:cubicBezTo>
                <a:cubicBezTo>
                  <a:pt x="0" y="40"/>
                  <a:pt x="0" y="40"/>
                  <a:pt x="0" y="40"/>
                </a:cubicBezTo>
                <a:moveTo>
                  <a:pt x="0" y="40"/>
                </a:moveTo>
                <a:cubicBezTo>
                  <a:pt x="0" y="40"/>
                  <a:pt x="0" y="40"/>
                  <a:pt x="0" y="40"/>
                </a:cubicBezTo>
                <a:cubicBezTo>
                  <a:pt x="0" y="40"/>
                  <a:pt x="0" y="40"/>
                  <a:pt x="0" y="40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8"/>
                </a:moveTo>
                <a:cubicBezTo>
                  <a:pt x="0" y="38"/>
                  <a:pt x="0" y="39"/>
                  <a:pt x="0" y="39"/>
                </a:cubicBezTo>
                <a:cubicBezTo>
                  <a:pt x="0" y="39"/>
                  <a:pt x="0" y="38"/>
                  <a:pt x="0" y="38"/>
                </a:cubicBezTo>
                <a:moveTo>
                  <a:pt x="0" y="38"/>
                </a:move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8"/>
                  <a:pt x="0" y="38"/>
                </a:cubicBezTo>
                <a:moveTo>
                  <a:pt x="0" y="38"/>
                </a:move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8"/>
                  <a:pt x="0" y="38"/>
                </a:cubicBezTo>
                <a:moveTo>
                  <a:pt x="7" y="0"/>
                </a:moveTo>
                <a:cubicBezTo>
                  <a:pt x="2" y="12"/>
                  <a:pt x="0" y="24"/>
                  <a:pt x="0" y="38"/>
                </a:cubicBezTo>
                <a:cubicBezTo>
                  <a:pt x="0" y="24"/>
                  <a:pt x="2" y="12"/>
                  <a:pt x="7" y="0"/>
                </a:cubicBezTo>
                <a:moveTo>
                  <a:pt x="7" y="0"/>
                </a:move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moveTo>
                  <a:pt x="7" y="0"/>
                </a:move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moveTo>
                  <a:pt x="7" y="0"/>
                </a:move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70"/>
          <p:cNvSpPr>
            <a:spLocks noEditPoints="1"/>
          </p:cNvSpPr>
          <p:nvPr/>
        </p:nvSpPr>
        <p:spPr bwMode="auto">
          <a:xfrm>
            <a:off x="1763713" y="2859478"/>
            <a:ext cx="1588" cy="55563"/>
          </a:xfrm>
          <a:custGeom>
            <a:avLst/>
            <a:gdLst>
              <a:gd name="T0" fmla="*/ 1 w 1"/>
              <a:gd name="T1" fmla="*/ 23 h 23"/>
              <a:gd name="T2" fmla="*/ 1 w 1"/>
              <a:gd name="T3" fmla="*/ 22 h 23"/>
              <a:gd name="T4" fmla="*/ 1 w 1"/>
              <a:gd name="T5" fmla="*/ 22 h 23"/>
              <a:gd name="T6" fmla="*/ 1 w 1"/>
              <a:gd name="T7" fmla="*/ 21 h 23"/>
              <a:gd name="T8" fmla="*/ 1 w 1"/>
              <a:gd name="T9" fmla="*/ 20 h 23"/>
              <a:gd name="T10" fmla="*/ 1 w 1"/>
              <a:gd name="T11" fmla="*/ 20 h 23"/>
              <a:gd name="T12" fmla="*/ 0 w 1"/>
              <a:gd name="T13" fmla="*/ 20 h 23"/>
              <a:gd name="T14" fmla="*/ 0 w 1"/>
              <a:gd name="T15" fmla="*/ 19 h 23"/>
              <a:gd name="T16" fmla="*/ 0 w 1"/>
              <a:gd name="T17" fmla="*/ 19 h 23"/>
              <a:gd name="T18" fmla="*/ 0 w 1"/>
              <a:gd name="T19" fmla="*/ 18 h 23"/>
              <a:gd name="T20" fmla="*/ 0 w 1"/>
              <a:gd name="T21" fmla="*/ 18 h 23"/>
              <a:gd name="T22" fmla="*/ 0 w 1"/>
              <a:gd name="T23" fmla="*/ 18 h 23"/>
              <a:gd name="T24" fmla="*/ 0 w 1"/>
              <a:gd name="T25" fmla="*/ 17 h 23"/>
              <a:gd name="T26" fmla="*/ 0 w 1"/>
              <a:gd name="T27" fmla="*/ 17 h 23"/>
              <a:gd name="T28" fmla="*/ 0 w 1"/>
              <a:gd name="T29" fmla="*/ 17 h 23"/>
              <a:gd name="T30" fmla="*/ 0 w 1"/>
              <a:gd name="T31" fmla="*/ 16 h 23"/>
              <a:gd name="T32" fmla="*/ 0 w 1"/>
              <a:gd name="T33" fmla="*/ 16 h 23"/>
              <a:gd name="T34" fmla="*/ 0 w 1"/>
              <a:gd name="T35" fmla="*/ 15 h 23"/>
              <a:gd name="T36" fmla="*/ 0 w 1"/>
              <a:gd name="T37" fmla="*/ 15 h 23"/>
              <a:gd name="T38" fmla="*/ 0 w 1"/>
              <a:gd name="T39" fmla="*/ 15 h 23"/>
              <a:gd name="T40" fmla="*/ 0 w 1"/>
              <a:gd name="T41" fmla="*/ 14 h 23"/>
              <a:gd name="T42" fmla="*/ 0 w 1"/>
              <a:gd name="T43" fmla="*/ 14 h 23"/>
              <a:gd name="T44" fmla="*/ 0 w 1"/>
              <a:gd name="T45" fmla="*/ 13 h 23"/>
              <a:gd name="T46" fmla="*/ 0 w 1"/>
              <a:gd name="T47" fmla="*/ 13 h 23"/>
              <a:gd name="T48" fmla="*/ 0 w 1"/>
              <a:gd name="T49" fmla="*/ 12 h 23"/>
              <a:gd name="T50" fmla="*/ 0 w 1"/>
              <a:gd name="T51" fmla="*/ 12 h 23"/>
              <a:gd name="T52" fmla="*/ 0 w 1"/>
              <a:gd name="T53" fmla="*/ 12 h 23"/>
              <a:gd name="T54" fmla="*/ 0 w 1"/>
              <a:gd name="T55" fmla="*/ 11 h 23"/>
              <a:gd name="T56" fmla="*/ 0 w 1"/>
              <a:gd name="T57" fmla="*/ 11 h 23"/>
              <a:gd name="T58" fmla="*/ 0 w 1"/>
              <a:gd name="T59" fmla="*/ 11 h 23"/>
              <a:gd name="T60" fmla="*/ 0 w 1"/>
              <a:gd name="T61" fmla="*/ 10 h 23"/>
              <a:gd name="T62" fmla="*/ 0 w 1"/>
              <a:gd name="T63" fmla="*/ 10 h 23"/>
              <a:gd name="T64" fmla="*/ 0 w 1"/>
              <a:gd name="T65" fmla="*/ 9 h 23"/>
              <a:gd name="T66" fmla="*/ 0 w 1"/>
              <a:gd name="T67" fmla="*/ 9 h 23"/>
              <a:gd name="T68" fmla="*/ 0 w 1"/>
              <a:gd name="T69" fmla="*/ 9 h 23"/>
              <a:gd name="T70" fmla="*/ 0 w 1"/>
              <a:gd name="T71" fmla="*/ 8 h 23"/>
              <a:gd name="T72" fmla="*/ 0 w 1"/>
              <a:gd name="T73" fmla="*/ 8 h 23"/>
              <a:gd name="T74" fmla="*/ 0 w 1"/>
              <a:gd name="T75" fmla="*/ 8 h 23"/>
              <a:gd name="T76" fmla="*/ 0 w 1"/>
              <a:gd name="T77" fmla="*/ 7 h 23"/>
              <a:gd name="T78" fmla="*/ 0 w 1"/>
              <a:gd name="T79" fmla="*/ 6 h 23"/>
              <a:gd name="T80" fmla="*/ 0 w 1"/>
              <a:gd name="T81" fmla="*/ 6 h 23"/>
              <a:gd name="T82" fmla="*/ 0 w 1"/>
              <a:gd name="T83" fmla="*/ 6 h 23"/>
              <a:gd name="T84" fmla="*/ 0 w 1"/>
              <a:gd name="T85" fmla="*/ 5 h 23"/>
              <a:gd name="T86" fmla="*/ 0 w 1"/>
              <a:gd name="T87" fmla="*/ 5 h 23"/>
              <a:gd name="T88" fmla="*/ 0 w 1"/>
              <a:gd name="T89" fmla="*/ 5 h 23"/>
              <a:gd name="T90" fmla="*/ 0 w 1"/>
              <a:gd name="T91" fmla="*/ 4 h 23"/>
              <a:gd name="T92" fmla="*/ 0 w 1"/>
              <a:gd name="T93" fmla="*/ 4 h 23"/>
              <a:gd name="T94" fmla="*/ 0 w 1"/>
              <a:gd name="T95" fmla="*/ 3 h 23"/>
              <a:gd name="T96" fmla="*/ 0 w 1"/>
              <a:gd name="T97" fmla="*/ 3 h 23"/>
              <a:gd name="T98" fmla="*/ 0 w 1"/>
              <a:gd name="T99" fmla="*/ 3 h 23"/>
              <a:gd name="T100" fmla="*/ 0 w 1"/>
              <a:gd name="T101" fmla="*/ 2 h 23"/>
              <a:gd name="T102" fmla="*/ 0 w 1"/>
              <a:gd name="T103" fmla="*/ 1 h 23"/>
              <a:gd name="T104" fmla="*/ 0 w 1"/>
              <a:gd name="T105" fmla="*/ 1 h 23"/>
              <a:gd name="T106" fmla="*/ 0 w 1"/>
              <a:gd name="T107" fmla="*/ 1 h 23"/>
              <a:gd name="T108" fmla="*/ 0 w 1"/>
              <a:gd name="T109" fmla="*/ 0 h 23"/>
              <a:gd name="T110" fmla="*/ 0 w 1"/>
              <a:gd name="T111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" h="23">
                <a:moveTo>
                  <a:pt x="1" y="23"/>
                </a:moveTo>
                <a:cubicBezTo>
                  <a:pt x="1" y="23"/>
                  <a:pt x="1" y="23"/>
                  <a:pt x="1" y="23"/>
                </a:cubicBezTo>
                <a:cubicBezTo>
                  <a:pt x="1" y="23"/>
                  <a:pt x="1" y="23"/>
                  <a:pt x="1" y="23"/>
                </a:cubicBezTo>
                <a:moveTo>
                  <a:pt x="1" y="23"/>
                </a:moveTo>
                <a:cubicBezTo>
                  <a:pt x="1" y="23"/>
                  <a:pt x="1" y="23"/>
                  <a:pt x="1" y="23"/>
                </a:cubicBezTo>
                <a:cubicBezTo>
                  <a:pt x="1" y="23"/>
                  <a:pt x="1" y="23"/>
                  <a:pt x="1" y="23"/>
                </a:cubicBezTo>
                <a:moveTo>
                  <a:pt x="1" y="22"/>
                </a:moveTo>
                <a:cubicBezTo>
                  <a:pt x="1" y="22"/>
                  <a:pt x="1" y="22"/>
                  <a:pt x="1" y="22"/>
                </a:cubicBezTo>
                <a:cubicBezTo>
                  <a:pt x="1" y="22"/>
                  <a:pt x="1" y="22"/>
                  <a:pt x="1" y="22"/>
                </a:cubicBezTo>
                <a:moveTo>
                  <a:pt x="1" y="22"/>
                </a:moveTo>
                <a:cubicBezTo>
                  <a:pt x="1" y="22"/>
                  <a:pt x="1" y="22"/>
                  <a:pt x="1" y="22"/>
                </a:cubicBezTo>
                <a:cubicBezTo>
                  <a:pt x="1" y="22"/>
                  <a:pt x="1" y="22"/>
                  <a:pt x="1" y="22"/>
                </a:cubicBezTo>
                <a:moveTo>
                  <a:pt x="1" y="21"/>
                </a:moveTo>
                <a:cubicBezTo>
                  <a:pt x="1" y="21"/>
                  <a:pt x="1" y="21"/>
                  <a:pt x="1" y="21"/>
                </a:cubicBezTo>
                <a:cubicBezTo>
                  <a:pt x="1" y="21"/>
                  <a:pt x="1" y="21"/>
                  <a:pt x="1" y="21"/>
                </a:cubicBezTo>
                <a:moveTo>
                  <a:pt x="1" y="21"/>
                </a:moveTo>
                <a:cubicBezTo>
                  <a:pt x="1" y="21"/>
                  <a:pt x="1" y="21"/>
                  <a:pt x="1" y="21"/>
                </a:cubicBezTo>
                <a:cubicBezTo>
                  <a:pt x="1" y="21"/>
                  <a:pt x="1" y="21"/>
                  <a:pt x="1" y="21"/>
                </a:cubicBezTo>
                <a:moveTo>
                  <a:pt x="1" y="20"/>
                </a:move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moveTo>
                  <a:pt x="1" y="20"/>
                </a:move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moveTo>
                  <a:pt x="1" y="20"/>
                </a:move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moveTo>
                  <a:pt x="0" y="20"/>
                </a:move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20"/>
                  <a:pt x="0" y="20"/>
                </a:cubicBezTo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7"/>
                </a:moveTo>
                <a:cubicBezTo>
                  <a:pt x="0" y="17"/>
                  <a:pt x="0" y="18"/>
                  <a:pt x="0" y="18"/>
                </a:cubicBezTo>
                <a:cubicBezTo>
                  <a:pt x="0" y="18"/>
                  <a:pt x="0" y="17"/>
                  <a:pt x="0" y="17"/>
                </a:cubicBezTo>
                <a:moveTo>
                  <a:pt x="0" y="17"/>
                </a:move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moveTo>
                  <a:pt x="0" y="17"/>
                </a:move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moveTo>
                  <a:pt x="0" y="17"/>
                </a:move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moveTo>
                  <a:pt x="0" y="16"/>
                </a:move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moveTo>
                  <a:pt x="0" y="16"/>
                </a:move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moveTo>
                  <a:pt x="0" y="16"/>
                </a:move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moveTo>
                  <a:pt x="0" y="15"/>
                </a:moveTo>
                <a:cubicBezTo>
                  <a:pt x="0" y="15"/>
                  <a:pt x="0" y="15"/>
                  <a:pt x="0" y="16"/>
                </a:cubicBezTo>
                <a:cubicBezTo>
                  <a:pt x="0" y="15"/>
                  <a:pt x="0" y="15"/>
                  <a:pt x="0" y="15"/>
                </a:cubicBezTo>
                <a:moveTo>
                  <a:pt x="0" y="15"/>
                </a:move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moveTo>
                  <a:pt x="0" y="15"/>
                </a:move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moveTo>
                  <a:pt x="0" y="14"/>
                </a:move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5"/>
                  <a:pt x="0" y="14"/>
                </a:cubicBezTo>
                <a:moveTo>
                  <a:pt x="0" y="14"/>
                </a:move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4"/>
                  <a:pt x="0" y="14"/>
                </a:cubicBezTo>
                <a:moveTo>
                  <a:pt x="0" y="14"/>
                </a:move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4"/>
                  <a:pt x="0" y="14"/>
                </a:cubicBezTo>
                <a:moveTo>
                  <a:pt x="0" y="14"/>
                </a:move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4"/>
                  <a:pt x="0" y="14"/>
                </a:cubicBezTo>
                <a:moveTo>
                  <a:pt x="0" y="13"/>
                </a:move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moveTo>
                  <a:pt x="0" y="13"/>
                </a:move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moveTo>
                  <a:pt x="0" y="13"/>
                </a:move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moveTo>
                  <a:pt x="0" y="12"/>
                </a:moveTo>
                <a:cubicBezTo>
                  <a:pt x="0" y="12"/>
                  <a:pt x="0" y="13"/>
                  <a:pt x="0" y="13"/>
                </a:cubicBezTo>
                <a:cubicBezTo>
                  <a:pt x="0" y="13"/>
                  <a:pt x="0" y="12"/>
                  <a:pt x="0" y="12"/>
                </a:cubicBezTo>
                <a:moveTo>
                  <a:pt x="0" y="12"/>
                </a:move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moveTo>
                  <a:pt x="0" y="12"/>
                </a:move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moveTo>
                  <a:pt x="0" y="11"/>
                </a:move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1"/>
                </a:cubicBezTo>
                <a:moveTo>
                  <a:pt x="0" y="11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moveTo>
                  <a:pt x="0" y="11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moveTo>
                  <a:pt x="0" y="11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moveTo>
                  <a:pt x="0" y="10"/>
                </a:moveTo>
                <a:cubicBezTo>
                  <a:pt x="0" y="10"/>
                  <a:pt x="0" y="10"/>
                  <a:pt x="0" y="11"/>
                </a:cubicBezTo>
                <a:cubicBezTo>
                  <a:pt x="0" y="10"/>
                  <a:pt x="0" y="10"/>
                  <a:pt x="0" y="10"/>
                </a:cubicBezTo>
                <a:moveTo>
                  <a:pt x="0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moveTo>
                  <a:pt x="0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moveTo>
                  <a:pt x="0" y="9"/>
                </a:moveTo>
                <a:cubicBezTo>
                  <a:pt x="0" y="9"/>
                  <a:pt x="0" y="10"/>
                  <a:pt x="0" y="10"/>
                </a:cubicBezTo>
                <a:cubicBezTo>
                  <a:pt x="0" y="10"/>
                  <a:pt x="0" y="9"/>
                  <a:pt x="0" y="9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9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moveTo>
                  <a:pt x="0" y="8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moveTo>
                  <a:pt x="0" y="8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moveTo>
                  <a:pt x="0" y="8"/>
                </a:move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moveTo>
                  <a:pt x="0" y="7"/>
                </a:moveTo>
                <a:cubicBezTo>
                  <a:pt x="0" y="7"/>
                  <a:pt x="0" y="7"/>
                  <a:pt x="0" y="8"/>
                </a:cubicBezTo>
                <a:cubicBezTo>
                  <a:pt x="0" y="7"/>
                  <a:pt x="0" y="7"/>
                  <a:pt x="0" y="7"/>
                </a:cubicBezTo>
                <a:moveTo>
                  <a:pt x="0" y="7"/>
                </a:move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moveTo>
                  <a:pt x="0" y="7"/>
                </a:move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moveTo>
                  <a:pt x="0" y="6"/>
                </a:moveTo>
                <a:cubicBezTo>
                  <a:pt x="0" y="6"/>
                  <a:pt x="0" y="6"/>
                  <a:pt x="0" y="7"/>
                </a:cubicBezTo>
                <a:cubicBezTo>
                  <a:pt x="0" y="6"/>
                  <a:pt x="0" y="6"/>
                  <a:pt x="0" y="6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5"/>
                </a:move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5"/>
                  <a:pt x="0" y="5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4"/>
                </a:cubicBezTo>
                <a:moveTo>
                  <a:pt x="0" y="3"/>
                </a:moveTo>
                <a:cubicBezTo>
                  <a:pt x="0" y="3"/>
                  <a:pt x="0" y="4"/>
                  <a:pt x="0" y="4"/>
                </a:cubicBezTo>
                <a:cubicBezTo>
                  <a:pt x="0" y="4"/>
                  <a:pt x="0" y="3"/>
                  <a:pt x="0" y="3"/>
                </a:cubicBezTo>
                <a:moveTo>
                  <a:pt x="0" y="3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moveTo>
                  <a:pt x="0" y="3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moveTo>
                  <a:pt x="0" y="3"/>
                </a:move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2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78"/>
          <p:cNvSpPr>
            <a:spLocks noEditPoints="1"/>
          </p:cNvSpPr>
          <p:nvPr/>
        </p:nvSpPr>
        <p:spPr bwMode="auto">
          <a:xfrm>
            <a:off x="1012825" y="4132653"/>
            <a:ext cx="44450" cy="134938"/>
          </a:xfrm>
          <a:custGeom>
            <a:avLst/>
            <a:gdLst>
              <a:gd name="T0" fmla="*/ 18 w 18"/>
              <a:gd name="T1" fmla="*/ 55 h 55"/>
              <a:gd name="T2" fmla="*/ 18 w 18"/>
              <a:gd name="T3" fmla="*/ 55 h 55"/>
              <a:gd name="T4" fmla="*/ 18 w 18"/>
              <a:gd name="T5" fmla="*/ 55 h 55"/>
              <a:gd name="T6" fmla="*/ 18 w 18"/>
              <a:gd name="T7" fmla="*/ 55 h 55"/>
              <a:gd name="T8" fmla="*/ 18 w 18"/>
              <a:gd name="T9" fmla="*/ 55 h 55"/>
              <a:gd name="T10" fmla="*/ 18 w 18"/>
              <a:gd name="T11" fmla="*/ 55 h 55"/>
              <a:gd name="T12" fmla="*/ 17 w 18"/>
              <a:gd name="T13" fmla="*/ 55 h 55"/>
              <a:gd name="T14" fmla="*/ 18 w 18"/>
              <a:gd name="T15" fmla="*/ 55 h 55"/>
              <a:gd name="T16" fmla="*/ 17 w 18"/>
              <a:gd name="T17" fmla="*/ 55 h 55"/>
              <a:gd name="T18" fmla="*/ 0 w 18"/>
              <a:gd name="T19" fmla="*/ 1 h 55"/>
              <a:gd name="T20" fmla="*/ 17 w 18"/>
              <a:gd name="T21" fmla="*/ 55 h 55"/>
              <a:gd name="T22" fmla="*/ 0 w 18"/>
              <a:gd name="T23" fmla="*/ 1 h 55"/>
              <a:gd name="T24" fmla="*/ 0 w 18"/>
              <a:gd name="T25" fmla="*/ 1 h 55"/>
              <a:gd name="T26" fmla="*/ 0 w 18"/>
              <a:gd name="T27" fmla="*/ 1 h 55"/>
              <a:gd name="T28" fmla="*/ 0 w 18"/>
              <a:gd name="T29" fmla="*/ 1 h 55"/>
              <a:gd name="T30" fmla="*/ 0 w 18"/>
              <a:gd name="T31" fmla="*/ 1 h 55"/>
              <a:gd name="T32" fmla="*/ 0 w 18"/>
              <a:gd name="T33" fmla="*/ 1 h 55"/>
              <a:gd name="T34" fmla="*/ 0 w 18"/>
              <a:gd name="T35" fmla="*/ 1 h 55"/>
              <a:gd name="T36" fmla="*/ 0 w 18"/>
              <a:gd name="T37" fmla="*/ 0 h 55"/>
              <a:gd name="T38" fmla="*/ 0 w 18"/>
              <a:gd name="T39" fmla="*/ 1 h 55"/>
              <a:gd name="T40" fmla="*/ 0 w 18"/>
              <a:gd name="T41" fmla="*/ 1 h 55"/>
              <a:gd name="T42" fmla="*/ 0 w 18"/>
              <a:gd name="T43" fmla="*/ 0 h 55"/>
              <a:gd name="T44" fmla="*/ 0 w 18"/>
              <a:gd name="T45" fmla="*/ 0 h 55"/>
              <a:gd name="T46" fmla="*/ 0 w 18"/>
              <a:gd name="T47" fmla="*/ 0 h 55"/>
              <a:gd name="T48" fmla="*/ 0 w 18"/>
              <a:gd name="T49" fmla="*/ 0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" h="55">
                <a:moveTo>
                  <a:pt x="18" y="55"/>
                </a:moveTo>
                <a:cubicBezTo>
                  <a:pt x="18" y="55"/>
                  <a:pt x="18" y="55"/>
                  <a:pt x="18" y="55"/>
                </a:cubicBezTo>
                <a:cubicBezTo>
                  <a:pt x="18" y="55"/>
                  <a:pt x="18" y="55"/>
                  <a:pt x="18" y="55"/>
                </a:cubicBezTo>
                <a:moveTo>
                  <a:pt x="18" y="55"/>
                </a:moveTo>
                <a:cubicBezTo>
                  <a:pt x="18" y="55"/>
                  <a:pt x="18" y="55"/>
                  <a:pt x="18" y="55"/>
                </a:cubicBezTo>
                <a:cubicBezTo>
                  <a:pt x="18" y="55"/>
                  <a:pt x="18" y="55"/>
                  <a:pt x="18" y="55"/>
                </a:cubicBezTo>
                <a:moveTo>
                  <a:pt x="17" y="55"/>
                </a:moveTo>
                <a:cubicBezTo>
                  <a:pt x="17" y="55"/>
                  <a:pt x="18" y="55"/>
                  <a:pt x="18" y="55"/>
                </a:cubicBezTo>
                <a:cubicBezTo>
                  <a:pt x="18" y="55"/>
                  <a:pt x="17" y="55"/>
                  <a:pt x="17" y="55"/>
                </a:cubicBezTo>
                <a:moveTo>
                  <a:pt x="0" y="1"/>
                </a:moveTo>
                <a:cubicBezTo>
                  <a:pt x="0" y="21"/>
                  <a:pt x="7" y="40"/>
                  <a:pt x="17" y="55"/>
                </a:cubicBezTo>
                <a:cubicBezTo>
                  <a:pt x="7" y="40"/>
                  <a:pt x="0" y="2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0" name="Freeform 86"/>
          <p:cNvSpPr>
            <a:spLocks noEditPoints="1"/>
          </p:cNvSpPr>
          <p:nvPr/>
        </p:nvSpPr>
        <p:spPr bwMode="auto">
          <a:xfrm>
            <a:off x="1724025" y="5348678"/>
            <a:ext cx="9525" cy="117475"/>
          </a:xfrm>
          <a:custGeom>
            <a:avLst/>
            <a:gdLst>
              <a:gd name="T0" fmla="*/ 3 w 4"/>
              <a:gd name="T1" fmla="*/ 47 h 48"/>
              <a:gd name="T2" fmla="*/ 3 w 4"/>
              <a:gd name="T3" fmla="*/ 47 h 48"/>
              <a:gd name="T4" fmla="*/ 2 w 4"/>
              <a:gd name="T5" fmla="*/ 47 h 48"/>
              <a:gd name="T6" fmla="*/ 2 w 4"/>
              <a:gd name="T7" fmla="*/ 46 h 48"/>
              <a:gd name="T8" fmla="*/ 2 w 4"/>
              <a:gd name="T9" fmla="*/ 46 h 48"/>
              <a:gd name="T10" fmla="*/ 0 w 4"/>
              <a:gd name="T11" fmla="*/ 23 h 48"/>
              <a:gd name="T12" fmla="*/ 0 w 4"/>
              <a:gd name="T13" fmla="*/ 22 h 48"/>
              <a:gd name="T14" fmla="*/ 0 w 4"/>
              <a:gd name="T15" fmla="*/ 22 h 48"/>
              <a:gd name="T16" fmla="*/ 0 w 4"/>
              <a:gd name="T17" fmla="*/ 22 h 48"/>
              <a:gd name="T18" fmla="*/ 0 w 4"/>
              <a:gd name="T19" fmla="*/ 22 h 48"/>
              <a:gd name="T20" fmla="*/ 0 w 4"/>
              <a:gd name="T21" fmla="*/ 21 h 48"/>
              <a:gd name="T22" fmla="*/ 0 w 4"/>
              <a:gd name="T23" fmla="*/ 20 h 48"/>
              <a:gd name="T24" fmla="*/ 0 w 4"/>
              <a:gd name="T25" fmla="*/ 20 h 48"/>
              <a:gd name="T26" fmla="*/ 0 w 4"/>
              <a:gd name="T27" fmla="*/ 20 h 48"/>
              <a:gd name="T28" fmla="*/ 0 w 4"/>
              <a:gd name="T29" fmla="*/ 19 h 48"/>
              <a:gd name="T30" fmla="*/ 0 w 4"/>
              <a:gd name="T31" fmla="*/ 19 h 48"/>
              <a:gd name="T32" fmla="*/ 0 w 4"/>
              <a:gd name="T33" fmla="*/ 19 h 48"/>
              <a:gd name="T34" fmla="*/ 0 w 4"/>
              <a:gd name="T35" fmla="*/ 18 h 48"/>
              <a:gd name="T36" fmla="*/ 0 w 4"/>
              <a:gd name="T37" fmla="*/ 18 h 48"/>
              <a:gd name="T38" fmla="*/ 0 w 4"/>
              <a:gd name="T39" fmla="*/ 18 h 48"/>
              <a:gd name="T40" fmla="*/ 1 w 4"/>
              <a:gd name="T41" fmla="*/ 17 h 48"/>
              <a:gd name="T42" fmla="*/ 1 w 4"/>
              <a:gd name="T43" fmla="*/ 17 h 48"/>
              <a:gd name="T44" fmla="*/ 1 w 4"/>
              <a:gd name="T45" fmla="*/ 16 h 48"/>
              <a:gd name="T46" fmla="*/ 1 w 4"/>
              <a:gd name="T47" fmla="*/ 15 h 48"/>
              <a:gd name="T48" fmla="*/ 1 w 4"/>
              <a:gd name="T49" fmla="*/ 15 h 48"/>
              <a:gd name="T50" fmla="*/ 1 w 4"/>
              <a:gd name="T51" fmla="*/ 15 h 48"/>
              <a:gd name="T52" fmla="*/ 1 w 4"/>
              <a:gd name="T53" fmla="*/ 14 h 48"/>
              <a:gd name="T54" fmla="*/ 1 w 4"/>
              <a:gd name="T55" fmla="*/ 14 h 48"/>
              <a:gd name="T56" fmla="*/ 1 w 4"/>
              <a:gd name="T57" fmla="*/ 14 h 48"/>
              <a:gd name="T58" fmla="*/ 1 w 4"/>
              <a:gd name="T59" fmla="*/ 13 h 48"/>
              <a:gd name="T60" fmla="*/ 1 w 4"/>
              <a:gd name="T61" fmla="*/ 13 h 48"/>
              <a:gd name="T62" fmla="*/ 1 w 4"/>
              <a:gd name="T63" fmla="*/ 11 h 48"/>
              <a:gd name="T64" fmla="*/ 1 w 4"/>
              <a:gd name="T65" fmla="*/ 11 h 48"/>
              <a:gd name="T66" fmla="*/ 1 w 4"/>
              <a:gd name="T67" fmla="*/ 11 h 48"/>
              <a:gd name="T68" fmla="*/ 1 w 4"/>
              <a:gd name="T69" fmla="*/ 10 h 48"/>
              <a:gd name="T70" fmla="*/ 1 w 4"/>
              <a:gd name="T71" fmla="*/ 10 h 48"/>
              <a:gd name="T72" fmla="*/ 1 w 4"/>
              <a:gd name="T73" fmla="*/ 10 h 48"/>
              <a:gd name="T74" fmla="*/ 2 w 4"/>
              <a:gd name="T75" fmla="*/ 9 h 48"/>
              <a:gd name="T76" fmla="*/ 2 w 4"/>
              <a:gd name="T77" fmla="*/ 8 h 48"/>
              <a:gd name="T78" fmla="*/ 2 w 4"/>
              <a:gd name="T79" fmla="*/ 8 h 48"/>
              <a:gd name="T80" fmla="*/ 2 w 4"/>
              <a:gd name="T81" fmla="*/ 8 h 48"/>
              <a:gd name="T82" fmla="*/ 2 w 4"/>
              <a:gd name="T83" fmla="*/ 7 h 48"/>
              <a:gd name="T84" fmla="*/ 2 w 4"/>
              <a:gd name="T85" fmla="*/ 7 h 48"/>
              <a:gd name="T86" fmla="*/ 2 w 4"/>
              <a:gd name="T87" fmla="*/ 6 h 48"/>
              <a:gd name="T88" fmla="*/ 2 w 4"/>
              <a:gd name="T89" fmla="*/ 5 h 48"/>
              <a:gd name="T90" fmla="*/ 2 w 4"/>
              <a:gd name="T91" fmla="*/ 5 h 48"/>
              <a:gd name="T92" fmla="*/ 2 w 4"/>
              <a:gd name="T93" fmla="*/ 5 h 48"/>
              <a:gd name="T94" fmla="*/ 3 w 4"/>
              <a:gd name="T95" fmla="*/ 4 h 48"/>
              <a:gd name="T96" fmla="*/ 3 w 4"/>
              <a:gd name="T97" fmla="*/ 4 h 48"/>
              <a:gd name="T98" fmla="*/ 3 w 4"/>
              <a:gd name="T99" fmla="*/ 4 h 48"/>
              <a:gd name="T100" fmla="*/ 3 w 4"/>
              <a:gd name="T101" fmla="*/ 3 h 48"/>
              <a:gd name="T102" fmla="*/ 3 w 4"/>
              <a:gd name="T103" fmla="*/ 3 h 48"/>
              <a:gd name="T104" fmla="*/ 3 w 4"/>
              <a:gd name="T105" fmla="*/ 3 h 48"/>
              <a:gd name="T106" fmla="*/ 3 w 4"/>
              <a:gd name="T107" fmla="*/ 2 h 48"/>
              <a:gd name="T108" fmla="*/ 3 w 4"/>
              <a:gd name="T109" fmla="*/ 2 h 48"/>
              <a:gd name="T110" fmla="*/ 3 w 4"/>
              <a:gd name="T111" fmla="*/ 1 h 48"/>
              <a:gd name="T112" fmla="*/ 3 w 4"/>
              <a:gd name="T113" fmla="*/ 1 h 48"/>
              <a:gd name="T114" fmla="*/ 4 w 4"/>
              <a:gd name="T115" fmla="*/ 1 h 48"/>
              <a:gd name="T116" fmla="*/ 4 w 4"/>
              <a:gd name="T117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" h="48">
                <a:moveTo>
                  <a:pt x="3" y="48"/>
                </a:moveTo>
                <a:cubicBezTo>
                  <a:pt x="3" y="48"/>
                  <a:pt x="3" y="48"/>
                  <a:pt x="3" y="48"/>
                </a:cubicBezTo>
                <a:cubicBezTo>
                  <a:pt x="3" y="48"/>
                  <a:pt x="3" y="48"/>
                  <a:pt x="3" y="48"/>
                </a:cubicBezTo>
                <a:moveTo>
                  <a:pt x="3" y="47"/>
                </a:moveTo>
                <a:cubicBezTo>
                  <a:pt x="3" y="47"/>
                  <a:pt x="3" y="47"/>
                  <a:pt x="3" y="47"/>
                </a:cubicBezTo>
                <a:cubicBezTo>
                  <a:pt x="3" y="47"/>
                  <a:pt x="3" y="47"/>
                  <a:pt x="3" y="47"/>
                </a:cubicBezTo>
                <a:moveTo>
                  <a:pt x="2" y="47"/>
                </a:moveTo>
                <a:cubicBezTo>
                  <a:pt x="3" y="47"/>
                  <a:pt x="3" y="47"/>
                  <a:pt x="3" y="47"/>
                </a:cubicBezTo>
                <a:cubicBezTo>
                  <a:pt x="3" y="47"/>
                  <a:pt x="3" y="47"/>
                  <a:pt x="2" y="47"/>
                </a:cubicBezTo>
                <a:moveTo>
                  <a:pt x="2" y="47"/>
                </a:moveTo>
                <a:cubicBezTo>
                  <a:pt x="2" y="47"/>
                  <a:pt x="2" y="47"/>
                  <a:pt x="2" y="47"/>
                </a:cubicBezTo>
                <a:cubicBezTo>
                  <a:pt x="2" y="47"/>
                  <a:pt x="2" y="47"/>
                  <a:pt x="2" y="47"/>
                </a:cubicBezTo>
                <a:moveTo>
                  <a:pt x="2" y="46"/>
                </a:moveTo>
                <a:cubicBezTo>
                  <a:pt x="2" y="46"/>
                  <a:pt x="2" y="46"/>
                  <a:pt x="2" y="46"/>
                </a:cubicBezTo>
                <a:cubicBezTo>
                  <a:pt x="2" y="46"/>
                  <a:pt x="2" y="46"/>
                  <a:pt x="2" y="46"/>
                </a:cubicBezTo>
                <a:moveTo>
                  <a:pt x="2" y="46"/>
                </a:moveTo>
                <a:cubicBezTo>
                  <a:pt x="2" y="46"/>
                  <a:pt x="2" y="46"/>
                  <a:pt x="2" y="46"/>
                </a:cubicBezTo>
                <a:cubicBezTo>
                  <a:pt x="2" y="46"/>
                  <a:pt x="2" y="46"/>
                  <a:pt x="2" y="46"/>
                </a:cubicBezTo>
                <a:moveTo>
                  <a:pt x="2" y="45"/>
                </a:moveTo>
                <a:cubicBezTo>
                  <a:pt x="2" y="46"/>
                  <a:pt x="2" y="46"/>
                  <a:pt x="2" y="46"/>
                </a:cubicBezTo>
                <a:cubicBezTo>
                  <a:pt x="2" y="46"/>
                  <a:pt x="2" y="46"/>
                  <a:pt x="2" y="45"/>
                </a:cubicBezTo>
                <a:moveTo>
                  <a:pt x="0" y="23"/>
                </a:moveTo>
                <a:cubicBezTo>
                  <a:pt x="0" y="31"/>
                  <a:pt x="1" y="38"/>
                  <a:pt x="2" y="45"/>
                </a:cubicBezTo>
                <a:cubicBezTo>
                  <a:pt x="1" y="38"/>
                  <a:pt x="0" y="31"/>
                  <a:pt x="0" y="23"/>
                </a:cubicBezTo>
                <a:moveTo>
                  <a:pt x="0" y="23"/>
                </a:move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moveTo>
                  <a:pt x="0" y="22"/>
                </a:moveTo>
                <a:cubicBezTo>
                  <a:pt x="0" y="22"/>
                  <a:pt x="0" y="22"/>
                  <a:pt x="0" y="2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2"/>
                </a:cubicBezTo>
                <a:cubicBezTo>
                  <a:pt x="0" y="22"/>
                  <a:pt x="0" y="22"/>
                  <a:pt x="0" y="22"/>
                </a:cubicBezTo>
                <a:moveTo>
                  <a:pt x="0" y="22"/>
                </a:move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2"/>
                  <a:pt x="0" y="22"/>
                </a:cubicBezTo>
                <a:moveTo>
                  <a:pt x="0" y="22"/>
                </a:move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2"/>
                  <a:pt x="0" y="22"/>
                </a:cubicBezTo>
                <a:moveTo>
                  <a:pt x="0" y="21"/>
                </a:moveTo>
                <a:cubicBezTo>
                  <a:pt x="0" y="21"/>
                  <a:pt x="0" y="21"/>
                  <a:pt x="0" y="22"/>
                </a:cubicBezTo>
                <a:cubicBezTo>
                  <a:pt x="0" y="21"/>
                  <a:pt x="0" y="21"/>
                  <a:pt x="0" y="21"/>
                </a:cubicBezTo>
                <a:moveTo>
                  <a:pt x="0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1"/>
                  <a:pt x="0" y="21"/>
                </a:cubicBezTo>
                <a:moveTo>
                  <a:pt x="0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1"/>
                  <a:pt x="0" y="21"/>
                </a:cubicBezTo>
                <a:moveTo>
                  <a:pt x="0" y="20"/>
                </a:move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1"/>
                  <a:pt x="0" y="20"/>
                </a:cubicBezTo>
                <a:moveTo>
                  <a:pt x="0" y="20"/>
                </a:move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20"/>
                  <a:pt x="0" y="20"/>
                </a:cubicBezTo>
                <a:moveTo>
                  <a:pt x="0" y="20"/>
                </a:move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20"/>
                  <a:pt x="0" y="20"/>
                </a:cubicBezTo>
                <a:moveTo>
                  <a:pt x="0" y="20"/>
                </a:move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20"/>
                  <a:pt x="0" y="20"/>
                </a:cubicBezTo>
                <a:moveTo>
                  <a:pt x="0" y="19"/>
                </a:moveTo>
                <a:cubicBezTo>
                  <a:pt x="0" y="19"/>
                  <a:pt x="0" y="19"/>
                  <a:pt x="0" y="20"/>
                </a:cubicBezTo>
                <a:cubicBezTo>
                  <a:pt x="0" y="19"/>
                  <a:pt x="0" y="19"/>
                  <a:pt x="0" y="19"/>
                </a:cubicBezTo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moveTo>
                  <a:pt x="0" y="18"/>
                </a:moveTo>
                <a:cubicBezTo>
                  <a:pt x="0" y="18"/>
                  <a:pt x="0" y="19"/>
                  <a:pt x="0" y="19"/>
                </a:cubicBezTo>
                <a:cubicBezTo>
                  <a:pt x="0" y="19"/>
                  <a:pt x="0" y="18"/>
                  <a:pt x="0" y="18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8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moveTo>
                  <a:pt x="0" y="17"/>
                </a:move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moveTo>
                  <a:pt x="1" y="17"/>
                </a:moveTo>
                <a:cubicBezTo>
                  <a:pt x="1" y="17"/>
                  <a:pt x="0" y="17"/>
                  <a:pt x="0" y="17"/>
                </a:cubicBezTo>
                <a:cubicBezTo>
                  <a:pt x="0" y="17"/>
                  <a:pt x="1" y="17"/>
                  <a:pt x="1" y="17"/>
                </a:cubicBezTo>
                <a:moveTo>
                  <a:pt x="1" y="17"/>
                </a:moveTo>
                <a:cubicBezTo>
                  <a:pt x="1" y="17"/>
                  <a:pt x="1" y="17"/>
                  <a:pt x="1" y="17"/>
                </a:cubicBezTo>
                <a:cubicBezTo>
                  <a:pt x="1" y="17"/>
                  <a:pt x="1" y="17"/>
                  <a:pt x="1" y="17"/>
                </a:cubicBezTo>
                <a:moveTo>
                  <a:pt x="1" y="16"/>
                </a:moveTo>
                <a:cubicBezTo>
                  <a:pt x="1" y="16"/>
                  <a:pt x="1" y="17"/>
                  <a:pt x="1" y="17"/>
                </a:cubicBezTo>
                <a:cubicBezTo>
                  <a:pt x="1" y="17"/>
                  <a:pt x="1" y="16"/>
                  <a:pt x="1" y="16"/>
                </a:cubicBezTo>
                <a:moveTo>
                  <a:pt x="1" y="16"/>
                </a:moveTo>
                <a:cubicBezTo>
                  <a:pt x="1" y="16"/>
                  <a:pt x="1" y="16"/>
                  <a:pt x="1" y="16"/>
                </a:cubicBezTo>
                <a:cubicBezTo>
                  <a:pt x="1" y="16"/>
                  <a:pt x="1" y="16"/>
                  <a:pt x="1" y="16"/>
                </a:cubicBezTo>
                <a:moveTo>
                  <a:pt x="1" y="15"/>
                </a:moveTo>
                <a:cubicBezTo>
                  <a:pt x="1" y="15"/>
                  <a:pt x="1" y="16"/>
                  <a:pt x="1" y="16"/>
                </a:cubicBezTo>
                <a:cubicBezTo>
                  <a:pt x="1" y="16"/>
                  <a:pt x="1" y="15"/>
                  <a:pt x="1" y="15"/>
                </a:cubicBezTo>
                <a:moveTo>
                  <a:pt x="1" y="15"/>
                </a:moveTo>
                <a:cubicBezTo>
                  <a:pt x="1" y="15"/>
                  <a:pt x="1" y="15"/>
                  <a:pt x="1" y="15"/>
                </a:cubicBezTo>
                <a:cubicBezTo>
                  <a:pt x="1" y="15"/>
                  <a:pt x="1" y="15"/>
                  <a:pt x="1" y="15"/>
                </a:cubicBezTo>
                <a:moveTo>
                  <a:pt x="1" y="15"/>
                </a:moveTo>
                <a:cubicBezTo>
                  <a:pt x="1" y="15"/>
                  <a:pt x="1" y="15"/>
                  <a:pt x="1" y="15"/>
                </a:cubicBezTo>
                <a:cubicBezTo>
                  <a:pt x="1" y="15"/>
                  <a:pt x="1" y="15"/>
                  <a:pt x="1" y="15"/>
                </a:cubicBezTo>
                <a:moveTo>
                  <a:pt x="1" y="14"/>
                </a:moveTo>
                <a:cubicBezTo>
                  <a:pt x="1" y="14"/>
                  <a:pt x="1" y="14"/>
                  <a:pt x="1" y="15"/>
                </a:cubicBezTo>
                <a:cubicBezTo>
                  <a:pt x="1" y="14"/>
                  <a:pt x="1" y="14"/>
                  <a:pt x="1" y="14"/>
                </a:cubicBezTo>
                <a:moveTo>
                  <a:pt x="1" y="14"/>
                </a:moveTo>
                <a:cubicBezTo>
                  <a:pt x="1" y="14"/>
                  <a:pt x="1" y="14"/>
                  <a:pt x="1" y="14"/>
                </a:cubicBezTo>
                <a:cubicBezTo>
                  <a:pt x="1" y="14"/>
                  <a:pt x="1" y="14"/>
                  <a:pt x="1" y="14"/>
                </a:cubicBezTo>
                <a:moveTo>
                  <a:pt x="1" y="14"/>
                </a:moveTo>
                <a:cubicBezTo>
                  <a:pt x="1" y="14"/>
                  <a:pt x="1" y="14"/>
                  <a:pt x="1" y="14"/>
                </a:cubicBezTo>
                <a:cubicBezTo>
                  <a:pt x="1" y="14"/>
                  <a:pt x="1" y="14"/>
                  <a:pt x="1" y="14"/>
                </a:cubicBezTo>
                <a:moveTo>
                  <a:pt x="1" y="14"/>
                </a:moveTo>
                <a:cubicBezTo>
                  <a:pt x="1" y="14"/>
                  <a:pt x="1" y="14"/>
                  <a:pt x="1" y="14"/>
                </a:cubicBezTo>
                <a:cubicBezTo>
                  <a:pt x="1" y="14"/>
                  <a:pt x="1" y="14"/>
                  <a:pt x="1" y="14"/>
                </a:cubicBezTo>
                <a:moveTo>
                  <a:pt x="1" y="13"/>
                </a:move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1" y="13"/>
                  <a:pt x="1" y="13"/>
                </a:cubicBezTo>
                <a:moveTo>
                  <a:pt x="1" y="13"/>
                </a:move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1" y="13"/>
                  <a:pt x="1" y="13"/>
                </a:cubicBezTo>
                <a:moveTo>
                  <a:pt x="1" y="12"/>
                </a:moveTo>
                <a:cubicBezTo>
                  <a:pt x="1" y="12"/>
                  <a:pt x="1" y="13"/>
                  <a:pt x="1" y="13"/>
                </a:cubicBezTo>
                <a:cubicBezTo>
                  <a:pt x="1" y="13"/>
                  <a:pt x="1" y="12"/>
                  <a:pt x="1" y="12"/>
                </a:cubicBezTo>
                <a:moveTo>
                  <a:pt x="1" y="11"/>
                </a:moveTo>
                <a:cubicBezTo>
                  <a:pt x="1" y="12"/>
                  <a:pt x="1" y="12"/>
                  <a:pt x="1" y="12"/>
                </a:cubicBezTo>
                <a:cubicBezTo>
                  <a:pt x="1" y="12"/>
                  <a:pt x="1" y="12"/>
                  <a:pt x="1" y="11"/>
                </a:cubicBezTo>
                <a:moveTo>
                  <a:pt x="1" y="11"/>
                </a:move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1" y="11"/>
                  <a:pt x="1" y="11"/>
                </a:cubicBezTo>
                <a:moveTo>
                  <a:pt x="1" y="11"/>
                </a:move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1" y="11"/>
                  <a:pt x="1" y="11"/>
                </a:cubicBezTo>
                <a:moveTo>
                  <a:pt x="1" y="11"/>
                </a:move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1" y="11"/>
                  <a:pt x="1" y="11"/>
                </a:cubicBezTo>
                <a:moveTo>
                  <a:pt x="1" y="10"/>
                </a:moveTo>
                <a:cubicBezTo>
                  <a:pt x="1" y="10"/>
                  <a:pt x="1" y="11"/>
                  <a:pt x="1" y="11"/>
                </a:cubicBezTo>
                <a:cubicBezTo>
                  <a:pt x="1" y="11"/>
                  <a:pt x="1" y="10"/>
                  <a:pt x="1" y="10"/>
                </a:cubicBezTo>
                <a:moveTo>
                  <a:pt x="1" y="10"/>
                </a:moveTo>
                <a:cubicBezTo>
                  <a:pt x="1" y="10"/>
                  <a:pt x="1" y="10"/>
                  <a:pt x="1" y="10"/>
                </a:cubicBezTo>
                <a:cubicBezTo>
                  <a:pt x="1" y="10"/>
                  <a:pt x="1" y="10"/>
                  <a:pt x="1" y="10"/>
                </a:cubicBezTo>
                <a:moveTo>
                  <a:pt x="1" y="10"/>
                </a:moveTo>
                <a:cubicBezTo>
                  <a:pt x="1" y="10"/>
                  <a:pt x="1" y="10"/>
                  <a:pt x="1" y="10"/>
                </a:cubicBezTo>
                <a:cubicBezTo>
                  <a:pt x="1" y="10"/>
                  <a:pt x="1" y="10"/>
                  <a:pt x="1" y="10"/>
                </a:cubicBezTo>
                <a:moveTo>
                  <a:pt x="2" y="9"/>
                </a:moveTo>
                <a:cubicBezTo>
                  <a:pt x="2" y="10"/>
                  <a:pt x="1" y="10"/>
                  <a:pt x="1" y="10"/>
                </a:cubicBezTo>
                <a:cubicBezTo>
                  <a:pt x="1" y="10"/>
                  <a:pt x="2" y="10"/>
                  <a:pt x="2" y="9"/>
                </a:cubicBezTo>
                <a:moveTo>
                  <a:pt x="2" y="9"/>
                </a:move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moveTo>
                  <a:pt x="2" y="8"/>
                </a:moveTo>
                <a:cubicBezTo>
                  <a:pt x="2" y="8"/>
                  <a:pt x="2" y="9"/>
                  <a:pt x="2" y="9"/>
                </a:cubicBezTo>
                <a:cubicBezTo>
                  <a:pt x="2" y="9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6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6"/>
                </a:cubicBezTo>
                <a:moveTo>
                  <a:pt x="2" y="6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moveTo>
                  <a:pt x="2" y="5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5"/>
                </a:cubicBezTo>
                <a:moveTo>
                  <a:pt x="2" y="5"/>
                </a:move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2" y="5"/>
                </a:cubicBezTo>
                <a:moveTo>
                  <a:pt x="2" y="5"/>
                </a:move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2" y="5"/>
                </a:cubicBezTo>
                <a:moveTo>
                  <a:pt x="3" y="4"/>
                </a:moveTo>
                <a:cubicBezTo>
                  <a:pt x="3" y="5"/>
                  <a:pt x="3" y="5"/>
                  <a:pt x="3" y="5"/>
                </a:cubicBezTo>
                <a:cubicBezTo>
                  <a:pt x="3" y="5"/>
                  <a:pt x="3" y="5"/>
                  <a:pt x="3" y="4"/>
                </a:cubicBezTo>
                <a:moveTo>
                  <a:pt x="3" y="4"/>
                </a:move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moveTo>
                  <a:pt x="3" y="4"/>
                </a:move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moveTo>
                  <a:pt x="3" y="4"/>
                </a:move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moveTo>
                  <a:pt x="3" y="3"/>
                </a:moveTo>
                <a:cubicBezTo>
                  <a:pt x="3" y="3"/>
                  <a:pt x="3" y="4"/>
                  <a:pt x="3" y="4"/>
                </a:cubicBezTo>
                <a:cubicBezTo>
                  <a:pt x="3" y="4"/>
                  <a:pt x="3" y="3"/>
                  <a:pt x="3" y="3"/>
                </a:cubicBezTo>
                <a:moveTo>
                  <a:pt x="3" y="3"/>
                </a:move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moveTo>
                  <a:pt x="3" y="3"/>
                </a:move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moveTo>
                  <a:pt x="3" y="3"/>
                </a:move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moveTo>
                  <a:pt x="3" y="2"/>
                </a:moveTo>
                <a:cubicBezTo>
                  <a:pt x="3" y="2"/>
                  <a:pt x="3" y="2"/>
                  <a:pt x="3" y="2"/>
                </a:cubicBezTo>
                <a:cubicBezTo>
                  <a:pt x="3" y="2"/>
                  <a:pt x="3" y="2"/>
                  <a:pt x="3" y="2"/>
                </a:cubicBezTo>
                <a:moveTo>
                  <a:pt x="3" y="2"/>
                </a:moveTo>
                <a:cubicBezTo>
                  <a:pt x="3" y="2"/>
                  <a:pt x="3" y="2"/>
                  <a:pt x="3" y="2"/>
                </a:cubicBezTo>
                <a:cubicBezTo>
                  <a:pt x="3" y="2"/>
                  <a:pt x="3" y="2"/>
                  <a:pt x="3" y="2"/>
                </a:cubicBezTo>
                <a:moveTo>
                  <a:pt x="3" y="2"/>
                </a:moveTo>
                <a:cubicBezTo>
                  <a:pt x="3" y="2"/>
                  <a:pt x="3" y="2"/>
                  <a:pt x="3" y="2"/>
                </a:cubicBezTo>
                <a:cubicBezTo>
                  <a:pt x="3" y="2"/>
                  <a:pt x="3" y="2"/>
                  <a:pt x="3" y="2"/>
                </a:cubicBezTo>
                <a:moveTo>
                  <a:pt x="3" y="1"/>
                </a:moveTo>
                <a:cubicBezTo>
                  <a:pt x="3" y="1"/>
                  <a:pt x="3" y="2"/>
                  <a:pt x="3" y="2"/>
                </a:cubicBezTo>
                <a:cubicBezTo>
                  <a:pt x="3" y="2"/>
                  <a:pt x="3" y="1"/>
                  <a:pt x="3" y="1"/>
                </a:cubicBezTo>
                <a:moveTo>
                  <a:pt x="3" y="1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3" y="1"/>
                  <a:pt x="3" y="1"/>
                </a:cubicBezTo>
                <a:moveTo>
                  <a:pt x="3" y="1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3" y="1"/>
                  <a:pt x="3" y="1"/>
                </a:cubicBezTo>
                <a:moveTo>
                  <a:pt x="4" y="1"/>
                </a:moveTo>
                <a:cubicBezTo>
                  <a:pt x="4" y="1"/>
                  <a:pt x="4" y="1"/>
                  <a:pt x="4" y="1"/>
                </a:cubicBezTo>
                <a:cubicBezTo>
                  <a:pt x="4" y="1"/>
                  <a:pt x="4" y="1"/>
                  <a:pt x="4" y="1"/>
                </a:cubicBezTo>
                <a:moveTo>
                  <a:pt x="4" y="0"/>
                </a:moveTo>
                <a:cubicBezTo>
                  <a:pt x="4" y="0"/>
                  <a:pt x="4" y="0"/>
                  <a:pt x="4" y="1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E56A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5428FF-0A84-4E2E-92DA-584511ABC382}"/>
              </a:ext>
            </a:extLst>
          </p:cNvPr>
          <p:cNvGrpSpPr/>
          <p:nvPr/>
        </p:nvGrpSpPr>
        <p:grpSpPr>
          <a:xfrm>
            <a:off x="2498725" y="5334391"/>
            <a:ext cx="568325" cy="566738"/>
            <a:chOff x="2498725" y="5334391"/>
            <a:chExt cx="568325" cy="566738"/>
          </a:xfrm>
        </p:grpSpPr>
        <p:sp>
          <p:nvSpPr>
            <p:cNvPr id="222" name="Freeform 88"/>
            <p:cNvSpPr>
              <a:spLocks/>
            </p:cNvSpPr>
            <p:nvPr/>
          </p:nvSpPr>
          <p:spPr bwMode="auto">
            <a:xfrm>
              <a:off x="2498725" y="5334391"/>
              <a:ext cx="568325" cy="566738"/>
            </a:xfrm>
            <a:custGeom>
              <a:avLst/>
              <a:gdLst>
                <a:gd name="T0" fmla="*/ 116 w 232"/>
                <a:gd name="T1" fmla="*/ 232 h 232"/>
                <a:gd name="T2" fmla="*/ 232 w 232"/>
                <a:gd name="T3" fmla="*/ 116 h 232"/>
                <a:gd name="T4" fmla="*/ 116 w 232"/>
                <a:gd name="T5" fmla="*/ 0 h 232"/>
                <a:gd name="T6" fmla="*/ 0 w 232"/>
                <a:gd name="T7" fmla="*/ 116 h 232"/>
                <a:gd name="T8" fmla="*/ 116 w 232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32">
                  <a:moveTo>
                    <a:pt x="116" y="232"/>
                  </a:move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ubicBezTo>
                    <a:pt x="52" y="0"/>
                    <a:pt x="0" y="53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</a:path>
              </a:pathLst>
            </a:cu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3" name="Oval 89"/>
            <p:cNvSpPr>
              <a:spLocks noChangeArrowheads="1"/>
            </p:cNvSpPr>
            <p:nvPr/>
          </p:nvSpPr>
          <p:spPr bwMode="auto">
            <a:xfrm>
              <a:off x="2555875" y="5389953"/>
              <a:ext cx="457200" cy="457200"/>
            </a:xfrm>
            <a:prstGeom prst="ellipse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4" name="Freeform 90"/>
            <p:cNvSpPr>
              <a:spLocks noEditPoints="1"/>
            </p:cNvSpPr>
            <p:nvPr/>
          </p:nvSpPr>
          <p:spPr bwMode="auto">
            <a:xfrm>
              <a:off x="2555875" y="5548703"/>
              <a:ext cx="9525" cy="127000"/>
            </a:xfrm>
            <a:custGeom>
              <a:avLst/>
              <a:gdLst>
                <a:gd name="T0" fmla="*/ 3 w 4"/>
                <a:gd name="T1" fmla="*/ 52 h 52"/>
                <a:gd name="T2" fmla="*/ 3 w 4"/>
                <a:gd name="T3" fmla="*/ 52 h 52"/>
                <a:gd name="T4" fmla="*/ 3 w 4"/>
                <a:gd name="T5" fmla="*/ 52 h 52"/>
                <a:gd name="T6" fmla="*/ 3 w 4"/>
                <a:gd name="T7" fmla="*/ 51 h 52"/>
                <a:gd name="T8" fmla="*/ 2 w 4"/>
                <a:gd name="T9" fmla="*/ 51 h 52"/>
                <a:gd name="T10" fmla="*/ 2 w 4"/>
                <a:gd name="T11" fmla="*/ 51 h 52"/>
                <a:gd name="T12" fmla="*/ 2 w 4"/>
                <a:gd name="T13" fmla="*/ 51 h 52"/>
                <a:gd name="T14" fmla="*/ 2 w 4"/>
                <a:gd name="T15" fmla="*/ 50 h 52"/>
                <a:gd name="T16" fmla="*/ 2 w 4"/>
                <a:gd name="T17" fmla="*/ 50 h 52"/>
                <a:gd name="T18" fmla="*/ 2 w 4"/>
                <a:gd name="T19" fmla="*/ 50 h 52"/>
                <a:gd name="T20" fmla="*/ 2 w 4"/>
                <a:gd name="T21" fmla="*/ 49 h 52"/>
                <a:gd name="T22" fmla="*/ 2 w 4"/>
                <a:gd name="T23" fmla="*/ 49 h 52"/>
                <a:gd name="T24" fmla="*/ 2 w 4"/>
                <a:gd name="T25" fmla="*/ 49 h 52"/>
                <a:gd name="T26" fmla="*/ 2 w 4"/>
                <a:gd name="T27" fmla="*/ 49 h 52"/>
                <a:gd name="T28" fmla="*/ 2 w 4"/>
                <a:gd name="T29" fmla="*/ 49 h 52"/>
                <a:gd name="T30" fmla="*/ 2 w 4"/>
                <a:gd name="T31" fmla="*/ 49 h 52"/>
                <a:gd name="T32" fmla="*/ 2 w 4"/>
                <a:gd name="T33" fmla="*/ 48 h 52"/>
                <a:gd name="T34" fmla="*/ 2 w 4"/>
                <a:gd name="T35" fmla="*/ 48 h 52"/>
                <a:gd name="T36" fmla="*/ 2 w 4"/>
                <a:gd name="T37" fmla="*/ 48 h 52"/>
                <a:gd name="T38" fmla="*/ 0 w 4"/>
                <a:gd name="T39" fmla="*/ 35 h 52"/>
                <a:gd name="T40" fmla="*/ 0 w 4"/>
                <a:gd name="T41" fmla="*/ 35 h 52"/>
                <a:gd name="T42" fmla="*/ 0 w 4"/>
                <a:gd name="T43" fmla="*/ 35 h 52"/>
                <a:gd name="T44" fmla="*/ 0 w 4"/>
                <a:gd name="T45" fmla="*/ 33 h 52"/>
                <a:gd name="T46" fmla="*/ 0 w 4"/>
                <a:gd name="T47" fmla="*/ 33 h 52"/>
                <a:gd name="T48" fmla="*/ 0 w 4"/>
                <a:gd name="T49" fmla="*/ 33 h 52"/>
                <a:gd name="T50" fmla="*/ 0 w 4"/>
                <a:gd name="T51" fmla="*/ 32 h 52"/>
                <a:gd name="T52" fmla="*/ 0 w 4"/>
                <a:gd name="T53" fmla="*/ 32 h 52"/>
                <a:gd name="T54" fmla="*/ 0 w 4"/>
                <a:gd name="T55" fmla="*/ 32 h 52"/>
                <a:gd name="T56" fmla="*/ 0 w 4"/>
                <a:gd name="T57" fmla="*/ 32 h 52"/>
                <a:gd name="T58" fmla="*/ 0 w 4"/>
                <a:gd name="T59" fmla="*/ 32 h 52"/>
                <a:gd name="T60" fmla="*/ 0 w 4"/>
                <a:gd name="T61" fmla="*/ 32 h 52"/>
                <a:gd name="T62" fmla="*/ 0 w 4"/>
                <a:gd name="T63" fmla="*/ 31 h 52"/>
                <a:gd name="T64" fmla="*/ 0 w 4"/>
                <a:gd name="T65" fmla="*/ 31 h 52"/>
                <a:gd name="T66" fmla="*/ 0 w 4"/>
                <a:gd name="T67" fmla="*/ 30 h 52"/>
                <a:gd name="T68" fmla="*/ 0 w 4"/>
                <a:gd name="T69" fmla="*/ 30 h 52"/>
                <a:gd name="T70" fmla="*/ 0 w 4"/>
                <a:gd name="T71" fmla="*/ 30 h 52"/>
                <a:gd name="T72" fmla="*/ 0 w 4"/>
                <a:gd name="T73" fmla="*/ 30 h 52"/>
                <a:gd name="T74" fmla="*/ 0 w 4"/>
                <a:gd name="T75" fmla="*/ 29 h 52"/>
                <a:gd name="T76" fmla="*/ 0 w 4"/>
                <a:gd name="T77" fmla="*/ 29 h 52"/>
                <a:gd name="T78" fmla="*/ 0 w 4"/>
                <a:gd name="T79" fmla="*/ 29 h 52"/>
                <a:gd name="T80" fmla="*/ 0 w 4"/>
                <a:gd name="T81" fmla="*/ 29 h 52"/>
                <a:gd name="T82" fmla="*/ 0 w 4"/>
                <a:gd name="T83" fmla="*/ 29 h 52"/>
                <a:gd name="T84" fmla="*/ 0 w 4"/>
                <a:gd name="T85" fmla="*/ 29 h 52"/>
                <a:gd name="T86" fmla="*/ 0 w 4"/>
                <a:gd name="T87" fmla="*/ 28 h 52"/>
                <a:gd name="T88" fmla="*/ 0 w 4"/>
                <a:gd name="T89" fmla="*/ 28 h 52"/>
                <a:gd name="T90" fmla="*/ 4 w 4"/>
                <a:gd name="T91" fmla="*/ 1 h 52"/>
                <a:gd name="T92" fmla="*/ 4 w 4"/>
                <a:gd name="T93" fmla="*/ 1 h 52"/>
                <a:gd name="T94" fmla="*/ 4 w 4"/>
                <a:gd name="T95" fmla="*/ 1 h 52"/>
                <a:gd name="T96" fmla="*/ 4 w 4"/>
                <a:gd name="T97" fmla="*/ 1 h 52"/>
                <a:gd name="T98" fmla="*/ 4 w 4"/>
                <a:gd name="T99" fmla="*/ 1 h 52"/>
                <a:gd name="T100" fmla="*/ 4 w 4"/>
                <a:gd name="T101" fmla="*/ 1 h 52"/>
                <a:gd name="T102" fmla="*/ 4 w 4"/>
                <a:gd name="T103" fmla="*/ 0 h 52"/>
                <a:gd name="T104" fmla="*/ 4 w 4"/>
                <a:gd name="T105" fmla="*/ 0 h 52"/>
                <a:gd name="T106" fmla="*/ 4 w 4"/>
                <a:gd name="T107" fmla="*/ 0 h 52"/>
                <a:gd name="T108" fmla="*/ 4 w 4"/>
                <a:gd name="T109" fmla="*/ 0 h 52"/>
                <a:gd name="T110" fmla="*/ 4 w 4"/>
                <a:gd name="T11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" h="52">
                  <a:moveTo>
                    <a:pt x="3" y="52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moveTo>
                    <a:pt x="3" y="52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moveTo>
                    <a:pt x="3" y="51"/>
                  </a:move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moveTo>
                    <a:pt x="2" y="51"/>
                  </a:move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moveTo>
                    <a:pt x="2" y="51"/>
                  </a:move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moveTo>
                    <a:pt x="2" y="50"/>
                  </a:moveTo>
                  <a:cubicBezTo>
                    <a:pt x="2" y="50"/>
                    <a:pt x="2" y="51"/>
                    <a:pt x="2" y="51"/>
                  </a:cubicBezTo>
                  <a:cubicBezTo>
                    <a:pt x="2" y="51"/>
                    <a:pt x="2" y="50"/>
                    <a:pt x="2" y="50"/>
                  </a:cubicBezTo>
                  <a:moveTo>
                    <a:pt x="2" y="50"/>
                  </a:move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moveTo>
                    <a:pt x="2" y="49"/>
                  </a:move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49"/>
                  </a:cubicBezTo>
                  <a:moveTo>
                    <a:pt x="2" y="49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moveTo>
                    <a:pt x="2" y="49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moveTo>
                    <a:pt x="2" y="49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moveTo>
                    <a:pt x="2" y="48"/>
                  </a:moveTo>
                  <a:cubicBezTo>
                    <a:pt x="2" y="48"/>
                    <a:pt x="2" y="49"/>
                    <a:pt x="2" y="49"/>
                  </a:cubicBezTo>
                  <a:cubicBezTo>
                    <a:pt x="2" y="49"/>
                    <a:pt x="2" y="48"/>
                    <a:pt x="2" y="48"/>
                  </a:cubicBezTo>
                  <a:moveTo>
                    <a:pt x="2" y="48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moveTo>
                    <a:pt x="0" y="35"/>
                  </a:moveTo>
                  <a:cubicBezTo>
                    <a:pt x="0" y="40"/>
                    <a:pt x="1" y="44"/>
                    <a:pt x="2" y="48"/>
                  </a:cubicBezTo>
                  <a:cubicBezTo>
                    <a:pt x="1" y="44"/>
                    <a:pt x="0" y="40"/>
                    <a:pt x="0" y="35"/>
                  </a:cubicBezTo>
                  <a:moveTo>
                    <a:pt x="0" y="33"/>
                  </a:moveTo>
                  <a:cubicBezTo>
                    <a:pt x="0" y="34"/>
                    <a:pt x="0" y="35"/>
                    <a:pt x="0" y="35"/>
                  </a:cubicBezTo>
                  <a:cubicBezTo>
                    <a:pt x="0" y="35"/>
                    <a:pt x="0" y="34"/>
                    <a:pt x="0" y="33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moveTo>
                    <a:pt x="0" y="32"/>
                  </a:moveTo>
                  <a:cubicBezTo>
                    <a:pt x="0" y="32"/>
                    <a:pt x="0" y="33"/>
                    <a:pt x="0" y="33"/>
                  </a:cubicBezTo>
                  <a:cubicBezTo>
                    <a:pt x="0" y="33"/>
                    <a:pt x="0" y="32"/>
                    <a:pt x="0" y="32"/>
                  </a:cubicBezTo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moveTo>
                    <a:pt x="0" y="31"/>
                  </a:moveTo>
                  <a:cubicBezTo>
                    <a:pt x="0" y="31"/>
                    <a:pt x="0" y="31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moveTo>
                    <a:pt x="0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moveTo>
                    <a:pt x="0" y="29"/>
                  </a:moveTo>
                  <a:cubicBezTo>
                    <a:pt x="0" y="29"/>
                    <a:pt x="0" y="30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moveTo>
                    <a:pt x="0" y="28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8"/>
                  </a:cubicBezTo>
                  <a:moveTo>
                    <a:pt x="0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moveTo>
                    <a:pt x="4" y="1"/>
                  </a:moveTo>
                  <a:cubicBezTo>
                    <a:pt x="1" y="10"/>
                    <a:pt x="0" y="19"/>
                    <a:pt x="0" y="28"/>
                  </a:cubicBezTo>
                  <a:cubicBezTo>
                    <a:pt x="0" y="19"/>
                    <a:pt x="1" y="10"/>
                    <a:pt x="4" y="1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0"/>
                  </a:moveTo>
                  <a:cubicBezTo>
                    <a:pt x="4" y="0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5" name="Freeform 91"/>
            <p:cNvSpPr>
              <a:spLocks/>
            </p:cNvSpPr>
            <p:nvPr/>
          </p:nvSpPr>
          <p:spPr bwMode="auto">
            <a:xfrm>
              <a:off x="2555875" y="5416941"/>
              <a:ext cx="190500" cy="428625"/>
            </a:xfrm>
            <a:custGeom>
              <a:avLst/>
              <a:gdLst>
                <a:gd name="T0" fmla="*/ 4 w 78"/>
                <a:gd name="T1" fmla="*/ 54 h 175"/>
                <a:gd name="T2" fmla="*/ 4 w 78"/>
                <a:gd name="T3" fmla="*/ 54 h 175"/>
                <a:gd name="T4" fmla="*/ 4 w 78"/>
                <a:gd name="T5" fmla="*/ 54 h 175"/>
                <a:gd name="T6" fmla="*/ 4 w 78"/>
                <a:gd name="T7" fmla="*/ 55 h 175"/>
                <a:gd name="T8" fmla="*/ 4 w 78"/>
                <a:gd name="T9" fmla="*/ 55 h 175"/>
                <a:gd name="T10" fmla="*/ 4 w 78"/>
                <a:gd name="T11" fmla="*/ 55 h 175"/>
                <a:gd name="T12" fmla="*/ 4 w 78"/>
                <a:gd name="T13" fmla="*/ 55 h 175"/>
                <a:gd name="T14" fmla="*/ 0 w 78"/>
                <a:gd name="T15" fmla="*/ 82 h 175"/>
                <a:gd name="T16" fmla="*/ 0 w 78"/>
                <a:gd name="T17" fmla="*/ 82 h 175"/>
                <a:gd name="T18" fmla="*/ 0 w 78"/>
                <a:gd name="T19" fmla="*/ 83 h 175"/>
                <a:gd name="T20" fmla="*/ 0 w 78"/>
                <a:gd name="T21" fmla="*/ 83 h 175"/>
                <a:gd name="T22" fmla="*/ 0 w 78"/>
                <a:gd name="T23" fmla="*/ 83 h 175"/>
                <a:gd name="T24" fmla="*/ 0 w 78"/>
                <a:gd name="T25" fmla="*/ 84 h 175"/>
                <a:gd name="T26" fmla="*/ 0 w 78"/>
                <a:gd name="T27" fmla="*/ 84 h 175"/>
                <a:gd name="T28" fmla="*/ 0 w 78"/>
                <a:gd name="T29" fmla="*/ 84 h 175"/>
                <a:gd name="T30" fmla="*/ 0 w 78"/>
                <a:gd name="T31" fmla="*/ 85 h 175"/>
                <a:gd name="T32" fmla="*/ 0 w 78"/>
                <a:gd name="T33" fmla="*/ 85 h 175"/>
                <a:gd name="T34" fmla="*/ 0 w 78"/>
                <a:gd name="T35" fmla="*/ 86 h 175"/>
                <a:gd name="T36" fmla="*/ 0 w 78"/>
                <a:gd name="T37" fmla="*/ 86 h 175"/>
                <a:gd name="T38" fmla="*/ 0 w 78"/>
                <a:gd name="T39" fmla="*/ 86 h 175"/>
                <a:gd name="T40" fmla="*/ 0 w 78"/>
                <a:gd name="T41" fmla="*/ 87 h 175"/>
                <a:gd name="T42" fmla="*/ 0 w 78"/>
                <a:gd name="T43" fmla="*/ 87 h 175"/>
                <a:gd name="T44" fmla="*/ 0 w 78"/>
                <a:gd name="T45" fmla="*/ 87 h 175"/>
                <a:gd name="T46" fmla="*/ 0 w 78"/>
                <a:gd name="T47" fmla="*/ 89 h 175"/>
                <a:gd name="T48" fmla="*/ 2 w 78"/>
                <a:gd name="T49" fmla="*/ 102 h 175"/>
                <a:gd name="T50" fmla="*/ 2 w 78"/>
                <a:gd name="T51" fmla="*/ 102 h 175"/>
                <a:gd name="T52" fmla="*/ 2 w 78"/>
                <a:gd name="T53" fmla="*/ 103 h 175"/>
                <a:gd name="T54" fmla="*/ 2 w 78"/>
                <a:gd name="T55" fmla="*/ 103 h 175"/>
                <a:gd name="T56" fmla="*/ 2 w 78"/>
                <a:gd name="T57" fmla="*/ 103 h 175"/>
                <a:gd name="T58" fmla="*/ 2 w 78"/>
                <a:gd name="T59" fmla="*/ 103 h 175"/>
                <a:gd name="T60" fmla="*/ 2 w 78"/>
                <a:gd name="T61" fmla="*/ 104 h 175"/>
                <a:gd name="T62" fmla="*/ 2 w 78"/>
                <a:gd name="T63" fmla="*/ 104 h 175"/>
                <a:gd name="T64" fmla="*/ 2 w 78"/>
                <a:gd name="T65" fmla="*/ 105 h 175"/>
                <a:gd name="T66" fmla="*/ 2 w 78"/>
                <a:gd name="T67" fmla="*/ 105 h 175"/>
                <a:gd name="T68" fmla="*/ 3 w 78"/>
                <a:gd name="T69" fmla="*/ 105 h 175"/>
                <a:gd name="T70" fmla="*/ 3 w 78"/>
                <a:gd name="T71" fmla="*/ 106 h 175"/>
                <a:gd name="T72" fmla="*/ 3 w 78"/>
                <a:gd name="T73" fmla="*/ 106 h 175"/>
                <a:gd name="T74" fmla="*/ 78 w 78"/>
                <a:gd name="T75" fmla="*/ 175 h 175"/>
                <a:gd name="T76" fmla="*/ 19 w 78"/>
                <a:gd name="T77" fmla="*/ 106 h 175"/>
                <a:gd name="T78" fmla="*/ 15 w 78"/>
                <a:gd name="T79" fmla="*/ 77 h 175"/>
                <a:gd name="T80" fmla="*/ 46 w 78"/>
                <a:gd name="T81" fmla="*/ 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8" h="175">
                  <a:moveTo>
                    <a:pt x="49" y="0"/>
                  </a:moveTo>
                  <a:cubicBezTo>
                    <a:pt x="28" y="12"/>
                    <a:pt x="12" y="31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" y="64"/>
                    <a:pt x="0" y="73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4"/>
                    <a:pt x="1" y="98"/>
                    <a:pt x="2" y="102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2" y="102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2" y="104"/>
                    <a:pt x="2" y="105"/>
                    <a:pt x="2" y="105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2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6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12" y="141"/>
                    <a:pt x="42" y="169"/>
                    <a:pt x="78" y="175"/>
                  </a:cubicBezTo>
                  <a:cubicBezTo>
                    <a:pt x="66" y="169"/>
                    <a:pt x="56" y="162"/>
                    <a:pt x="46" y="153"/>
                  </a:cubicBezTo>
                  <a:cubicBezTo>
                    <a:pt x="33" y="140"/>
                    <a:pt x="24" y="124"/>
                    <a:pt x="19" y="106"/>
                  </a:cubicBezTo>
                  <a:cubicBezTo>
                    <a:pt x="18" y="97"/>
                    <a:pt x="17" y="88"/>
                    <a:pt x="15" y="78"/>
                  </a:cubicBezTo>
                  <a:cubicBezTo>
                    <a:pt x="15" y="78"/>
                    <a:pt x="15" y="78"/>
                    <a:pt x="15" y="77"/>
                  </a:cubicBezTo>
                  <a:cubicBezTo>
                    <a:pt x="15" y="58"/>
                    <a:pt x="20" y="40"/>
                    <a:pt x="30" y="24"/>
                  </a:cubicBezTo>
                  <a:cubicBezTo>
                    <a:pt x="35" y="17"/>
                    <a:pt x="41" y="10"/>
                    <a:pt x="46" y="3"/>
                  </a:cubicBezTo>
                  <a:cubicBezTo>
                    <a:pt x="47" y="2"/>
                    <a:pt x="48" y="1"/>
                    <a:pt x="49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6" name="Rectangle 92"/>
            <p:cNvSpPr>
              <a:spLocks noChangeArrowheads="1"/>
            </p:cNvSpPr>
            <p:nvPr/>
          </p:nvSpPr>
          <p:spPr bwMode="auto">
            <a:xfrm>
              <a:off x="2714625" y="5480441"/>
              <a:ext cx="139700" cy="193675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7" name="Rectangle 93"/>
            <p:cNvSpPr>
              <a:spLocks noChangeArrowheads="1"/>
            </p:cNvSpPr>
            <p:nvPr/>
          </p:nvSpPr>
          <p:spPr bwMode="auto">
            <a:xfrm>
              <a:off x="2665413" y="5421703"/>
              <a:ext cx="28212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 dirty="0">
                  <a:ln>
                    <a:noFill/>
                  </a:ln>
                  <a:solidFill>
                    <a:srgbClr val="FF9936"/>
                  </a:solidFill>
                  <a:effectLst/>
                  <a:latin typeface="Raleway" panose="020B0003030101060003" pitchFamily="34" charset="0"/>
                </a:rPr>
                <a:t>15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BADD7C-3D5A-44FF-8043-BD36A4C614D6}"/>
              </a:ext>
            </a:extLst>
          </p:cNvPr>
          <p:cNvGrpSpPr/>
          <p:nvPr/>
        </p:nvGrpSpPr>
        <p:grpSpPr>
          <a:xfrm>
            <a:off x="1157288" y="3113478"/>
            <a:ext cx="584200" cy="587375"/>
            <a:chOff x="1157288" y="3113478"/>
            <a:chExt cx="584200" cy="587375"/>
          </a:xfrm>
        </p:grpSpPr>
        <p:sp>
          <p:nvSpPr>
            <p:cNvPr id="206" name="Freeform 72"/>
            <p:cNvSpPr>
              <a:spLocks/>
            </p:cNvSpPr>
            <p:nvPr/>
          </p:nvSpPr>
          <p:spPr bwMode="auto">
            <a:xfrm>
              <a:off x="1157288" y="3113478"/>
              <a:ext cx="584200" cy="587375"/>
            </a:xfrm>
            <a:custGeom>
              <a:avLst/>
              <a:gdLst>
                <a:gd name="T0" fmla="*/ 126 w 239"/>
                <a:gd name="T1" fmla="*/ 4 h 240"/>
                <a:gd name="T2" fmla="*/ 235 w 239"/>
                <a:gd name="T3" fmla="*/ 127 h 240"/>
                <a:gd name="T4" fmla="*/ 112 w 239"/>
                <a:gd name="T5" fmla="*/ 236 h 240"/>
                <a:gd name="T6" fmla="*/ 3 w 239"/>
                <a:gd name="T7" fmla="*/ 113 h 240"/>
                <a:gd name="T8" fmla="*/ 126 w 239"/>
                <a:gd name="T9" fmla="*/ 4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240">
                  <a:moveTo>
                    <a:pt x="126" y="4"/>
                  </a:moveTo>
                  <a:cubicBezTo>
                    <a:pt x="190" y="8"/>
                    <a:pt x="239" y="63"/>
                    <a:pt x="235" y="127"/>
                  </a:cubicBezTo>
                  <a:cubicBezTo>
                    <a:pt x="231" y="191"/>
                    <a:pt x="176" y="240"/>
                    <a:pt x="112" y="236"/>
                  </a:cubicBezTo>
                  <a:cubicBezTo>
                    <a:pt x="48" y="232"/>
                    <a:pt x="0" y="177"/>
                    <a:pt x="3" y="113"/>
                  </a:cubicBezTo>
                  <a:cubicBezTo>
                    <a:pt x="7" y="49"/>
                    <a:pt x="63" y="0"/>
                    <a:pt x="126" y="4"/>
                  </a:cubicBezTo>
                </a:path>
              </a:pathLst>
            </a:cu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7" name="Freeform 73"/>
            <p:cNvSpPr>
              <a:spLocks/>
            </p:cNvSpPr>
            <p:nvPr/>
          </p:nvSpPr>
          <p:spPr bwMode="auto">
            <a:xfrm>
              <a:off x="1212850" y="3169041"/>
              <a:ext cx="473075" cy="473075"/>
            </a:xfrm>
            <a:custGeom>
              <a:avLst/>
              <a:gdLst>
                <a:gd name="T0" fmla="*/ 102 w 193"/>
                <a:gd name="T1" fmla="*/ 4 h 193"/>
                <a:gd name="T2" fmla="*/ 190 w 193"/>
                <a:gd name="T3" fmla="*/ 103 h 193"/>
                <a:gd name="T4" fmla="*/ 90 w 193"/>
                <a:gd name="T5" fmla="*/ 190 h 193"/>
                <a:gd name="T6" fmla="*/ 3 w 193"/>
                <a:gd name="T7" fmla="*/ 91 h 193"/>
                <a:gd name="T8" fmla="*/ 102 w 193"/>
                <a:gd name="T9" fmla="*/ 4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02" y="4"/>
                  </a:moveTo>
                  <a:cubicBezTo>
                    <a:pt x="153" y="7"/>
                    <a:pt x="193" y="51"/>
                    <a:pt x="190" y="103"/>
                  </a:cubicBezTo>
                  <a:cubicBezTo>
                    <a:pt x="186" y="154"/>
                    <a:pt x="142" y="193"/>
                    <a:pt x="90" y="190"/>
                  </a:cubicBezTo>
                  <a:cubicBezTo>
                    <a:pt x="39" y="187"/>
                    <a:pt x="0" y="143"/>
                    <a:pt x="3" y="91"/>
                  </a:cubicBezTo>
                  <a:cubicBezTo>
                    <a:pt x="6" y="40"/>
                    <a:pt x="51" y="0"/>
                    <a:pt x="102" y="4"/>
                  </a:cubicBezTo>
                </a:path>
              </a:pathLst>
            </a:cu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8" name="Freeform 74"/>
            <p:cNvSpPr>
              <a:spLocks noEditPoints="1"/>
            </p:cNvSpPr>
            <p:nvPr/>
          </p:nvSpPr>
          <p:spPr bwMode="auto">
            <a:xfrm>
              <a:off x="1217613" y="3389703"/>
              <a:ext cx="25400" cy="117475"/>
            </a:xfrm>
            <a:custGeom>
              <a:avLst/>
              <a:gdLst>
                <a:gd name="T0" fmla="*/ 10 w 10"/>
                <a:gd name="T1" fmla="*/ 48 h 48"/>
                <a:gd name="T2" fmla="*/ 10 w 10"/>
                <a:gd name="T3" fmla="*/ 48 h 48"/>
                <a:gd name="T4" fmla="*/ 10 w 10"/>
                <a:gd name="T5" fmla="*/ 48 h 48"/>
                <a:gd name="T6" fmla="*/ 10 w 10"/>
                <a:gd name="T7" fmla="*/ 48 h 48"/>
                <a:gd name="T8" fmla="*/ 10 w 10"/>
                <a:gd name="T9" fmla="*/ 47 h 48"/>
                <a:gd name="T10" fmla="*/ 10 w 10"/>
                <a:gd name="T11" fmla="*/ 47 h 48"/>
                <a:gd name="T12" fmla="*/ 10 w 10"/>
                <a:gd name="T13" fmla="*/ 47 h 48"/>
                <a:gd name="T14" fmla="*/ 10 w 10"/>
                <a:gd name="T15" fmla="*/ 47 h 48"/>
                <a:gd name="T16" fmla="*/ 10 w 10"/>
                <a:gd name="T17" fmla="*/ 47 h 48"/>
                <a:gd name="T18" fmla="*/ 10 w 10"/>
                <a:gd name="T19" fmla="*/ 47 h 48"/>
                <a:gd name="T20" fmla="*/ 9 w 10"/>
                <a:gd name="T21" fmla="*/ 46 h 48"/>
                <a:gd name="T22" fmla="*/ 9 w 10"/>
                <a:gd name="T23" fmla="*/ 46 h 48"/>
                <a:gd name="T24" fmla="*/ 9 w 10"/>
                <a:gd name="T25" fmla="*/ 46 h 48"/>
                <a:gd name="T26" fmla="*/ 1 w 10"/>
                <a:gd name="T27" fmla="*/ 4 h 48"/>
                <a:gd name="T28" fmla="*/ 1 w 10"/>
                <a:gd name="T29" fmla="*/ 4 h 48"/>
                <a:gd name="T30" fmla="*/ 1 w 10"/>
                <a:gd name="T31" fmla="*/ 4 h 48"/>
                <a:gd name="T32" fmla="*/ 1 w 10"/>
                <a:gd name="T33" fmla="*/ 3 h 48"/>
                <a:gd name="T34" fmla="*/ 1 w 10"/>
                <a:gd name="T35" fmla="*/ 3 h 48"/>
                <a:gd name="T36" fmla="*/ 1 w 10"/>
                <a:gd name="T37" fmla="*/ 3 h 48"/>
                <a:gd name="T38" fmla="*/ 1 w 10"/>
                <a:gd name="T39" fmla="*/ 2 h 48"/>
                <a:gd name="T40" fmla="*/ 1 w 10"/>
                <a:gd name="T41" fmla="*/ 2 h 48"/>
                <a:gd name="T42" fmla="*/ 1 w 10"/>
                <a:gd name="T43" fmla="*/ 2 h 48"/>
                <a:gd name="T44" fmla="*/ 1 w 10"/>
                <a:gd name="T45" fmla="*/ 2 h 48"/>
                <a:gd name="T46" fmla="*/ 1 w 10"/>
                <a:gd name="T47" fmla="*/ 2 h 48"/>
                <a:gd name="T48" fmla="*/ 1 w 10"/>
                <a:gd name="T49" fmla="*/ 2 h 48"/>
                <a:gd name="T50" fmla="*/ 1 w 10"/>
                <a:gd name="T51" fmla="*/ 1 h 48"/>
                <a:gd name="T52" fmla="*/ 1 w 10"/>
                <a:gd name="T53" fmla="*/ 1 h 48"/>
                <a:gd name="T54" fmla="*/ 1 w 10"/>
                <a:gd name="T55" fmla="*/ 1 h 48"/>
                <a:gd name="T56" fmla="*/ 1 w 10"/>
                <a:gd name="T57" fmla="*/ 1 h 48"/>
                <a:gd name="T58" fmla="*/ 1 w 10"/>
                <a:gd name="T59" fmla="*/ 0 h 48"/>
                <a:gd name="T60" fmla="*/ 1 w 10"/>
                <a:gd name="T61" fmla="*/ 0 h 48"/>
                <a:gd name="T62" fmla="*/ 1 w 10"/>
                <a:gd name="T63" fmla="*/ 0 h 48"/>
                <a:gd name="T64" fmla="*/ 1 w 10"/>
                <a:gd name="T65" fmla="*/ 0 h 48"/>
                <a:gd name="T66" fmla="*/ 1 w 10"/>
                <a:gd name="T67" fmla="*/ 0 h 48"/>
                <a:gd name="T68" fmla="*/ 1 w 10"/>
                <a:gd name="T6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" h="48"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moveTo>
                    <a:pt x="10" y="47"/>
                  </a:moveTo>
                  <a:cubicBezTo>
                    <a:pt x="10" y="47"/>
                    <a:pt x="10" y="48"/>
                    <a:pt x="10" y="48"/>
                  </a:cubicBezTo>
                  <a:cubicBezTo>
                    <a:pt x="10" y="48"/>
                    <a:pt x="10" y="47"/>
                    <a:pt x="10" y="47"/>
                  </a:cubicBezTo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moveTo>
                    <a:pt x="9" y="46"/>
                  </a:moveTo>
                  <a:cubicBezTo>
                    <a:pt x="10" y="46"/>
                    <a:pt x="10" y="46"/>
                    <a:pt x="10" y="47"/>
                  </a:cubicBezTo>
                  <a:cubicBezTo>
                    <a:pt x="10" y="46"/>
                    <a:pt x="10" y="46"/>
                    <a:pt x="9" y="46"/>
                  </a:cubicBezTo>
                  <a:moveTo>
                    <a:pt x="9" y="46"/>
                  </a:move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moveTo>
                    <a:pt x="9" y="46"/>
                  </a:move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moveTo>
                    <a:pt x="1" y="4"/>
                  </a:moveTo>
                  <a:cubicBezTo>
                    <a:pt x="0" y="19"/>
                    <a:pt x="3" y="33"/>
                    <a:pt x="9" y="46"/>
                  </a:cubicBezTo>
                  <a:cubicBezTo>
                    <a:pt x="3" y="33"/>
                    <a:pt x="0" y="19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2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9" name="Freeform 75"/>
            <p:cNvSpPr>
              <a:spLocks/>
            </p:cNvSpPr>
            <p:nvPr/>
          </p:nvSpPr>
          <p:spPr bwMode="auto">
            <a:xfrm>
              <a:off x="1217613" y="3180153"/>
              <a:ext cx="207963" cy="420688"/>
            </a:xfrm>
            <a:custGeom>
              <a:avLst/>
              <a:gdLst>
                <a:gd name="T0" fmla="*/ 85 w 85"/>
                <a:gd name="T1" fmla="*/ 0 h 172"/>
                <a:gd name="T2" fmla="*/ 1 w 85"/>
                <a:gd name="T3" fmla="*/ 86 h 172"/>
                <a:gd name="T4" fmla="*/ 1 w 85"/>
                <a:gd name="T5" fmla="*/ 86 h 172"/>
                <a:gd name="T6" fmla="*/ 1 w 85"/>
                <a:gd name="T7" fmla="*/ 86 h 172"/>
                <a:gd name="T8" fmla="*/ 1 w 85"/>
                <a:gd name="T9" fmla="*/ 86 h 172"/>
                <a:gd name="T10" fmla="*/ 1 w 85"/>
                <a:gd name="T11" fmla="*/ 86 h 172"/>
                <a:gd name="T12" fmla="*/ 1 w 85"/>
                <a:gd name="T13" fmla="*/ 86 h 172"/>
                <a:gd name="T14" fmla="*/ 1 w 85"/>
                <a:gd name="T15" fmla="*/ 86 h 172"/>
                <a:gd name="T16" fmla="*/ 1 w 85"/>
                <a:gd name="T17" fmla="*/ 86 h 172"/>
                <a:gd name="T18" fmla="*/ 1 w 85"/>
                <a:gd name="T19" fmla="*/ 87 h 172"/>
                <a:gd name="T20" fmla="*/ 1 w 85"/>
                <a:gd name="T21" fmla="*/ 87 h 172"/>
                <a:gd name="T22" fmla="*/ 1 w 85"/>
                <a:gd name="T23" fmla="*/ 87 h 172"/>
                <a:gd name="T24" fmla="*/ 1 w 85"/>
                <a:gd name="T25" fmla="*/ 87 h 172"/>
                <a:gd name="T26" fmla="*/ 1 w 85"/>
                <a:gd name="T27" fmla="*/ 87 h 172"/>
                <a:gd name="T28" fmla="*/ 1 w 85"/>
                <a:gd name="T29" fmla="*/ 88 h 172"/>
                <a:gd name="T30" fmla="*/ 1 w 85"/>
                <a:gd name="T31" fmla="*/ 88 h 172"/>
                <a:gd name="T32" fmla="*/ 1 w 85"/>
                <a:gd name="T33" fmla="*/ 88 h 172"/>
                <a:gd name="T34" fmla="*/ 1 w 85"/>
                <a:gd name="T35" fmla="*/ 88 h 172"/>
                <a:gd name="T36" fmla="*/ 1 w 85"/>
                <a:gd name="T37" fmla="*/ 88 h 172"/>
                <a:gd name="T38" fmla="*/ 1 w 85"/>
                <a:gd name="T39" fmla="*/ 88 h 172"/>
                <a:gd name="T40" fmla="*/ 1 w 85"/>
                <a:gd name="T41" fmla="*/ 88 h 172"/>
                <a:gd name="T42" fmla="*/ 1 w 85"/>
                <a:gd name="T43" fmla="*/ 89 h 172"/>
                <a:gd name="T44" fmla="*/ 1 w 85"/>
                <a:gd name="T45" fmla="*/ 89 h 172"/>
                <a:gd name="T46" fmla="*/ 1 w 85"/>
                <a:gd name="T47" fmla="*/ 89 h 172"/>
                <a:gd name="T48" fmla="*/ 1 w 85"/>
                <a:gd name="T49" fmla="*/ 89 h 172"/>
                <a:gd name="T50" fmla="*/ 1 w 85"/>
                <a:gd name="T51" fmla="*/ 90 h 172"/>
                <a:gd name="T52" fmla="*/ 1 w 85"/>
                <a:gd name="T53" fmla="*/ 90 h 172"/>
                <a:gd name="T54" fmla="*/ 1 w 85"/>
                <a:gd name="T55" fmla="*/ 90 h 172"/>
                <a:gd name="T56" fmla="*/ 1 w 85"/>
                <a:gd name="T57" fmla="*/ 90 h 172"/>
                <a:gd name="T58" fmla="*/ 9 w 85"/>
                <a:gd name="T59" fmla="*/ 132 h 172"/>
                <a:gd name="T60" fmla="*/ 9 w 85"/>
                <a:gd name="T61" fmla="*/ 132 h 172"/>
                <a:gd name="T62" fmla="*/ 9 w 85"/>
                <a:gd name="T63" fmla="*/ 132 h 172"/>
                <a:gd name="T64" fmla="*/ 9 w 85"/>
                <a:gd name="T65" fmla="*/ 132 h 172"/>
                <a:gd name="T66" fmla="*/ 9 w 85"/>
                <a:gd name="T67" fmla="*/ 132 h 172"/>
                <a:gd name="T68" fmla="*/ 9 w 85"/>
                <a:gd name="T69" fmla="*/ 132 h 172"/>
                <a:gd name="T70" fmla="*/ 10 w 85"/>
                <a:gd name="T71" fmla="*/ 133 h 172"/>
                <a:gd name="T72" fmla="*/ 10 w 85"/>
                <a:gd name="T73" fmla="*/ 133 h 172"/>
                <a:gd name="T74" fmla="*/ 10 w 85"/>
                <a:gd name="T75" fmla="*/ 133 h 172"/>
                <a:gd name="T76" fmla="*/ 10 w 85"/>
                <a:gd name="T77" fmla="*/ 133 h 172"/>
                <a:gd name="T78" fmla="*/ 10 w 85"/>
                <a:gd name="T79" fmla="*/ 133 h 172"/>
                <a:gd name="T80" fmla="*/ 10 w 85"/>
                <a:gd name="T81" fmla="*/ 133 h 172"/>
                <a:gd name="T82" fmla="*/ 10 w 85"/>
                <a:gd name="T83" fmla="*/ 133 h 172"/>
                <a:gd name="T84" fmla="*/ 10 w 85"/>
                <a:gd name="T85" fmla="*/ 133 h 172"/>
                <a:gd name="T86" fmla="*/ 10 w 85"/>
                <a:gd name="T87" fmla="*/ 134 h 172"/>
                <a:gd name="T88" fmla="*/ 10 w 85"/>
                <a:gd name="T89" fmla="*/ 134 h 172"/>
                <a:gd name="T90" fmla="*/ 10 w 85"/>
                <a:gd name="T91" fmla="*/ 134 h 172"/>
                <a:gd name="T92" fmla="*/ 10 w 85"/>
                <a:gd name="T93" fmla="*/ 134 h 172"/>
                <a:gd name="T94" fmla="*/ 10 w 85"/>
                <a:gd name="T95" fmla="*/ 134 h 172"/>
                <a:gd name="T96" fmla="*/ 45 w 85"/>
                <a:gd name="T97" fmla="*/ 172 h 172"/>
                <a:gd name="T98" fmla="*/ 42 w 85"/>
                <a:gd name="T99" fmla="*/ 170 h 172"/>
                <a:gd name="T100" fmla="*/ 27 w 85"/>
                <a:gd name="T101" fmla="*/ 147 h 172"/>
                <a:gd name="T102" fmla="*/ 16 w 85"/>
                <a:gd name="T103" fmla="*/ 93 h 172"/>
                <a:gd name="T104" fmla="*/ 16 w 85"/>
                <a:gd name="T105" fmla="*/ 92 h 172"/>
                <a:gd name="T106" fmla="*/ 22 w 85"/>
                <a:gd name="T107" fmla="*/ 65 h 172"/>
                <a:gd name="T108" fmla="*/ 52 w 85"/>
                <a:gd name="T109" fmla="*/ 20 h 172"/>
                <a:gd name="T110" fmla="*/ 85 w 85"/>
                <a:gd name="T111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5" h="172">
                  <a:moveTo>
                    <a:pt x="85" y="0"/>
                  </a:moveTo>
                  <a:cubicBezTo>
                    <a:pt x="41" y="4"/>
                    <a:pt x="5" y="40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105"/>
                    <a:pt x="3" y="119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10" y="132"/>
                    <a:pt x="10" y="132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0" y="133"/>
                    <a:pt x="10" y="134"/>
                    <a:pt x="10" y="134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18" y="150"/>
                    <a:pt x="30" y="163"/>
                    <a:pt x="45" y="172"/>
                  </a:cubicBezTo>
                  <a:cubicBezTo>
                    <a:pt x="44" y="171"/>
                    <a:pt x="43" y="171"/>
                    <a:pt x="42" y="170"/>
                  </a:cubicBezTo>
                  <a:cubicBezTo>
                    <a:pt x="37" y="162"/>
                    <a:pt x="32" y="155"/>
                    <a:pt x="27" y="147"/>
                  </a:cubicBezTo>
                  <a:cubicBezTo>
                    <a:pt x="19" y="130"/>
                    <a:pt x="15" y="112"/>
                    <a:pt x="16" y="93"/>
                  </a:cubicBezTo>
                  <a:cubicBezTo>
                    <a:pt x="16" y="93"/>
                    <a:pt x="16" y="93"/>
                    <a:pt x="16" y="92"/>
                  </a:cubicBezTo>
                  <a:cubicBezTo>
                    <a:pt x="18" y="83"/>
                    <a:pt x="20" y="74"/>
                    <a:pt x="22" y="65"/>
                  </a:cubicBezTo>
                  <a:cubicBezTo>
                    <a:pt x="28" y="47"/>
                    <a:pt x="38" y="32"/>
                    <a:pt x="52" y="20"/>
                  </a:cubicBezTo>
                  <a:cubicBezTo>
                    <a:pt x="62" y="11"/>
                    <a:pt x="73" y="4"/>
                    <a:pt x="85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0" name="Rectangle 96"/>
            <p:cNvSpPr>
              <a:spLocks noChangeArrowheads="1"/>
            </p:cNvSpPr>
            <p:nvPr/>
          </p:nvSpPr>
          <p:spPr bwMode="auto">
            <a:xfrm>
              <a:off x="1311275" y="3330966"/>
              <a:ext cx="276225" cy="161925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1" name="Rectangle 97"/>
            <p:cNvSpPr>
              <a:spLocks noChangeArrowheads="1"/>
            </p:cNvSpPr>
            <p:nvPr/>
          </p:nvSpPr>
          <p:spPr bwMode="auto">
            <a:xfrm>
              <a:off x="1311275" y="3218253"/>
              <a:ext cx="30296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 dirty="0">
                  <a:ln>
                    <a:noFill/>
                  </a:ln>
                  <a:solidFill>
                    <a:srgbClr val="FF9936"/>
                  </a:solidFill>
                  <a:effectLst/>
                  <a:latin typeface="Raleway" panose="020B0003030101060003" pitchFamily="34" charset="0"/>
                </a:rPr>
                <a:t>25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D91C3C-3852-430A-9A83-22625BBCEAE3}"/>
              </a:ext>
            </a:extLst>
          </p:cNvPr>
          <p:cNvGrpSpPr/>
          <p:nvPr/>
        </p:nvGrpSpPr>
        <p:grpSpPr>
          <a:xfrm>
            <a:off x="1162050" y="4580328"/>
            <a:ext cx="569913" cy="568325"/>
            <a:chOff x="1162050" y="4580328"/>
            <a:chExt cx="569913" cy="568325"/>
          </a:xfrm>
        </p:grpSpPr>
        <p:sp>
          <p:nvSpPr>
            <p:cNvPr id="214" name="Freeform 80"/>
            <p:cNvSpPr>
              <a:spLocks/>
            </p:cNvSpPr>
            <p:nvPr/>
          </p:nvSpPr>
          <p:spPr bwMode="auto">
            <a:xfrm>
              <a:off x="1162050" y="4580328"/>
              <a:ext cx="569913" cy="568325"/>
            </a:xfrm>
            <a:custGeom>
              <a:avLst/>
              <a:gdLst>
                <a:gd name="T0" fmla="*/ 116 w 233"/>
                <a:gd name="T1" fmla="*/ 0 h 232"/>
                <a:gd name="T2" fmla="*/ 232 w 233"/>
                <a:gd name="T3" fmla="*/ 116 h 232"/>
                <a:gd name="T4" fmla="*/ 117 w 233"/>
                <a:gd name="T5" fmla="*/ 232 h 232"/>
                <a:gd name="T6" fmla="*/ 0 w 233"/>
                <a:gd name="T7" fmla="*/ 116 h 232"/>
                <a:gd name="T8" fmla="*/ 116 w 233"/>
                <a:gd name="T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232">
                  <a:moveTo>
                    <a:pt x="116" y="0"/>
                  </a:moveTo>
                  <a:cubicBezTo>
                    <a:pt x="180" y="0"/>
                    <a:pt x="232" y="52"/>
                    <a:pt x="232" y="116"/>
                  </a:cubicBezTo>
                  <a:cubicBezTo>
                    <a:pt x="233" y="180"/>
                    <a:pt x="180" y="232"/>
                    <a:pt x="117" y="232"/>
                  </a:cubicBezTo>
                  <a:cubicBezTo>
                    <a:pt x="53" y="232"/>
                    <a:pt x="1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</a:path>
              </a:pathLst>
            </a:custGeom>
            <a:solidFill>
              <a:srgbClr val="F2A0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5" name="Freeform 81"/>
            <p:cNvSpPr>
              <a:spLocks/>
            </p:cNvSpPr>
            <p:nvPr/>
          </p:nvSpPr>
          <p:spPr bwMode="auto">
            <a:xfrm>
              <a:off x="1217613" y="4637478"/>
              <a:ext cx="457200" cy="457200"/>
            </a:xfrm>
            <a:custGeom>
              <a:avLst/>
              <a:gdLst>
                <a:gd name="T0" fmla="*/ 93 w 187"/>
                <a:gd name="T1" fmla="*/ 0 h 187"/>
                <a:gd name="T2" fmla="*/ 187 w 187"/>
                <a:gd name="T3" fmla="*/ 93 h 187"/>
                <a:gd name="T4" fmla="*/ 94 w 187"/>
                <a:gd name="T5" fmla="*/ 187 h 187"/>
                <a:gd name="T6" fmla="*/ 0 w 187"/>
                <a:gd name="T7" fmla="*/ 93 h 187"/>
                <a:gd name="T8" fmla="*/ 93 w 187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87">
                  <a:moveTo>
                    <a:pt x="93" y="0"/>
                  </a:moveTo>
                  <a:cubicBezTo>
                    <a:pt x="145" y="0"/>
                    <a:pt x="187" y="41"/>
                    <a:pt x="187" y="93"/>
                  </a:cubicBezTo>
                  <a:cubicBezTo>
                    <a:pt x="187" y="144"/>
                    <a:pt x="145" y="187"/>
                    <a:pt x="94" y="187"/>
                  </a:cubicBezTo>
                  <a:cubicBezTo>
                    <a:pt x="42" y="187"/>
                    <a:pt x="0" y="145"/>
                    <a:pt x="0" y="93"/>
                  </a:cubicBezTo>
                  <a:cubicBezTo>
                    <a:pt x="0" y="42"/>
                    <a:pt x="42" y="0"/>
                    <a:pt x="93" y="0"/>
                  </a:cubicBezTo>
                </a:path>
              </a:pathLst>
            </a:cu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6" name="Freeform 82"/>
            <p:cNvSpPr>
              <a:spLocks noEditPoints="1"/>
            </p:cNvSpPr>
            <p:nvPr/>
          </p:nvSpPr>
          <p:spPr bwMode="auto">
            <a:xfrm>
              <a:off x="1217613" y="4827978"/>
              <a:ext cx="17463" cy="123825"/>
            </a:xfrm>
            <a:custGeom>
              <a:avLst/>
              <a:gdLst>
                <a:gd name="T0" fmla="*/ 7 w 7"/>
                <a:gd name="T1" fmla="*/ 51 h 51"/>
                <a:gd name="T2" fmla="*/ 7 w 7"/>
                <a:gd name="T3" fmla="*/ 50 h 51"/>
                <a:gd name="T4" fmla="*/ 7 w 7"/>
                <a:gd name="T5" fmla="*/ 50 h 51"/>
                <a:gd name="T6" fmla="*/ 7 w 7"/>
                <a:gd name="T7" fmla="*/ 50 h 51"/>
                <a:gd name="T8" fmla="*/ 7 w 7"/>
                <a:gd name="T9" fmla="*/ 49 h 51"/>
                <a:gd name="T10" fmla="*/ 0 w 7"/>
                <a:gd name="T11" fmla="*/ 16 h 51"/>
                <a:gd name="T12" fmla="*/ 0 w 7"/>
                <a:gd name="T13" fmla="*/ 16 h 51"/>
                <a:gd name="T14" fmla="*/ 0 w 7"/>
                <a:gd name="T15" fmla="*/ 16 h 51"/>
                <a:gd name="T16" fmla="*/ 0 w 7"/>
                <a:gd name="T17" fmla="*/ 16 h 51"/>
                <a:gd name="T18" fmla="*/ 0 w 7"/>
                <a:gd name="T19" fmla="*/ 15 h 51"/>
                <a:gd name="T20" fmla="*/ 0 w 7"/>
                <a:gd name="T21" fmla="*/ 15 h 51"/>
                <a:gd name="T22" fmla="*/ 0 w 7"/>
                <a:gd name="T23" fmla="*/ 15 h 51"/>
                <a:gd name="T24" fmla="*/ 0 w 7"/>
                <a:gd name="T25" fmla="*/ 14 h 51"/>
                <a:gd name="T26" fmla="*/ 0 w 7"/>
                <a:gd name="T27" fmla="*/ 14 h 51"/>
                <a:gd name="T28" fmla="*/ 0 w 7"/>
                <a:gd name="T29" fmla="*/ 14 h 51"/>
                <a:gd name="T30" fmla="*/ 0 w 7"/>
                <a:gd name="T31" fmla="*/ 14 h 51"/>
                <a:gd name="T32" fmla="*/ 0 w 7"/>
                <a:gd name="T33" fmla="*/ 13 h 51"/>
                <a:gd name="T34" fmla="*/ 0 w 7"/>
                <a:gd name="T35" fmla="*/ 13 h 51"/>
                <a:gd name="T36" fmla="*/ 0 w 7"/>
                <a:gd name="T37" fmla="*/ 13 h 51"/>
                <a:gd name="T38" fmla="*/ 0 w 7"/>
                <a:gd name="T39" fmla="*/ 12 h 51"/>
                <a:gd name="T40" fmla="*/ 0 w 7"/>
                <a:gd name="T41" fmla="*/ 12 h 51"/>
                <a:gd name="T42" fmla="*/ 0 w 7"/>
                <a:gd name="T43" fmla="*/ 12 h 51"/>
                <a:gd name="T44" fmla="*/ 0 w 7"/>
                <a:gd name="T45" fmla="*/ 12 h 51"/>
                <a:gd name="T46" fmla="*/ 0 w 7"/>
                <a:gd name="T47" fmla="*/ 11 h 51"/>
                <a:gd name="T48" fmla="*/ 0 w 7"/>
                <a:gd name="T49" fmla="*/ 11 h 51"/>
                <a:gd name="T50" fmla="*/ 0 w 7"/>
                <a:gd name="T51" fmla="*/ 11 h 51"/>
                <a:gd name="T52" fmla="*/ 0 w 7"/>
                <a:gd name="T53" fmla="*/ 10 h 51"/>
                <a:gd name="T54" fmla="*/ 0 w 7"/>
                <a:gd name="T55" fmla="*/ 10 h 51"/>
                <a:gd name="T56" fmla="*/ 0 w 7"/>
                <a:gd name="T57" fmla="*/ 10 h 51"/>
                <a:gd name="T58" fmla="*/ 0 w 7"/>
                <a:gd name="T59" fmla="*/ 9 h 51"/>
                <a:gd name="T60" fmla="*/ 0 w 7"/>
                <a:gd name="T61" fmla="*/ 9 h 51"/>
                <a:gd name="T62" fmla="*/ 0 w 7"/>
                <a:gd name="T63" fmla="*/ 9 h 51"/>
                <a:gd name="T64" fmla="*/ 0 w 7"/>
                <a:gd name="T65" fmla="*/ 9 h 51"/>
                <a:gd name="T66" fmla="*/ 0 w 7"/>
                <a:gd name="T67" fmla="*/ 8 h 51"/>
                <a:gd name="T68" fmla="*/ 0 w 7"/>
                <a:gd name="T69" fmla="*/ 8 h 51"/>
                <a:gd name="T70" fmla="*/ 0 w 7"/>
                <a:gd name="T71" fmla="*/ 8 h 51"/>
                <a:gd name="T72" fmla="*/ 0 w 7"/>
                <a:gd name="T73" fmla="*/ 7 h 51"/>
                <a:gd name="T74" fmla="*/ 0 w 7"/>
                <a:gd name="T75" fmla="*/ 7 h 51"/>
                <a:gd name="T76" fmla="*/ 0 w 7"/>
                <a:gd name="T77" fmla="*/ 7 h 51"/>
                <a:gd name="T78" fmla="*/ 0 w 7"/>
                <a:gd name="T79" fmla="*/ 6 h 51"/>
                <a:gd name="T80" fmla="*/ 0 w 7"/>
                <a:gd name="T81" fmla="*/ 6 h 51"/>
                <a:gd name="T82" fmla="*/ 0 w 7"/>
                <a:gd name="T83" fmla="*/ 6 h 51"/>
                <a:gd name="T84" fmla="*/ 0 w 7"/>
                <a:gd name="T85" fmla="*/ 6 h 51"/>
                <a:gd name="T86" fmla="*/ 0 w 7"/>
                <a:gd name="T87" fmla="*/ 5 h 51"/>
                <a:gd name="T88" fmla="*/ 1 w 7"/>
                <a:gd name="T89" fmla="*/ 5 h 51"/>
                <a:gd name="T90" fmla="*/ 1 w 7"/>
                <a:gd name="T91" fmla="*/ 5 h 51"/>
                <a:gd name="T92" fmla="*/ 1 w 7"/>
                <a:gd name="T93" fmla="*/ 4 h 51"/>
                <a:gd name="T94" fmla="*/ 1 w 7"/>
                <a:gd name="T95" fmla="*/ 4 h 51"/>
                <a:gd name="T96" fmla="*/ 1 w 7"/>
                <a:gd name="T97" fmla="*/ 3 h 51"/>
                <a:gd name="T98" fmla="*/ 1 w 7"/>
                <a:gd name="T99" fmla="*/ 3 h 51"/>
                <a:gd name="T100" fmla="*/ 1 w 7"/>
                <a:gd name="T101" fmla="*/ 3 h 51"/>
                <a:gd name="T102" fmla="*/ 1 w 7"/>
                <a:gd name="T103" fmla="*/ 3 h 51"/>
                <a:gd name="T104" fmla="*/ 1 w 7"/>
                <a:gd name="T105" fmla="*/ 2 h 51"/>
                <a:gd name="T106" fmla="*/ 1 w 7"/>
                <a:gd name="T107" fmla="*/ 1 h 51"/>
                <a:gd name="T108" fmla="*/ 1 w 7"/>
                <a:gd name="T109" fmla="*/ 1 h 51"/>
                <a:gd name="T110" fmla="*/ 1 w 7"/>
                <a:gd name="T111" fmla="*/ 1 h 51"/>
                <a:gd name="T112" fmla="*/ 1 w 7"/>
                <a:gd name="T113" fmla="*/ 0 h 51"/>
                <a:gd name="T114" fmla="*/ 1 w 7"/>
                <a:gd name="T115" fmla="*/ 0 h 51"/>
                <a:gd name="T116" fmla="*/ 1 w 7"/>
                <a:gd name="T1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" h="51">
                  <a:moveTo>
                    <a:pt x="7" y="51"/>
                  </a:moveTo>
                  <a:cubicBezTo>
                    <a:pt x="7" y="51"/>
                    <a:pt x="7" y="51"/>
                    <a:pt x="7" y="51"/>
                  </a:cubicBezTo>
                  <a:cubicBezTo>
                    <a:pt x="7" y="51"/>
                    <a:pt x="7" y="51"/>
                    <a:pt x="7" y="51"/>
                  </a:cubicBezTo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moveTo>
                    <a:pt x="7" y="49"/>
                  </a:moveTo>
                  <a:cubicBezTo>
                    <a:pt x="7" y="49"/>
                    <a:pt x="7" y="50"/>
                    <a:pt x="7" y="50"/>
                  </a:cubicBezTo>
                  <a:cubicBezTo>
                    <a:pt x="7" y="50"/>
                    <a:pt x="7" y="49"/>
                    <a:pt x="7" y="49"/>
                  </a:cubicBezTo>
                  <a:moveTo>
                    <a:pt x="0" y="16"/>
                  </a:moveTo>
                  <a:cubicBezTo>
                    <a:pt x="0" y="28"/>
                    <a:pt x="2" y="39"/>
                    <a:pt x="6" y="49"/>
                  </a:cubicBezTo>
                  <a:cubicBezTo>
                    <a:pt x="2" y="39"/>
                    <a:pt x="0" y="28"/>
                    <a:pt x="0" y="16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3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5"/>
                  </a:move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7" name="Freeform 83"/>
            <p:cNvSpPr>
              <a:spLocks/>
            </p:cNvSpPr>
            <p:nvPr/>
          </p:nvSpPr>
          <p:spPr bwMode="auto">
            <a:xfrm>
              <a:off x="1217613" y="4639066"/>
              <a:ext cx="190500" cy="425450"/>
            </a:xfrm>
            <a:custGeom>
              <a:avLst/>
              <a:gdLst>
                <a:gd name="T0" fmla="*/ 1 w 78"/>
                <a:gd name="T1" fmla="*/ 77 h 174"/>
                <a:gd name="T2" fmla="*/ 1 w 78"/>
                <a:gd name="T3" fmla="*/ 77 h 174"/>
                <a:gd name="T4" fmla="*/ 1 w 78"/>
                <a:gd name="T5" fmla="*/ 77 h 174"/>
                <a:gd name="T6" fmla="*/ 1 w 78"/>
                <a:gd name="T7" fmla="*/ 78 h 174"/>
                <a:gd name="T8" fmla="*/ 1 w 78"/>
                <a:gd name="T9" fmla="*/ 78 h 174"/>
                <a:gd name="T10" fmla="*/ 1 w 78"/>
                <a:gd name="T11" fmla="*/ 78 h 174"/>
                <a:gd name="T12" fmla="*/ 1 w 78"/>
                <a:gd name="T13" fmla="*/ 79 h 174"/>
                <a:gd name="T14" fmla="*/ 1 w 78"/>
                <a:gd name="T15" fmla="*/ 80 h 174"/>
                <a:gd name="T16" fmla="*/ 1 w 78"/>
                <a:gd name="T17" fmla="*/ 80 h 174"/>
                <a:gd name="T18" fmla="*/ 1 w 78"/>
                <a:gd name="T19" fmla="*/ 80 h 174"/>
                <a:gd name="T20" fmla="*/ 1 w 78"/>
                <a:gd name="T21" fmla="*/ 80 h 174"/>
                <a:gd name="T22" fmla="*/ 1 w 78"/>
                <a:gd name="T23" fmla="*/ 81 h 174"/>
                <a:gd name="T24" fmla="*/ 1 w 78"/>
                <a:gd name="T25" fmla="*/ 81 h 174"/>
                <a:gd name="T26" fmla="*/ 1 w 78"/>
                <a:gd name="T27" fmla="*/ 82 h 174"/>
                <a:gd name="T28" fmla="*/ 1 w 78"/>
                <a:gd name="T29" fmla="*/ 82 h 174"/>
                <a:gd name="T30" fmla="*/ 0 w 78"/>
                <a:gd name="T31" fmla="*/ 82 h 174"/>
                <a:gd name="T32" fmla="*/ 0 w 78"/>
                <a:gd name="T33" fmla="*/ 82 h 174"/>
                <a:gd name="T34" fmla="*/ 0 w 78"/>
                <a:gd name="T35" fmla="*/ 83 h 174"/>
                <a:gd name="T36" fmla="*/ 0 w 78"/>
                <a:gd name="T37" fmla="*/ 83 h 174"/>
                <a:gd name="T38" fmla="*/ 0 w 78"/>
                <a:gd name="T39" fmla="*/ 83 h 174"/>
                <a:gd name="T40" fmla="*/ 0 w 78"/>
                <a:gd name="T41" fmla="*/ 84 h 174"/>
                <a:gd name="T42" fmla="*/ 0 w 78"/>
                <a:gd name="T43" fmla="*/ 84 h 174"/>
                <a:gd name="T44" fmla="*/ 0 w 78"/>
                <a:gd name="T45" fmla="*/ 84 h 174"/>
                <a:gd name="T46" fmla="*/ 0 w 78"/>
                <a:gd name="T47" fmla="*/ 85 h 174"/>
                <a:gd name="T48" fmla="*/ 0 w 78"/>
                <a:gd name="T49" fmla="*/ 85 h 174"/>
                <a:gd name="T50" fmla="*/ 0 w 78"/>
                <a:gd name="T51" fmla="*/ 85 h 174"/>
                <a:gd name="T52" fmla="*/ 0 w 78"/>
                <a:gd name="T53" fmla="*/ 85 h 174"/>
                <a:gd name="T54" fmla="*/ 0 w 78"/>
                <a:gd name="T55" fmla="*/ 86 h 174"/>
                <a:gd name="T56" fmla="*/ 0 w 78"/>
                <a:gd name="T57" fmla="*/ 86 h 174"/>
                <a:gd name="T58" fmla="*/ 0 w 78"/>
                <a:gd name="T59" fmla="*/ 86 h 174"/>
                <a:gd name="T60" fmla="*/ 0 w 78"/>
                <a:gd name="T61" fmla="*/ 87 h 174"/>
                <a:gd name="T62" fmla="*/ 0 w 78"/>
                <a:gd name="T63" fmla="*/ 87 h 174"/>
                <a:gd name="T64" fmla="*/ 0 w 78"/>
                <a:gd name="T65" fmla="*/ 87 h 174"/>
                <a:gd name="T66" fmla="*/ 0 w 78"/>
                <a:gd name="T67" fmla="*/ 87 h 174"/>
                <a:gd name="T68" fmla="*/ 0 w 78"/>
                <a:gd name="T69" fmla="*/ 88 h 174"/>
                <a:gd name="T70" fmla="*/ 0 w 78"/>
                <a:gd name="T71" fmla="*/ 88 h 174"/>
                <a:gd name="T72" fmla="*/ 0 w 78"/>
                <a:gd name="T73" fmla="*/ 88 h 174"/>
                <a:gd name="T74" fmla="*/ 0 w 78"/>
                <a:gd name="T75" fmla="*/ 89 h 174"/>
                <a:gd name="T76" fmla="*/ 0 w 78"/>
                <a:gd name="T77" fmla="*/ 89 h 174"/>
                <a:gd name="T78" fmla="*/ 0 w 78"/>
                <a:gd name="T79" fmla="*/ 89 h 174"/>
                <a:gd name="T80" fmla="*/ 0 w 78"/>
                <a:gd name="T81" fmla="*/ 90 h 174"/>
                <a:gd name="T82" fmla="*/ 0 w 78"/>
                <a:gd name="T83" fmla="*/ 90 h 174"/>
                <a:gd name="T84" fmla="*/ 0 w 78"/>
                <a:gd name="T85" fmla="*/ 90 h 174"/>
                <a:gd name="T86" fmla="*/ 0 w 78"/>
                <a:gd name="T87" fmla="*/ 90 h 174"/>
                <a:gd name="T88" fmla="*/ 0 w 78"/>
                <a:gd name="T89" fmla="*/ 91 h 174"/>
                <a:gd name="T90" fmla="*/ 0 w 78"/>
                <a:gd name="T91" fmla="*/ 91 h 174"/>
                <a:gd name="T92" fmla="*/ 0 w 78"/>
                <a:gd name="T93" fmla="*/ 91 h 174"/>
                <a:gd name="T94" fmla="*/ 0 w 78"/>
                <a:gd name="T95" fmla="*/ 92 h 174"/>
                <a:gd name="T96" fmla="*/ 0 w 78"/>
                <a:gd name="T97" fmla="*/ 92 h 174"/>
                <a:gd name="T98" fmla="*/ 0 w 78"/>
                <a:gd name="T99" fmla="*/ 92 h 174"/>
                <a:gd name="T100" fmla="*/ 0 w 78"/>
                <a:gd name="T101" fmla="*/ 93 h 174"/>
                <a:gd name="T102" fmla="*/ 0 w 78"/>
                <a:gd name="T103" fmla="*/ 93 h 174"/>
                <a:gd name="T104" fmla="*/ 0 w 78"/>
                <a:gd name="T105" fmla="*/ 93 h 174"/>
                <a:gd name="T106" fmla="*/ 0 w 78"/>
                <a:gd name="T107" fmla="*/ 93 h 174"/>
                <a:gd name="T108" fmla="*/ 7 w 78"/>
                <a:gd name="T109" fmla="*/ 126 h 174"/>
                <a:gd name="T110" fmla="*/ 7 w 78"/>
                <a:gd name="T111" fmla="*/ 127 h 174"/>
                <a:gd name="T112" fmla="*/ 7 w 78"/>
                <a:gd name="T113" fmla="*/ 127 h 174"/>
                <a:gd name="T114" fmla="*/ 7 w 78"/>
                <a:gd name="T115" fmla="*/ 127 h 174"/>
                <a:gd name="T116" fmla="*/ 7 w 78"/>
                <a:gd name="T117" fmla="*/ 128 h 174"/>
                <a:gd name="T118" fmla="*/ 49 w 78"/>
                <a:gd name="T119" fmla="*/ 174 h 174"/>
                <a:gd name="T120" fmla="*/ 30 w 78"/>
                <a:gd name="T121" fmla="*/ 151 h 174"/>
                <a:gd name="T122" fmla="*/ 16 w 78"/>
                <a:gd name="T123" fmla="*/ 96 h 174"/>
                <a:gd name="T124" fmla="*/ 46 w 78"/>
                <a:gd name="T125" fmla="*/ 2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8" h="174">
                  <a:moveTo>
                    <a:pt x="78" y="0"/>
                  </a:moveTo>
                  <a:cubicBezTo>
                    <a:pt x="39" y="6"/>
                    <a:pt x="8" y="3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9"/>
                    <a:pt x="1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9"/>
                    <a:pt x="1" y="79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1" y="81"/>
                    <a:pt x="1" y="81"/>
                    <a:pt x="1" y="82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2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5"/>
                    <a:pt x="0" y="85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0" y="88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89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105"/>
                    <a:pt x="2" y="116"/>
                    <a:pt x="6" y="126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6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7" y="127"/>
                    <a:pt x="7" y="127"/>
                    <a:pt x="7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15" y="148"/>
                    <a:pt x="30" y="164"/>
                    <a:pt x="49" y="174"/>
                  </a:cubicBezTo>
                  <a:cubicBezTo>
                    <a:pt x="48" y="174"/>
                    <a:pt x="47" y="173"/>
                    <a:pt x="47" y="172"/>
                  </a:cubicBezTo>
                  <a:cubicBezTo>
                    <a:pt x="41" y="165"/>
                    <a:pt x="36" y="158"/>
                    <a:pt x="30" y="151"/>
                  </a:cubicBezTo>
                  <a:cubicBezTo>
                    <a:pt x="20" y="134"/>
                    <a:pt x="16" y="116"/>
                    <a:pt x="16" y="97"/>
                  </a:cubicBezTo>
                  <a:cubicBezTo>
                    <a:pt x="16" y="97"/>
                    <a:pt x="16" y="97"/>
                    <a:pt x="16" y="96"/>
                  </a:cubicBezTo>
                  <a:cubicBezTo>
                    <a:pt x="17" y="87"/>
                    <a:pt x="18" y="78"/>
                    <a:pt x="19" y="68"/>
                  </a:cubicBezTo>
                  <a:cubicBezTo>
                    <a:pt x="24" y="50"/>
                    <a:pt x="33" y="35"/>
                    <a:pt x="46" y="22"/>
                  </a:cubicBezTo>
                  <a:cubicBezTo>
                    <a:pt x="56" y="12"/>
                    <a:pt x="67" y="5"/>
                    <a:pt x="78" y="0"/>
                  </a:cubicBezTo>
                </a:path>
              </a:pathLst>
            </a:custGeom>
            <a:solidFill>
              <a:srgbClr val="FFB5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4" name="Rectangle 100"/>
            <p:cNvSpPr>
              <a:spLocks noChangeArrowheads="1"/>
            </p:cNvSpPr>
            <p:nvPr/>
          </p:nvSpPr>
          <p:spPr bwMode="auto">
            <a:xfrm>
              <a:off x="1376363" y="4759716"/>
              <a:ext cx="139700" cy="190500"/>
            </a:xfrm>
            <a:prstGeom prst="rect">
              <a:avLst/>
            </a:prstGeom>
            <a:solidFill>
              <a:srgbClr val="FFD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5" name="Rectangle 101"/>
            <p:cNvSpPr>
              <a:spLocks noChangeArrowheads="1"/>
            </p:cNvSpPr>
            <p:nvPr/>
          </p:nvSpPr>
          <p:spPr bwMode="auto">
            <a:xfrm>
              <a:off x="1328738" y="4699391"/>
              <a:ext cx="31899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100" b="1" dirty="0">
                  <a:solidFill>
                    <a:srgbClr val="FF9936"/>
                  </a:solidFill>
                  <a:latin typeface="Raleway" panose="020B0003030101060003" pitchFamily="34" charset="0"/>
                </a:rPr>
                <a:t>20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41" name="Oval 107"/>
          <p:cNvSpPr>
            <a:spLocks noChangeArrowheads="1"/>
          </p:cNvSpPr>
          <p:nvPr/>
        </p:nvSpPr>
        <p:spPr bwMode="auto">
          <a:xfrm rot="1854965">
            <a:off x="2600325" y="4042166"/>
            <a:ext cx="273050" cy="276225"/>
          </a:xfrm>
          <a:prstGeom prst="ellipse">
            <a:avLst/>
          </a:prstGeom>
          <a:solidFill>
            <a:srgbClr val="5D5C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Oval 108"/>
          <p:cNvSpPr>
            <a:spLocks noChangeArrowheads="1"/>
          </p:cNvSpPr>
          <p:nvPr/>
        </p:nvSpPr>
        <p:spPr bwMode="auto">
          <a:xfrm>
            <a:off x="2659063" y="4104078"/>
            <a:ext cx="155575" cy="153988"/>
          </a:xfrm>
          <a:prstGeom prst="ellipse">
            <a:avLst/>
          </a:prstGeom>
          <a:solidFill>
            <a:srgbClr val="FAF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109"/>
          <p:cNvSpPr>
            <a:spLocks/>
          </p:cNvSpPr>
          <p:nvPr/>
        </p:nvSpPr>
        <p:spPr bwMode="auto">
          <a:xfrm>
            <a:off x="1808163" y="1302141"/>
            <a:ext cx="377825" cy="323850"/>
          </a:xfrm>
          <a:custGeom>
            <a:avLst/>
            <a:gdLst>
              <a:gd name="T0" fmla="*/ 0 w 155"/>
              <a:gd name="T1" fmla="*/ 0 h 133"/>
              <a:gd name="T2" fmla="*/ 104 w 155"/>
              <a:gd name="T3" fmla="*/ 133 h 133"/>
              <a:gd name="T4" fmla="*/ 0 w 155"/>
              <a:gd name="T5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" h="133">
                <a:moveTo>
                  <a:pt x="0" y="0"/>
                </a:moveTo>
                <a:cubicBezTo>
                  <a:pt x="0" y="0"/>
                  <a:pt x="117" y="30"/>
                  <a:pt x="104" y="133"/>
                </a:cubicBezTo>
                <a:cubicBezTo>
                  <a:pt x="104" y="133"/>
                  <a:pt x="155" y="1"/>
                  <a:pt x="0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110"/>
          <p:cNvSpPr>
            <a:spLocks/>
          </p:cNvSpPr>
          <p:nvPr/>
        </p:nvSpPr>
        <p:spPr bwMode="auto">
          <a:xfrm>
            <a:off x="1963738" y="1218003"/>
            <a:ext cx="379413" cy="325438"/>
          </a:xfrm>
          <a:custGeom>
            <a:avLst/>
            <a:gdLst>
              <a:gd name="T0" fmla="*/ 0 w 155"/>
              <a:gd name="T1" fmla="*/ 0 h 133"/>
              <a:gd name="T2" fmla="*/ 104 w 155"/>
              <a:gd name="T3" fmla="*/ 133 h 133"/>
              <a:gd name="T4" fmla="*/ 0 w 155"/>
              <a:gd name="T5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" h="133">
                <a:moveTo>
                  <a:pt x="0" y="0"/>
                </a:moveTo>
                <a:cubicBezTo>
                  <a:pt x="0" y="0"/>
                  <a:pt x="117" y="30"/>
                  <a:pt x="104" y="133"/>
                </a:cubicBezTo>
                <a:cubicBezTo>
                  <a:pt x="104" y="133"/>
                  <a:pt x="155" y="1"/>
                  <a:pt x="0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111"/>
          <p:cNvSpPr>
            <a:spLocks/>
          </p:cNvSpPr>
          <p:nvPr/>
        </p:nvSpPr>
        <p:spPr bwMode="auto">
          <a:xfrm>
            <a:off x="30163" y="2205428"/>
            <a:ext cx="344488" cy="357188"/>
          </a:xfrm>
          <a:custGeom>
            <a:avLst/>
            <a:gdLst>
              <a:gd name="T0" fmla="*/ 56 w 141"/>
              <a:gd name="T1" fmla="*/ 0 h 146"/>
              <a:gd name="T2" fmla="*/ 141 w 141"/>
              <a:gd name="T3" fmla="*/ 146 h 146"/>
              <a:gd name="T4" fmla="*/ 56 w 141"/>
              <a:gd name="T5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1" h="146">
                <a:moveTo>
                  <a:pt x="56" y="0"/>
                </a:moveTo>
                <a:cubicBezTo>
                  <a:pt x="0" y="145"/>
                  <a:pt x="141" y="146"/>
                  <a:pt x="141" y="146"/>
                </a:cubicBezTo>
                <a:cubicBezTo>
                  <a:pt x="41" y="120"/>
                  <a:pt x="56" y="0"/>
                  <a:pt x="56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112"/>
          <p:cNvSpPr>
            <a:spLocks/>
          </p:cNvSpPr>
          <p:nvPr/>
        </p:nvSpPr>
        <p:spPr bwMode="auto">
          <a:xfrm>
            <a:off x="-104775" y="2321316"/>
            <a:ext cx="344488" cy="357188"/>
          </a:xfrm>
          <a:custGeom>
            <a:avLst/>
            <a:gdLst>
              <a:gd name="T0" fmla="*/ 56 w 141"/>
              <a:gd name="T1" fmla="*/ 0 h 146"/>
              <a:gd name="T2" fmla="*/ 141 w 141"/>
              <a:gd name="T3" fmla="*/ 146 h 146"/>
              <a:gd name="T4" fmla="*/ 56 w 141"/>
              <a:gd name="T5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1" h="146">
                <a:moveTo>
                  <a:pt x="56" y="0"/>
                </a:moveTo>
                <a:cubicBezTo>
                  <a:pt x="0" y="145"/>
                  <a:pt x="141" y="146"/>
                  <a:pt x="141" y="146"/>
                </a:cubicBezTo>
                <a:cubicBezTo>
                  <a:pt x="41" y="120"/>
                  <a:pt x="56" y="0"/>
                  <a:pt x="56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7" name="Freeform 113"/>
          <p:cNvSpPr>
            <a:spLocks/>
          </p:cNvSpPr>
          <p:nvPr/>
        </p:nvSpPr>
        <p:spPr bwMode="auto">
          <a:xfrm>
            <a:off x="3340100" y="1259278"/>
            <a:ext cx="379413" cy="325438"/>
          </a:xfrm>
          <a:custGeom>
            <a:avLst/>
            <a:gdLst>
              <a:gd name="T0" fmla="*/ 155 w 155"/>
              <a:gd name="T1" fmla="*/ 0 h 133"/>
              <a:gd name="T2" fmla="*/ 51 w 155"/>
              <a:gd name="T3" fmla="*/ 133 h 133"/>
              <a:gd name="T4" fmla="*/ 155 w 155"/>
              <a:gd name="T5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" h="133">
                <a:moveTo>
                  <a:pt x="155" y="0"/>
                </a:moveTo>
                <a:cubicBezTo>
                  <a:pt x="0" y="1"/>
                  <a:pt x="51" y="133"/>
                  <a:pt x="51" y="133"/>
                </a:cubicBezTo>
                <a:cubicBezTo>
                  <a:pt x="38" y="30"/>
                  <a:pt x="155" y="0"/>
                  <a:pt x="155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8" name="Freeform 114"/>
          <p:cNvSpPr>
            <a:spLocks/>
          </p:cNvSpPr>
          <p:nvPr/>
        </p:nvSpPr>
        <p:spPr bwMode="auto">
          <a:xfrm>
            <a:off x="3184525" y="1176728"/>
            <a:ext cx="379413" cy="325438"/>
          </a:xfrm>
          <a:custGeom>
            <a:avLst/>
            <a:gdLst>
              <a:gd name="T0" fmla="*/ 155 w 155"/>
              <a:gd name="T1" fmla="*/ 0 h 133"/>
              <a:gd name="T2" fmla="*/ 51 w 155"/>
              <a:gd name="T3" fmla="*/ 133 h 133"/>
              <a:gd name="T4" fmla="*/ 155 w 155"/>
              <a:gd name="T5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" h="133">
                <a:moveTo>
                  <a:pt x="155" y="0"/>
                </a:moveTo>
                <a:cubicBezTo>
                  <a:pt x="0" y="1"/>
                  <a:pt x="51" y="133"/>
                  <a:pt x="51" y="133"/>
                </a:cubicBezTo>
                <a:cubicBezTo>
                  <a:pt x="38" y="30"/>
                  <a:pt x="155" y="0"/>
                  <a:pt x="155" y="0"/>
                </a:cubicBezTo>
              </a:path>
            </a:pathLst>
          </a:custGeom>
          <a:solidFill>
            <a:srgbClr val="CECE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9" name="Freeform 115"/>
          <p:cNvSpPr>
            <a:spLocks/>
          </p:cNvSpPr>
          <p:nvPr/>
        </p:nvSpPr>
        <p:spPr bwMode="auto">
          <a:xfrm>
            <a:off x="3446463" y="1371991"/>
            <a:ext cx="1558925" cy="1319213"/>
          </a:xfrm>
          <a:custGeom>
            <a:avLst/>
            <a:gdLst>
              <a:gd name="T0" fmla="*/ 0 w 638"/>
              <a:gd name="T1" fmla="*/ 194 h 539"/>
              <a:gd name="T2" fmla="*/ 0 w 638"/>
              <a:gd name="T3" fmla="*/ 193 h 539"/>
              <a:gd name="T4" fmla="*/ 444 w 638"/>
              <a:gd name="T5" fmla="*/ 95 h 539"/>
              <a:gd name="T6" fmla="*/ 543 w 638"/>
              <a:gd name="T7" fmla="*/ 539 h 539"/>
              <a:gd name="T8" fmla="*/ 543 w 638"/>
              <a:gd name="T9" fmla="*/ 539 h 539"/>
              <a:gd name="T10" fmla="*/ 0 w 638"/>
              <a:gd name="T11" fmla="*/ 194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38" h="539">
                <a:moveTo>
                  <a:pt x="0" y="194"/>
                </a:moveTo>
                <a:cubicBezTo>
                  <a:pt x="0" y="193"/>
                  <a:pt x="0" y="193"/>
                  <a:pt x="0" y="193"/>
                </a:cubicBezTo>
                <a:cubicBezTo>
                  <a:pt x="96" y="44"/>
                  <a:pt x="295" y="0"/>
                  <a:pt x="444" y="95"/>
                </a:cubicBezTo>
                <a:cubicBezTo>
                  <a:pt x="594" y="191"/>
                  <a:pt x="638" y="390"/>
                  <a:pt x="543" y="539"/>
                </a:cubicBezTo>
                <a:cubicBezTo>
                  <a:pt x="543" y="539"/>
                  <a:pt x="543" y="539"/>
                  <a:pt x="543" y="539"/>
                </a:cubicBezTo>
                <a:cubicBezTo>
                  <a:pt x="0" y="194"/>
                  <a:pt x="0" y="194"/>
                  <a:pt x="0" y="194"/>
                </a:cubicBezTo>
              </a:path>
            </a:pathLst>
          </a:custGeom>
          <a:solidFill>
            <a:srgbClr val="EA55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0" name="Freeform 116"/>
          <p:cNvSpPr>
            <a:spLocks/>
          </p:cNvSpPr>
          <p:nvPr/>
        </p:nvSpPr>
        <p:spPr bwMode="auto">
          <a:xfrm>
            <a:off x="4773613" y="2661041"/>
            <a:ext cx="17463" cy="30163"/>
          </a:xfrm>
          <a:custGeom>
            <a:avLst/>
            <a:gdLst>
              <a:gd name="T0" fmla="*/ 7 w 7"/>
              <a:gd name="T1" fmla="*/ 0 h 12"/>
              <a:gd name="T2" fmla="*/ 0 w 7"/>
              <a:gd name="T3" fmla="*/ 12 h 12"/>
              <a:gd name="T4" fmla="*/ 7 w 7"/>
              <a:gd name="T5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" h="12">
                <a:moveTo>
                  <a:pt x="7" y="0"/>
                </a:moveTo>
                <a:cubicBezTo>
                  <a:pt x="5" y="4"/>
                  <a:pt x="2" y="8"/>
                  <a:pt x="0" y="12"/>
                </a:cubicBezTo>
                <a:cubicBezTo>
                  <a:pt x="2" y="8"/>
                  <a:pt x="5" y="4"/>
                  <a:pt x="7" y="0"/>
                </a:cubicBezTo>
              </a:path>
            </a:pathLst>
          </a:custGeom>
          <a:solidFill>
            <a:srgbClr val="FAF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1" name="Freeform 117"/>
          <p:cNvSpPr>
            <a:spLocks/>
          </p:cNvSpPr>
          <p:nvPr/>
        </p:nvSpPr>
        <p:spPr bwMode="auto">
          <a:xfrm>
            <a:off x="4495800" y="1611703"/>
            <a:ext cx="363538" cy="1079500"/>
          </a:xfrm>
          <a:custGeom>
            <a:avLst/>
            <a:gdLst>
              <a:gd name="T0" fmla="*/ 0 w 149"/>
              <a:gd name="T1" fmla="*/ 0 h 441"/>
              <a:gd name="T2" fmla="*/ 0 w 149"/>
              <a:gd name="T3" fmla="*/ 2 h 441"/>
              <a:gd name="T4" fmla="*/ 44 w 149"/>
              <a:gd name="T5" fmla="*/ 139 h 441"/>
              <a:gd name="T6" fmla="*/ 39 w 149"/>
              <a:gd name="T7" fmla="*/ 394 h 441"/>
              <a:gd name="T8" fmla="*/ 114 w 149"/>
              <a:gd name="T9" fmla="*/ 441 h 441"/>
              <a:gd name="T10" fmla="*/ 114 w 149"/>
              <a:gd name="T11" fmla="*/ 441 h 441"/>
              <a:gd name="T12" fmla="*/ 114 w 149"/>
              <a:gd name="T13" fmla="*/ 441 h 441"/>
              <a:gd name="T14" fmla="*/ 121 w 149"/>
              <a:gd name="T15" fmla="*/ 429 h 441"/>
              <a:gd name="T16" fmla="*/ 135 w 149"/>
              <a:gd name="T17" fmla="*/ 391 h 441"/>
              <a:gd name="T18" fmla="*/ 143 w 149"/>
              <a:gd name="T19" fmla="*/ 278 h 441"/>
              <a:gd name="T20" fmla="*/ 88 w 149"/>
              <a:gd name="T21" fmla="*/ 95 h 441"/>
              <a:gd name="T22" fmla="*/ 0 w 149"/>
              <a:gd name="T23" fmla="*/ 0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" h="441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18" y="47"/>
                  <a:pt x="33" y="91"/>
                  <a:pt x="44" y="139"/>
                </a:cubicBezTo>
                <a:cubicBezTo>
                  <a:pt x="61" y="221"/>
                  <a:pt x="56" y="312"/>
                  <a:pt x="39" y="394"/>
                </a:cubicBezTo>
                <a:cubicBezTo>
                  <a:pt x="114" y="441"/>
                  <a:pt x="114" y="441"/>
                  <a:pt x="114" y="441"/>
                </a:cubicBezTo>
                <a:cubicBezTo>
                  <a:pt x="114" y="441"/>
                  <a:pt x="114" y="441"/>
                  <a:pt x="114" y="441"/>
                </a:cubicBezTo>
                <a:cubicBezTo>
                  <a:pt x="114" y="441"/>
                  <a:pt x="114" y="441"/>
                  <a:pt x="114" y="441"/>
                </a:cubicBezTo>
                <a:cubicBezTo>
                  <a:pt x="116" y="437"/>
                  <a:pt x="119" y="433"/>
                  <a:pt x="121" y="429"/>
                </a:cubicBezTo>
                <a:cubicBezTo>
                  <a:pt x="128" y="418"/>
                  <a:pt x="133" y="406"/>
                  <a:pt x="135" y="391"/>
                </a:cubicBezTo>
                <a:cubicBezTo>
                  <a:pt x="141" y="359"/>
                  <a:pt x="149" y="327"/>
                  <a:pt x="143" y="278"/>
                </a:cubicBezTo>
                <a:cubicBezTo>
                  <a:pt x="137" y="214"/>
                  <a:pt x="118" y="152"/>
                  <a:pt x="88" y="95"/>
                </a:cubicBezTo>
                <a:cubicBezTo>
                  <a:pt x="68" y="57"/>
                  <a:pt x="32" y="27"/>
                  <a:pt x="0" y="0"/>
                </a:cubicBezTo>
              </a:path>
            </a:pathLst>
          </a:custGeom>
          <a:solidFill>
            <a:srgbClr val="F391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8923E81E-E01F-4BC3-AD1B-683A6854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6CC791-FE41-349F-D7F9-6E2EED728EF1}"/>
              </a:ext>
            </a:extLst>
          </p:cNvPr>
          <p:cNvSpPr/>
          <p:nvPr/>
        </p:nvSpPr>
        <p:spPr>
          <a:xfrm>
            <a:off x="7914833" y="1632155"/>
            <a:ext cx="3706896" cy="2143432"/>
          </a:xfrm>
          <a:custGeom>
            <a:avLst/>
            <a:gdLst>
              <a:gd name="connsiteX0" fmla="*/ 49296 w 3706896"/>
              <a:gd name="connsiteY0" fmla="*/ 1071716 h 2143432"/>
              <a:gd name="connsiteX1" fmla="*/ 29632 w 3706896"/>
              <a:gd name="connsiteY1" fmla="*/ 766916 h 2143432"/>
              <a:gd name="connsiteX2" fmla="*/ 9967 w 3706896"/>
              <a:gd name="connsiteY2" fmla="*/ 698090 h 2143432"/>
              <a:gd name="connsiteX3" fmla="*/ 135 w 3706896"/>
              <a:gd name="connsiteY3" fmla="*/ 619432 h 2143432"/>
              <a:gd name="connsiteX4" fmla="*/ 19799 w 3706896"/>
              <a:gd name="connsiteY4" fmla="*/ 491613 h 2143432"/>
              <a:gd name="connsiteX5" fmla="*/ 68961 w 3706896"/>
              <a:gd name="connsiteY5" fmla="*/ 393290 h 2143432"/>
              <a:gd name="connsiteX6" fmla="*/ 108290 w 3706896"/>
              <a:gd name="connsiteY6" fmla="*/ 304800 h 2143432"/>
              <a:gd name="connsiteX7" fmla="*/ 127954 w 3706896"/>
              <a:gd name="connsiteY7" fmla="*/ 275303 h 2143432"/>
              <a:gd name="connsiteX8" fmla="*/ 157451 w 3706896"/>
              <a:gd name="connsiteY8" fmla="*/ 245806 h 2143432"/>
              <a:gd name="connsiteX9" fmla="*/ 275438 w 3706896"/>
              <a:gd name="connsiteY9" fmla="*/ 186813 h 2143432"/>
              <a:gd name="connsiteX10" fmla="*/ 432754 w 3706896"/>
              <a:gd name="connsiteY10" fmla="*/ 117987 h 2143432"/>
              <a:gd name="connsiteX11" fmla="*/ 550741 w 3706896"/>
              <a:gd name="connsiteY11" fmla="*/ 98322 h 2143432"/>
              <a:gd name="connsiteX12" fmla="*/ 688393 w 3706896"/>
              <a:gd name="connsiteY12" fmla="*/ 78658 h 2143432"/>
              <a:gd name="connsiteX13" fmla="*/ 1710948 w 3706896"/>
              <a:gd name="connsiteY13" fmla="*/ 68826 h 2143432"/>
              <a:gd name="connsiteX14" fmla="*/ 1779773 w 3706896"/>
              <a:gd name="connsiteY14" fmla="*/ 39329 h 2143432"/>
              <a:gd name="connsiteX15" fmla="*/ 1828935 w 3706896"/>
              <a:gd name="connsiteY15" fmla="*/ 29497 h 2143432"/>
              <a:gd name="connsiteX16" fmla="*/ 1897761 w 3706896"/>
              <a:gd name="connsiteY16" fmla="*/ 9832 h 2143432"/>
              <a:gd name="connsiteX17" fmla="*/ 1937090 w 3706896"/>
              <a:gd name="connsiteY17" fmla="*/ 0 h 2143432"/>
              <a:gd name="connsiteX18" fmla="*/ 3107128 w 3706896"/>
              <a:gd name="connsiteY18" fmla="*/ 9832 h 2143432"/>
              <a:gd name="connsiteX19" fmla="*/ 3185786 w 3706896"/>
              <a:gd name="connsiteY19" fmla="*/ 19664 h 2143432"/>
              <a:gd name="connsiteX20" fmla="*/ 3352935 w 3706896"/>
              <a:gd name="connsiteY20" fmla="*/ 49161 h 2143432"/>
              <a:gd name="connsiteX21" fmla="*/ 3461090 w 3706896"/>
              <a:gd name="connsiteY21" fmla="*/ 147484 h 2143432"/>
              <a:gd name="connsiteX22" fmla="*/ 3490586 w 3706896"/>
              <a:gd name="connsiteY22" fmla="*/ 176980 h 2143432"/>
              <a:gd name="connsiteX23" fmla="*/ 3529915 w 3706896"/>
              <a:gd name="connsiteY23" fmla="*/ 206477 h 2143432"/>
              <a:gd name="connsiteX24" fmla="*/ 3579077 w 3706896"/>
              <a:gd name="connsiteY24" fmla="*/ 235974 h 2143432"/>
              <a:gd name="connsiteX25" fmla="*/ 3647902 w 3706896"/>
              <a:gd name="connsiteY25" fmla="*/ 324464 h 2143432"/>
              <a:gd name="connsiteX26" fmla="*/ 3677399 w 3706896"/>
              <a:gd name="connsiteY26" fmla="*/ 393290 h 2143432"/>
              <a:gd name="connsiteX27" fmla="*/ 3697064 w 3706896"/>
              <a:gd name="connsiteY27" fmla="*/ 452284 h 2143432"/>
              <a:gd name="connsiteX28" fmla="*/ 3706896 w 3706896"/>
              <a:gd name="connsiteY28" fmla="*/ 481780 h 2143432"/>
              <a:gd name="connsiteX29" fmla="*/ 3697064 w 3706896"/>
              <a:gd name="connsiteY29" fmla="*/ 717755 h 2143432"/>
              <a:gd name="connsiteX30" fmla="*/ 3667567 w 3706896"/>
              <a:gd name="connsiteY30" fmla="*/ 875071 h 2143432"/>
              <a:gd name="connsiteX31" fmla="*/ 3657735 w 3706896"/>
              <a:gd name="connsiteY31" fmla="*/ 983226 h 2143432"/>
              <a:gd name="connsiteX32" fmla="*/ 3667567 w 3706896"/>
              <a:gd name="connsiteY32" fmla="*/ 1327355 h 2143432"/>
              <a:gd name="connsiteX33" fmla="*/ 3628238 w 3706896"/>
              <a:gd name="connsiteY33" fmla="*/ 1750142 h 2143432"/>
              <a:gd name="connsiteX34" fmla="*/ 3618406 w 3706896"/>
              <a:gd name="connsiteY34" fmla="*/ 1818968 h 2143432"/>
              <a:gd name="connsiteX35" fmla="*/ 3598741 w 3706896"/>
              <a:gd name="connsiteY35" fmla="*/ 1868129 h 2143432"/>
              <a:gd name="connsiteX36" fmla="*/ 3579077 w 3706896"/>
              <a:gd name="connsiteY36" fmla="*/ 1946787 h 2143432"/>
              <a:gd name="connsiteX37" fmla="*/ 3539748 w 3706896"/>
              <a:gd name="connsiteY37" fmla="*/ 2084439 h 2143432"/>
              <a:gd name="connsiteX38" fmla="*/ 3510251 w 3706896"/>
              <a:gd name="connsiteY38" fmla="*/ 2113935 h 2143432"/>
              <a:gd name="connsiteX39" fmla="*/ 3441425 w 3706896"/>
              <a:gd name="connsiteY39" fmla="*/ 2104103 h 2143432"/>
              <a:gd name="connsiteX40" fmla="*/ 3421761 w 3706896"/>
              <a:gd name="connsiteY40" fmla="*/ 2064774 h 2143432"/>
              <a:gd name="connsiteX41" fmla="*/ 3392264 w 3706896"/>
              <a:gd name="connsiteY41" fmla="*/ 2005780 h 2143432"/>
              <a:gd name="connsiteX42" fmla="*/ 3293941 w 3706896"/>
              <a:gd name="connsiteY42" fmla="*/ 1946787 h 2143432"/>
              <a:gd name="connsiteX43" fmla="*/ 3244780 w 3706896"/>
              <a:gd name="connsiteY43" fmla="*/ 1936955 h 2143432"/>
              <a:gd name="connsiteX44" fmla="*/ 3195619 w 3706896"/>
              <a:gd name="connsiteY44" fmla="*/ 1917290 h 2143432"/>
              <a:gd name="connsiteX45" fmla="*/ 3166122 w 3706896"/>
              <a:gd name="connsiteY45" fmla="*/ 1907458 h 2143432"/>
              <a:gd name="connsiteX46" fmla="*/ 3087464 w 3706896"/>
              <a:gd name="connsiteY46" fmla="*/ 1868129 h 2143432"/>
              <a:gd name="connsiteX47" fmla="*/ 3008806 w 3706896"/>
              <a:gd name="connsiteY47" fmla="*/ 1848464 h 2143432"/>
              <a:gd name="connsiteX48" fmla="*/ 2959644 w 3706896"/>
              <a:gd name="connsiteY48" fmla="*/ 1828800 h 2143432"/>
              <a:gd name="connsiteX49" fmla="*/ 2890819 w 3706896"/>
              <a:gd name="connsiteY49" fmla="*/ 1799303 h 2143432"/>
              <a:gd name="connsiteX50" fmla="*/ 2625348 w 3706896"/>
              <a:gd name="connsiteY50" fmla="*/ 1809135 h 2143432"/>
              <a:gd name="connsiteX51" fmla="*/ 2576186 w 3706896"/>
              <a:gd name="connsiteY51" fmla="*/ 1818968 h 2143432"/>
              <a:gd name="connsiteX52" fmla="*/ 2497528 w 3706896"/>
              <a:gd name="connsiteY52" fmla="*/ 1858297 h 2143432"/>
              <a:gd name="connsiteX53" fmla="*/ 2458199 w 3706896"/>
              <a:gd name="connsiteY53" fmla="*/ 1877961 h 2143432"/>
              <a:gd name="connsiteX54" fmla="*/ 2389373 w 3706896"/>
              <a:gd name="connsiteY54" fmla="*/ 1927122 h 2143432"/>
              <a:gd name="connsiteX55" fmla="*/ 2350044 w 3706896"/>
              <a:gd name="connsiteY55" fmla="*/ 1946787 h 2143432"/>
              <a:gd name="connsiteX56" fmla="*/ 2320548 w 3706896"/>
              <a:gd name="connsiteY56" fmla="*/ 1966451 h 2143432"/>
              <a:gd name="connsiteX57" fmla="*/ 2212393 w 3706896"/>
              <a:gd name="connsiteY57" fmla="*/ 1995948 h 2143432"/>
              <a:gd name="connsiteX58" fmla="*/ 2123902 w 3706896"/>
              <a:gd name="connsiteY58" fmla="*/ 2015613 h 2143432"/>
              <a:gd name="connsiteX59" fmla="*/ 1986251 w 3706896"/>
              <a:gd name="connsiteY59" fmla="*/ 2005780 h 2143432"/>
              <a:gd name="connsiteX60" fmla="*/ 1946922 w 3706896"/>
              <a:gd name="connsiteY60" fmla="*/ 1986116 h 2143432"/>
              <a:gd name="connsiteX61" fmla="*/ 1809270 w 3706896"/>
              <a:gd name="connsiteY61" fmla="*/ 1976284 h 2143432"/>
              <a:gd name="connsiteX62" fmla="*/ 1779773 w 3706896"/>
              <a:gd name="connsiteY62" fmla="*/ 1956619 h 2143432"/>
              <a:gd name="connsiteX63" fmla="*/ 1612625 w 3706896"/>
              <a:gd name="connsiteY63" fmla="*/ 1936955 h 2143432"/>
              <a:gd name="connsiteX64" fmla="*/ 1533967 w 3706896"/>
              <a:gd name="connsiteY64" fmla="*/ 1927122 h 2143432"/>
              <a:gd name="connsiteX65" fmla="*/ 1484806 w 3706896"/>
              <a:gd name="connsiteY65" fmla="*/ 1917290 h 2143432"/>
              <a:gd name="connsiteX66" fmla="*/ 1425812 w 3706896"/>
              <a:gd name="connsiteY66" fmla="*/ 1907458 h 2143432"/>
              <a:gd name="connsiteX67" fmla="*/ 1032522 w 3706896"/>
              <a:gd name="connsiteY67" fmla="*/ 1917290 h 2143432"/>
              <a:gd name="connsiteX68" fmla="*/ 983361 w 3706896"/>
              <a:gd name="connsiteY68" fmla="*/ 1927122 h 2143432"/>
              <a:gd name="connsiteX69" fmla="*/ 904702 w 3706896"/>
              <a:gd name="connsiteY69" fmla="*/ 1956619 h 2143432"/>
              <a:gd name="connsiteX70" fmla="*/ 875206 w 3706896"/>
              <a:gd name="connsiteY70" fmla="*/ 1976284 h 2143432"/>
              <a:gd name="connsiteX71" fmla="*/ 826044 w 3706896"/>
              <a:gd name="connsiteY71" fmla="*/ 1995948 h 2143432"/>
              <a:gd name="connsiteX72" fmla="*/ 786715 w 3706896"/>
              <a:gd name="connsiteY72" fmla="*/ 2015613 h 2143432"/>
              <a:gd name="connsiteX73" fmla="*/ 688393 w 3706896"/>
              <a:gd name="connsiteY73" fmla="*/ 2045110 h 2143432"/>
              <a:gd name="connsiteX74" fmla="*/ 639232 w 3706896"/>
              <a:gd name="connsiteY74" fmla="*/ 2074606 h 2143432"/>
              <a:gd name="connsiteX75" fmla="*/ 609735 w 3706896"/>
              <a:gd name="connsiteY75" fmla="*/ 2084439 h 2143432"/>
              <a:gd name="connsiteX76" fmla="*/ 570406 w 3706896"/>
              <a:gd name="connsiteY76" fmla="*/ 2113935 h 2143432"/>
              <a:gd name="connsiteX77" fmla="*/ 531077 w 3706896"/>
              <a:gd name="connsiteY77" fmla="*/ 2123768 h 2143432"/>
              <a:gd name="connsiteX78" fmla="*/ 442586 w 3706896"/>
              <a:gd name="connsiteY78" fmla="*/ 2143432 h 2143432"/>
              <a:gd name="connsiteX79" fmla="*/ 245941 w 3706896"/>
              <a:gd name="connsiteY79" fmla="*/ 2133600 h 2143432"/>
              <a:gd name="connsiteX80" fmla="*/ 236109 w 3706896"/>
              <a:gd name="connsiteY80" fmla="*/ 2104103 h 2143432"/>
              <a:gd name="connsiteX81" fmla="*/ 196780 w 3706896"/>
              <a:gd name="connsiteY81" fmla="*/ 1897626 h 2143432"/>
              <a:gd name="connsiteX82" fmla="*/ 206612 w 3706896"/>
              <a:gd name="connsiteY82" fmla="*/ 1809135 h 2143432"/>
              <a:gd name="connsiteX83" fmla="*/ 255773 w 3706896"/>
              <a:gd name="connsiteY83" fmla="*/ 1759974 h 2143432"/>
              <a:gd name="connsiteX84" fmla="*/ 314767 w 3706896"/>
              <a:gd name="connsiteY84" fmla="*/ 1710813 h 2143432"/>
              <a:gd name="connsiteX85" fmla="*/ 354096 w 3706896"/>
              <a:gd name="connsiteY85" fmla="*/ 1641987 h 2143432"/>
              <a:gd name="connsiteX86" fmla="*/ 413090 w 3706896"/>
              <a:gd name="connsiteY86" fmla="*/ 1504335 h 2143432"/>
              <a:gd name="connsiteX87" fmla="*/ 442586 w 3706896"/>
              <a:gd name="connsiteY87" fmla="*/ 1474839 h 2143432"/>
              <a:gd name="connsiteX88" fmla="*/ 462251 w 3706896"/>
              <a:gd name="connsiteY88" fmla="*/ 1445342 h 2143432"/>
              <a:gd name="connsiteX89" fmla="*/ 521244 w 3706896"/>
              <a:gd name="connsiteY89" fmla="*/ 1406013 h 2143432"/>
              <a:gd name="connsiteX90" fmla="*/ 560573 w 3706896"/>
              <a:gd name="connsiteY90" fmla="*/ 1376516 h 2143432"/>
              <a:gd name="connsiteX91" fmla="*/ 590070 w 3706896"/>
              <a:gd name="connsiteY91" fmla="*/ 1356851 h 2143432"/>
              <a:gd name="connsiteX92" fmla="*/ 658896 w 3706896"/>
              <a:gd name="connsiteY92" fmla="*/ 1268361 h 2143432"/>
              <a:gd name="connsiteX93" fmla="*/ 708057 w 3706896"/>
              <a:gd name="connsiteY93" fmla="*/ 1219200 h 2143432"/>
              <a:gd name="connsiteX94" fmla="*/ 757219 w 3706896"/>
              <a:gd name="connsiteY94" fmla="*/ 1150374 h 2143432"/>
              <a:gd name="connsiteX95" fmla="*/ 776883 w 3706896"/>
              <a:gd name="connsiteY95" fmla="*/ 1091380 h 2143432"/>
              <a:gd name="connsiteX96" fmla="*/ 786715 w 3706896"/>
              <a:gd name="connsiteY96" fmla="*/ 1061884 h 2143432"/>
              <a:gd name="connsiteX97" fmla="*/ 816212 w 3706896"/>
              <a:gd name="connsiteY97" fmla="*/ 993058 h 2143432"/>
              <a:gd name="connsiteX98" fmla="*/ 767051 w 3706896"/>
              <a:gd name="connsiteY98" fmla="*/ 924232 h 2143432"/>
              <a:gd name="connsiteX99" fmla="*/ 737554 w 3706896"/>
              <a:gd name="connsiteY99" fmla="*/ 914400 h 2143432"/>
              <a:gd name="connsiteX100" fmla="*/ 452419 w 3706896"/>
              <a:gd name="connsiteY100" fmla="*/ 924232 h 2143432"/>
              <a:gd name="connsiteX101" fmla="*/ 403257 w 3706896"/>
              <a:gd name="connsiteY101" fmla="*/ 963561 h 2143432"/>
              <a:gd name="connsiteX102" fmla="*/ 304935 w 3706896"/>
              <a:gd name="connsiteY102" fmla="*/ 1032387 h 2143432"/>
              <a:gd name="connsiteX103" fmla="*/ 255773 w 3706896"/>
              <a:gd name="connsiteY103" fmla="*/ 1081548 h 2143432"/>
              <a:gd name="connsiteX104" fmla="*/ 206612 w 3706896"/>
              <a:gd name="connsiteY104" fmla="*/ 1120877 h 2143432"/>
              <a:gd name="connsiteX105" fmla="*/ 177115 w 3706896"/>
              <a:gd name="connsiteY105" fmla="*/ 1150374 h 2143432"/>
              <a:gd name="connsiteX106" fmla="*/ 137786 w 3706896"/>
              <a:gd name="connsiteY106" fmla="*/ 1160206 h 2143432"/>
              <a:gd name="connsiteX107" fmla="*/ 68961 w 3706896"/>
              <a:gd name="connsiteY107" fmla="*/ 1150374 h 2143432"/>
              <a:gd name="connsiteX108" fmla="*/ 39464 w 3706896"/>
              <a:gd name="connsiteY108" fmla="*/ 1061884 h 2143432"/>
              <a:gd name="connsiteX109" fmla="*/ 29632 w 3706896"/>
              <a:gd name="connsiteY109" fmla="*/ 1002890 h 214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706896" h="2143432">
                <a:moveTo>
                  <a:pt x="49296" y="1071716"/>
                </a:moveTo>
                <a:cubicBezTo>
                  <a:pt x="47870" y="1043194"/>
                  <a:pt x="39772" y="827756"/>
                  <a:pt x="29632" y="766916"/>
                </a:cubicBezTo>
                <a:cubicBezTo>
                  <a:pt x="25709" y="743381"/>
                  <a:pt x="16522" y="721032"/>
                  <a:pt x="9967" y="698090"/>
                </a:cubicBezTo>
                <a:cubicBezTo>
                  <a:pt x="6690" y="671871"/>
                  <a:pt x="-1122" y="645825"/>
                  <a:pt x="135" y="619432"/>
                </a:cubicBezTo>
                <a:cubicBezTo>
                  <a:pt x="2185" y="576373"/>
                  <a:pt x="7248" y="532853"/>
                  <a:pt x="19799" y="491613"/>
                </a:cubicBezTo>
                <a:cubicBezTo>
                  <a:pt x="30468" y="456558"/>
                  <a:pt x="55352" y="427312"/>
                  <a:pt x="68961" y="393290"/>
                </a:cubicBezTo>
                <a:cubicBezTo>
                  <a:pt x="83010" y="358166"/>
                  <a:pt x="89915" y="336956"/>
                  <a:pt x="108290" y="304800"/>
                </a:cubicBezTo>
                <a:cubicBezTo>
                  <a:pt x="114153" y="294540"/>
                  <a:pt x="120389" y="284381"/>
                  <a:pt x="127954" y="275303"/>
                </a:cubicBezTo>
                <a:cubicBezTo>
                  <a:pt x="136856" y="264621"/>
                  <a:pt x="145528" y="252960"/>
                  <a:pt x="157451" y="245806"/>
                </a:cubicBezTo>
                <a:cubicBezTo>
                  <a:pt x="195156" y="223183"/>
                  <a:pt x="236109" y="206477"/>
                  <a:pt x="275438" y="186813"/>
                </a:cubicBezTo>
                <a:cubicBezTo>
                  <a:pt x="316701" y="166182"/>
                  <a:pt x="393176" y="125902"/>
                  <a:pt x="432754" y="117987"/>
                </a:cubicBezTo>
                <a:cubicBezTo>
                  <a:pt x="519290" y="100680"/>
                  <a:pt x="445056" y="114582"/>
                  <a:pt x="550741" y="98322"/>
                </a:cubicBezTo>
                <a:cubicBezTo>
                  <a:pt x="585299" y="93005"/>
                  <a:pt x="656887" y="79221"/>
                  <a:pt x="688393" y="78658"/>
                </a:cubicBezTo>
                <a:lnTo>
                  <a:pt x="1710948" y="68826"/>
                </a:lnTo>
                <a:cubicBezTo>
                  <a:pt x="1739087" y="54756"/>
                  <a:pt x="1750839" y="46562"/>
                  <a:pt x="1779773" y="39329"/>
                </a:cubicBezTo>
                <a:cubicBezTo>
                  <a:pt x="1795986" y="35276"/>
                  <a:pt x="1812722" y="33550"/>
                  <a:pt x="1828935" y="29497"/>
                </a:cubicBezTo>
                <a:cubicBezTo>
                  <a:pt x="1852083" y="23710"/>
                  <a:pt x="1874742" y="16110"/>
                  <a:pt x="1897761" y="9832"/>
                </a:cubicBezTo>
                <a:cubicBezTo>
                  <a:pt x="1910798" y="6276"/>
                  <a:pt x="1923980" y="3277"/>
                  <a:pt x="1937090" y="0"/>
                </a:cubicBezTo>
                <a:lnTo>
                  <a:pt x="3107128" y="9832"/>
                </a:lnTo>
                <a:cubicBezTo>
                  <a:pt x="3133548" y="10248"/>
                  <a:pt x="3159694" y="15489"/>
                  <a:pt x="3185786" y="19664"/>
                </a:cubicBezTo>
                <a:cubicBezTo>
                  <a:pt x="3241653" y="28603"/>
                  <a:pt x="3352935" y="49161"/>
                  <a:pt x="3352935" y="49161"/>
                </a:cubicBezTo>
                <a:cubicBezTo>
                  <a:pt x="3413284" y="89394"/>
                  <a:pt x="3374076" y="60470"/>
                  <a:pt x="3461090" y="147484"/>
                </a:cubicBezTo>
                <a:cubicBezTo>
                  <a:pt x="3470922" y="157316"/>
                  <a:pt x="3479462" y="168637"/>
                  <a:pt x="3490586" y="176980"/>
                </a:cubicBezTo>
                <a:cubicBezTo>
                  <a:pt x="3503696" y="186812"/>
                  <a:pt x="3516280" y="197387"/>
                  <a:pt x="3529915" y="206477"/>
                </a:cubicBezTo>
                <a:cubicBezTo>
                  <a:pt x="3545816" y="217078"/>
                  <a:pt x="3563788" y="224508"/>
                  <a:pt x="3579077" y="235974"/>
                </a:cubicBezTo>
                <a:cubicBezTo>
                  <a:pt x="3601698" y="252940"/>
                  <a:pt x="3640948" y="303605"/>
                  <a:pt x="3647902" y="324464"/>
                </a:cubicBezTo>
                <a:cubicBezTo>
                  <a:pt x="3679559" y="419427"/>
                  <a:pt x="3628792" y="271773"/>
                  <a:pt x="3677399" y="393290"/>
                </a:cubicBezTo>
                <a:cubicBezTo>
                  <a:pt x="3685097" y="412536"/>
                  <a:pt x="3690509" y="432619"/>
                  <a:pt x="3697064" y="452284"/>
                </a:cubicBezTo>
                <a:lnTo>
                  <a:pt x="3706896" y="481780"/>
                </a:lnTo>
                <a:cubicBezTo>
                  <a:pt x="3703619" y="560438"/>
                  <a:pt x="3704898" y="639419"/>
                  <a:pt x="3697064" y="717755"/>
                </a:cubicBezTo>
                <a:cubicBezTo>
                  <a:pt x="3691755" y="770843"/>
                  <a:pt x="3675386" y="822295"/>
                  <a:pt x="3667567" y="875071"/>
                </a:cubicBezTo>
                <a:cubicBezTo>
                  <a:pt x="3662262" y="910880"/>
                  <a:pt x="3661012" y="947174"/>
                  <a:pt x="3657735" y="983226"/>
                </a:cubicBezTo>
                <a:cubicBezTo>
                  <a:pt x="3661012" y="1097936"/>
                  <a:pt x="3667567" y="1212599"/>
                  <a:pt x="3667567" y="1327355"/>
                </a:cubicBezTo>
                <a:cubicBezTo>
                  <a:pt x="3667567" y="1692274"/>
                  <a:pt x="3710096" y="1586425"/>
                  <a:pt x="3628238" y="1750142"/>
                </a:cubicBezTo>
                <a:cubicBezTo>
                  <a:pt x="3624961" y="1773084"/>
                  <a:pt x="3624027" y="1796485"/>
                  <a:pt x="3618406" y="1818968"/>
                </a:cubicBezTo>
                <a:cubicBezTo>
                  <a:pt x="3614125" y="1836090"/>
                  <a:pt x="3603931" y="1851260"/>
                  <a:pt x="3598741" y="1868129"/>
                </a:cubicBezTo>
                <a:cubicBezTo>
                  <a:pt x="3590793" y="1893960"/>
                  <a:pt x="3584377" y="1920286"/>
                  <a:pt x="3579077" y="1946787"/>
                </a:cubicBezTo>
                <a:cubicBezTo>
                  <a:pt x="3569693" y="1993704"/>
                  <a:pt x="3568590" y="2044061"/>
                  <a:pt x="3539748" y="2084439"/>
                </a:cubicBezTo>
                <a:cubicBezTo>
                  <a:pt x="3531666" y="2095754"/>
                  <a:pt x="3520083" y="2104103"/>
                  <a:pt x="3510251" y="2113935"/>
                </a:cubicBezTo>
                <a:cubicBezTo>
                  <a:pt x="3487309" y="2110658"/>
                  <a:pt x="3461684" y="2115358"/>
                  <a:pt x="3441425" y="2104103"/>
                </a:cubicBezTo>
                <a:cubicBezTo>
                  <a:pt x="3428612" y="2096985"/>
                  <a:pt x="3427535" y="2078246"/>
                  <a:pt x="3421761" y="2064774"/>
                </a:cubicBezTo>
                <a:cubicBezTo>
                  <a:pt x="3411542" y="2040931"/>
                  <a:pt x="3413856" y="2024673"/>
                  <a:pt x="3392264" y="2005780"/>
                </a:cubicBezTo>
                <a:cubicBezTo>
                  <a:pt x="3378455" y="1993697"/>
                  <a:pt x="3318823" y="1955081"/>
                  <a:pt x="3293941" y="1946787"/>
                </a:cubicBezTo>
                <a:cubicBezTo>
                  <a:pt x="3278087" y="1941502"/>
                  <a:pt x="3261167" y="1940232"/>
                  <a:pt x="3244780" y="1936955"/>
                </a:cubicBezTo>
                <a:cubicBezTo>
                  <a:pt x="3228393" y="1930400"/>
                  <a:pt x="3212145" y="1923487"/>
                  <a:pt x="3195619" y="1917290"/>
                </a:cubicBezTo>
                <a:cubicBezTo>
                  <a:pt x="3185915" y="1913651"/>
                  <a:pt x="3175392" y="1912093"/>
                  <a:pt x="3166122" y="1907458"/>
                </a:cubicBezTo>
                <a:cubicBezTo>
                  <a:pt x="3102970" y="1875882"/>
                  <a:pt x="3175929" y="1895349"/>
                  <a:pt x="3087464" y="1868129"/>
                </a:cubicBezTo>
                <a:cubicBezTo>
                  <a:pt x="3061633" y="1860181"/>
                  <a:pt x="3033899" y="1858501"/>
                  <a:pt x="3008806" y="1848464"/>
                </a:cubicBezTo>
                <a:cubicBezTo>
                  <a:pt x="2992419" y="1841909"/>
                  <a:pt x="2975772" y="1835968"/>
                  <a:pt x="2959644" y="1828800"/>
                </a:cubicBezTo>
                <a:cubicBezTo>
                  <a:pt x="2886738" y="1796398"/>
                  <a:pt x="2951407" y="1819499"/>
                  <a:pt x="2890819" y="1799303"/>
                </a:cubicBezTo>
                <a:cubicBezTo>
                  <a:pt x="2802329" y="1802580"/>
                  <a:pt x="2713727" y="1803611"/>
                  <a:pt x="2625348" y="1809135"/>
                </a:cubicBezTo>
                <a:cubicBezTo>
                  <a:pt x="2608669" y="1810177"/>
                  <a:pt x="2591784" y="1812969"/>
                  <a:pt x="2576186" y="1818968"/>
                </a:cubicBezTo>
                <a:cubicBezTo>
                  <a:pt x="2548826" y="1829491"/>
                  <a:pt x="2523747" y="1845187"/>
                  <a:pt x="2497528" y="1858297"/>
                </a:cubicBezTo>
                <a:cubicBezTo>
                  <a:pt x="2484418" y="1864852"/>
                  <a:pt x="2469925" y="1869167"/>
                  <a:pt x="2458199" y="1877961"/>
                </a:cubicBezTo>
                <a:cubicBezTo>
                  <a:pt x="2441309" y="1890629"/>
                  <a:pt x="2409507" y="1915617"/>
                  <a:pt x="2389373" y="1927122"/>
                </a:cubicBezTo>
                <a:cubicBezTo>
                  <a:pt x="2376647" y="1934394"/>
                  <a:pt x="2362770" y="1939515"/>
                  <a:pt x="2350044" y="1946787"/>
                </a:cubicBezTo>
                <a:cubicBezTo>
                  <a:pt x="2339784" y="1952650"/>
                  <a:pt x="2331346" y="1961652"/>
                  <a:pt x="2320548" y="1966451"/>
                </a:cubicBezTo>
                <a:cubicBezTo>
                  <a:pt x="2266306" y="1990559"/>
                  <a:pt x="2265267" y="1982730"/>
                  <a:pt x="2212393" y="1995948"/>
                </a:cubicBezTo>
                <a:cubicBezTo>
                  <a:pt x="2115566" y="2020154"/>
                  <a:pt x="2286252" y="1988553"/>
                  <a:pt x="2123902" y="2015613"/>
                </a:cubicBezTo>
                <a:cubicBezTo>
                  <a:pt x="2078018" y="2012335"/>
                  <a:pt x="2031626" y="2013343"/>
                  <a:pt x="1986251" y="2005780"/>
                </a:cubicBezTo>
                <a:cubicBezTo>
                  <a:pt x="1971793" y="2003370"/>
                  <a:pt x="1961380" y="1988526"/>
                  <a:pt x="1946922" y="1986116"/>
                </a:cubicBezTo>
                <a:cubicBezTo>
                  <a:pt x="1901547" y="1978554"/>
                  <a:pt x="1855154" y="1979561"/>
                  <a:pt x="1809270" y="1976284"/>
                </a:cubicBezTo>
                <a:cubicBezTo>
                  <a:pt x="1799438" y="1969729"/>
                  <a:pt x="1790635" y="1961274"/>
                  <a:pt x="1779773" y="1956619"/>
                </a:cubicBezTo>
                <a:cubicBezTo>
                  <a:pt x="1739812" y="1939493"/>
                  <a:pt x="1624819" y="1938116"/>
                  <a:pt x="1612625" y="1936955"/>
                </a:cubicBezTo>
                <a:cubicBezTo>
                  <a:pt x="1586321" y="1934450"/>
                  <a:pt x="1560083" y="1931140"/>
                  <a:pt x="1533967" y="1927122"/>
                </a:cubicBezTo>
                <a:cubicBezTo>
                  <a:pt x="1517450" y="1924581"/>
                  <a:pt x="1501248" y="1920279"/>
                  <a:pt x="1484806" y="1917290"/>
                </a:cubicBezTo>
                <a:cubicBezTo>
                  <a:pt x="1465192" y="1913724"/>
                  <a:pt x="1445477" y="1910735"/>
                  <a:pt x="1425812" y="1907458"/>
                </a:cubicBezTo>
                <a:lnTo>
                  <a:pt x="1032522" y="1917290"/>
                </a:lnTo>
                <a:cubicBezTo>
                  <a:pt x="1015827" y="1918032"/>
                  <a:pt x="999675" y="1923497"/>
                  <a:pt x="983361" y="1927122"/>
                </a:cubicBezTo>
                <a:cubicBezTo>
                  <a:pt x="943774" y="1935919"/>
                  <a:pt x="940976" y="1935891"/>
                  <a:pt x="904702" y="1956619"/>
                </a:cubicBezTo>
                <a:cubicBezTo>
                  <a:pt x="894442" y="1962482"/>
                  <a:pt x="885775" y="1970999"/>
                  <a:pt x="875206" y="1976284"/>
                </a:cubicBezTo>
                <a:cubicBezTo>
                  <a:pt x="859420" y="1984177"/>
                  <a:pt x="842172" y="1988780"/>
                  <a:pt x="826044" y="1995948"/>
                </a:cubicBezTo>
                <a:cubicBezTo>
                  <a:pt x="812650" y="2001901"/>
                  <a:pt x="800324" y="2010169"/>
                  <a:pt x="786715" y="2015613"/>
                </a:cubicBezTo>
                <a:cubicBezTo>
                  <a:pt x="746826" y="2031569"/>
                  <a:pt x="727019" y="2035453"/>
                  <a:pt x="688393" y="2045110"/>
                </a:cubicBezTo>
                <a:cubicBezTo>
                  <a:pt x="672006" y="2054942"/>
                  <a:pt x="656325" y="2066060"/>
                  <a:pt x="639232" y="2074606"/>
                </a:cubicBezTo>
                <a:cubicBezTo>
                  <a:pt x="629962" y="2079241"/>
                  <a:pt x="618734" y="2079297"/>
                  <a:pt x="609735" y="2084439"/>
                </a:cubicBezTo>
                <a:cubicBezTo>
                  <a:pt x="595507" y="2092569"/>
                  <a:pt x="585063" y="2106607"/>
                  <a:pt x="570406" y="2113935"/>
                </a:cubicBezTo>
                <a:cubicBezTo>
                  <a:pt x="558319" y="2119978"/>
                  <a:pt x="544328" y="2121118"/>
                  <a:pt x="531077" y="2123768"/>
                </a:cubicBezTo>
                <a:cubicBezTo>
                  <a:pt x="444549" y="2141074"/>
                  <a:pt x="499996" y="2124296"/>
                  <a:pt x="442586" y="2143432"/>
                </a:cubicBezTo>
                <a:cubicBezTo>
                  <a:pt x="377038" y="2140155"/>
                  <a:pt x="310412" y="2145880"/>
                  <a:pt x="245941" y="2133600"/>
                </a:cubicBezTo>
                <a:cubicBezTo>
                  <a:pt x="235760" y="2131661"/>
                  <a:pt x="237910" y="2114309"/>
                  <a:pt x="236109" y="2104103"/>
                </a:cubicBezTo>
                <a:cubicBezTo>
                  <a:pt x="198893" y="1893210"/>
                  <a:pt x="236475" y="2036561"/>
                  <a:pt x="196780" y="1897626"/>
                </a:cubicBezTo>
                <a:cubicBezTo>
                  <a:pt x="200057" y="1868129"/>
                  <a:pt x="199414" y="1837927"/>
                  <a:pt x="206612" y="1809135"/>
                </a:cubicBezTo>
                <a:cubicBezTo>
                  <a:pt x="214201" y="1778779"/>
                  <a:pt x="235076" y="1777222"/>
                  <a:pt x="255773" y="1759974"/>
                </a:cubicBezTo>
                <a:cubicBezTo>
                  <a:pt x="331464" y="1696896"/>
                  <a:pt x="241544" y="1759627"/>
                  <a:pt x="314767" y="1710813"/>
                </a:cubicBezTo>
                <a:cubicBezTo>
                  <a:pt x="344838" y="1620596"/>
                  <a:pt x="294573" y="1761033"/>
                  <a:pt x="354096" y="1641987"/>
                </a:cubicBezTo>
                <a:cubicBezTo>
                  <a:pt x="376421" y="1597337"/>
                  <a:pt x="377791" y="1539634"/>
                  <a:pt x="413090" y="1504335"/>
                </a:cubicBezTo>
                <a:cubicBezTo>
                  <a:pt x="422922" y="1494503"/>
                  <a:pt x="433685" y="1485521"/>
                  <a:pt x="442586" y="1474839"/>
                </a:cubicBezTo>
                <a:cubicBezTo>
                  <a:pt x="450151" y="1465761"/>
                  <a:pt x="453358" y="1453124"/>
                  <a:pt x="462251" y="1445342"/>
                </a:cubicBezTo>
                <a:cubicBezTo>
                  <a:pt x="480037" y="1429779"/>
                  <a:pt x="502337" y="1420193"/>
                  <a:pt x="521244" y="1406013"/>
                </a:cubicBezTo>
                <a:cubicBezTo>
                  <a:pt x="534354" y="1396181"/>
                  <a:pt x="547238" y="1386041"/>
                  <a:pt x="560573" y="1376516"/>
                </a:cubicBezTo>
                <a:cubicBezTo>
                  <a:pt x="570189" y="1369647"/>
                  <a:pt x="581098" y="1364541"/>
                  <a:pt x="590070" y="1356851"/>
                </a:cubicBezTo>
                <a:cubicBezTo>
                  <a:pt x="663862" y="1293601"/>
                  <a:pt x="598266" y="1344148"/>
                  <a:pt x="658896" y="1268361"/>
                </a:cubicBezTo>
                <a:cubicBezTo>
                  <a:pt x="673373" y="1250265"/>
                  <a:pt x="692661" y="1236521"/>
                  <a:pt x="708057" y="1219200"/>
                </a:cubicBezTo>
                <a:cubicBezTo>
                  <a:pt x="724318" y="1200907"/>
                  <a:pt x="743122" y="1171519"/>
                  <a:pt x="757219" y="1150374"/>
                </a:cubicBezTo>
                <a:lnTo>
                  <a:pt x="776883" y="1091380"/>
                </a:lnTo>
                <a:cubicBezTo>
                  <a:pt x="780160" y="1081548"/>
                  <a:pt x="782080" y="1071154"/>
                  <a:pt x="786715" y="1061884"/>
                </a:cubicBezTo>
                <a:cubicBezTo>
                  <a:pt x="811015" y="1013285"/>
                  <a:pt x="801745" y="1036460"/>
                  <a:pt x="816212" y="993058"/>
                </a:cubicBezTo>
                <a:cubicBezTo>
                  <a:pt x="800834" y="962300"/>
                  <a:pt x="796947" y="944163"/>
                  <a:pt x="767051" y="924232"/>
                </a:cubicBezTo>
                <a:cubicBezTo>
                  <a:pt x="758427" y="918483"/>
                  <a:pt x="747386" y="917677"/>
                  <a:pt x="737554" y="914400"/>
                </a:cubicBezTo>
                <a:cubicBezTo>
                  <a:pt x="641243" y="850192"/>
                  <a:pt x="686715" y="871326"/>
                  <a:pt x="452419" y="924232"/>
                </a:cubicBezTo>
                <a:cubicBezTo>
                  <a:pt x="431948" y="928854"/>
                  <a:pt x="420718" y="951920"/>
                  <a:pt x="403257" y="963561"/>
                </a:cubicBezTo>
                <a:cubicBezTo>
                  <a:pt x="310826" y="1025182"/>
                  <a:pt x="427942" y="920564"/>
                  <a:pt x="304935" y="1032387"/>
                </a:cubicBezTo>
                <a:cubicBezTo>
                  <a:pt x="287787" y="1047976"/>
                  <a:pt x="272999" y="1066045"/>
                  <a:pt x="255773" y="1081548"/>
                </a:cubicBezTo>
                <a:cubicBezTo>
                  <a:pt x="240174" y="1095587"/>
                  <a:pt x="222405" y="1107058"/>
                  <a:pt x="206612" y="1120877"/>
                </a:cubicBezTo>
                <a:cubicBezTo>
                  <a:pt x="196147" y="1130034"/>
                  <a:pt x="189188" y="1143475"/>
                  <a:pt x="177115" y="1150374"/>
                </a:cubicBezTo>
                <a:cubicBezTo>
                  <a:pt x="165382" y="1157078"/>
                  <a:pt x="150896" y="1156929"/>
                  <a:pt x="137786" y="1160206"/>
                </a:cubicBezTo>
                <a:cubicBezTo>
                  <a:pt x="114844" y="1156929"/>
                  <a:pt x="85348" y="1166761"/>
                  <a:pt x="68961" y="1150374"/>
                </a:cubicBezTo>
                <a:cubicBezTo>
                  <a:pt x="46975" y="1128388"/>
                  <a:pt x="47475" y="1091926"/>
                  <a:pt x="39464" y="1061884"/>
                </a:cubicBezTo>
                <a:cubicBezTo>
                  <a:pt x="34327" y="1042621"/>
                  <a:pt x="29632" y="1002890"/>
                  <a:pt x="29632" y="1002890"/>
                </a:cubicBezTo>
              </a:path>
            </a:pathLst>
          </a:custGeom>
          <a:solidFill>
            <a:srgbClr val="395A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sz="4000" b="1" dirty="0" err="1"/>
              <a:t>পরিমিতি</a:t>
            </a:r>
            <a:endParaRPr lang="en-US" sz="4000" b="1" dirty="0"/>
          </a:p>
          <a:p>
            <a:pPr algn="ctr"/>
            <a:r>
              <a:rPr lang="en-US" sz="2400" dirty="0" err="1">
                <a:solidFill>
                  <a:srgbClr val="FFFF00"/>
                </a:solidFill>
              </a:rPr>
              <a:t>অনুশীলনী</a:t>
            </a:r>
            <a:r>
              <a:rPr lang="en-US" sz="2400" dirty="0">
                <a:solidFill>
                  <a:srgbClr val="FFFF00"/>
                </a:solidFill>
              </a:rPr>
              <a:t> ১৬.১</a:t>
            </a:r>
            <a:endParaRPr lang="en-US" sz="2800" dirty="0">
              <a:solidFill>
                <a:srgbClr val="FFFF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9F1CC-06C1-5AC9-B099-1B9F4C022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039" y="132430"/>
            <a:ext cx="940484" cy="940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34F34F-8B60-7FEB-A401-D0077CAB4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40444" x2="39111" y2="40444"/>
                        <a14:foregroundMark x1="31556" y1="35111" x2="39111" y2="35111"/>
                        <a14:foregroundMark x1="37333" y1="33778" x2="74667" y2="62222"/>
                        <a14:foregroundMark x1="74667" y1="62222" x2="36889" y2="64000"/>
                        <a14:foregroundMark x1="36889" y1="64000" x2="60000" y2="57778"/>
                        <a14:foregroundMark x1="60000" y1="57778" x2="65333" y2="57778"/>
                        <a14:foregroundMark x1="56444" y1="56444" x2="63111" y2="58667"/>
                        <a14:foregroundMark x1="82222" y1="53778" x2="76889" y2="62667"/>
                        <a14:foregroundMark x1="79111" y1="61778" x2="66667" y2="68444"/>
                        <a14:foregroundMark x1="77333" y1="65333" x2="70667" y2="68889"/>
                        <a14:foregroundMark x1="47556" y1="65778" x2="54667" y2="63111"/>
                        <a14:foregroundMark x1="23556" y1="57778" x2="42222" y2="62667"/>
                        <a14:foregroundMark x1="24000" y1="58222" x2="44444" y2="66222"/>
                        <a14:foregroundMark x1="29333" y1="62667" x2="42667" y2="61778"/>
                        <a14:foregroundMark x1="19111" y1="64000" x2="44444" y2="70222"/>
                        <a14:foregroundMark x1="27556" y1="56444" x2="41333" y2="62667"/>
                        <a14:foregroundMark x1="25333" y1="62667" x2="37333" y2="65778"/>
                        <a14:foregroundMark x1="45333" y1="64444" x2="62667" y2="70222"/>
                        <a14:foregroundMark x1="61778" y1="66667" x2="66667" y2="66667"/>
                        <a14:foregroundMark x1="58222" y1="37333" x2="67111" y2="40444"/>
                        <a14:foregroundMark x1="36444" y1="40444" x2="48889" y2="4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61" y="-41786"/>
            <a:ext cx="1288916" cy="12889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87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0" repeatCount="indefinite" accel="26000" decel="14000" autoRev="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cw">
                                      <p:cBhvr override="childStyle">
                                        <p:cTn id="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5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-296799" y="3894349"/>
            <a:ext cx="12785633" cy="2092367"/>
          </a:xfrm>
          <a:custGeom>
            <a:avLst/>
            <a:gdLst/>
            <a:ahLst/>
            <a:cxnLst/>
            <a:rect l="l" t="t" r="r" b="b"/>
            <a:pathLst>
              <a:path w="383569" h="62771" extrusionOk="0">
                <a:moveTo>
                  <a:pt x="0" y="138"/>
                </a:moveTo>
                <a:cubicBezTo>
                  <a:pt x="6712" y="1268"/>
                  <a:pt x="25229" y="-3498"/>
                  <a:pt x="40271" y="6916"/>
                </a:cubicBezTo>
                <a:cubicBezTo>
                  <a:pt x="55313" y="17330"/>
                  <a:pt x="73703" y="59698"/>
                  <a:pt x="90250" y="62622"/>
                </a:cubicBezTo>
                <a:cubicBezTo>
                  <a:pt x="106797" y="65546"/>
                  <a:pt x="122630" y="24574"/>
                  <a:pt x="139552" y="24460"/>
                </a:cubicBezTo>
                <a:cubicBezTo>
                  <a:pt x="156475" y="24346"/>
                  <a:pt x="174308" y="62007"/>
                  <a:pt x="191785" y="61940"/>
                </a:cubicBezTo>
                <a:cubicBezTo>
                  <a:pt x="209262" y="61874"/>
                  <a:pt x="227514" y="23947"/>
                  <a:pt x="244416" y="24061"/>
                </a:cubicBezTo>
                <a:cubicBezTo>
                  <a:pt x="261318" y="24175"/>
                  <a:pt x="276319" y="63951"/>
                  <a:pt x="293198" y="62622"/>
                </a:cubicBezTo>
                <a:cubicBezTo>
                  <a:pt x="310077" y="61293"/>
                  <a:pt x="330629" y="24973"/>
                  <a:pt x="345691" y="16087"/>
                </a:cubicBezTo>
                <a:cubicBezTo>
                  <a:pt x="360753" y="7202"/>
                  <a:pt x="377256" y="10439"/>
                  <a:pt x="383569" y="9309"/>
                </a:cubicBezTo>
              </a:path>
            </a:pathLst>
          </a:custGeom>
          <a:noFill/>
          <a:ln w="152400" cap="rnd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Google Shape;226;p17"/>
          <p:cNvSpPr/>
          <p:nvPr/>
        </p:nvSpPr>
        <p:spPr>
          <a:xfrm>
            <a:off x="-305466" y="3894349"/>
            <a:ext cx="12785633" cy="2092367"/>
          </a:xfrm>
          <a:custGeom>
            <a:avLst/>
            <a:gdLst/>
            <a:ahLst/>
            <a:cxnLst/>
            <a:rect l="l" t="t" r="r" b="b"/>
            <a:pathLst>
              <a:path w="383569" h="62771" extrusionOk="0">
                <a:moveTo>
                  <a:pt x="0" y="138"/>
                </a:moveTo>
                <a:cubicBezTo>
                  <a:pt x="6712" y="1268"/>
                  <a:pt x="25186" y="-3498"/>
                  <a:pt x="40271" y="6916"/>
                </a:cubicBezTo>
                <a:cubicBezTo>
                  <a:pt x="55356" y="17330"/>
                  <a:pt x="73963" y="59698"/>
                  <a:pt x="90510" y="62622"/>
                </a:cubicBezTo>
                <a:cubicBezTo>
                  <a:pt x="107057" y="65546"/>
                  <a:pt x="122673" y="24574"/>
                  <a:pt x="139552" y="24460"/>
                </a:cubicBezTo>
                <a:cubicBezTo>
                  <a:pt x="156431" y="24346"/>
                  <a:pt x="174308" y="62007"/>
                  <a:pt x="191785" y="61940"/>
                </a:cubicBezTo>
                <a:cubicBezTo>
                  <a:pt x="209262" y="61874"/>
                  <a:pt x="227471" y="23947"/>
                  <a:pt x="244416" y="24061"/>
                </a:cubicBezTo>
                <a:cubicBezTo>
                  <a:pt x="261362" y="24175"/>
                  <a:pt x="276579" y="63951"/>
                  <a:pt x="293458" y="62622"/>
                </a:cubicBezTo>
                <a:cubicBezTo>
                  <a:pt x="310337" y="61293"/>
                  <a:pt x="330673" y="24973"/>
                  <a:pt x="345691" y="16087"/>
                </a:cubicBezTo>
                <a:cubicBezTo>
                  <a:pt x="360710" y="7202"/>
                  <a:pt x="377256" y="10439"/>
                  <a:pt x="383569" y="9309"/>
                </a:cubicBezTo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Google Shape;227;p17"/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dirty="0"/>
              <a:t>আলোচ্যসূচি</a:t>
            </a:r>
            <a:endParaRPr dirty="0"/>
          </a:p>
        </p:txBody>
      </p:sp>
      <p:sp>
        <p:nvSpPr>
          <p:cNvPr id="228" name="Google Shape;228;p17"/>
          <p:cNvSpPr/>
          <p:nvPr/>
        </p:nvSpPr>
        <p:spPr>
          <a:xfrm>
            <a:off x="4217151" y="4572605"/>
            <a:ext cx="258400" cy="25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9" name="Google Shape;229;p17"/>
          <p:cNvSpPr/>
          <p:nvPr/>
        </p:nvSpPr>
        <p:spPr>
          <a:xfrm>
            <a:off x="7716451" y="4572605"/>
            <a:ext cx="258400" cy="25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30" name="Google Shape;230;p17"/>
          <p:cNvGrpSpPr/>
          <p:nvPr/>
        </p:nvGrpSpPr>
        <p:grpSpPr>
          <a:xfrm>
            <a:off x="4919800" y="1866173"/>
            <a:ext cx="2352400" cy="4236700"/>
            <a:chOff x="3689850" y="1369725"/>
            <a:chExt cx="1764300" cy="3177525"/>
          </a:xfrm>
        </p:grpSpPr>
        <p:cxnSp>
          <p:nvCxnSpPr>
            <p:cNvPr id="231" name="Google Shape;231;p17"/>
            <p:cNvCxnSpPr/>
            <p:nvPr/>
          </p:nvCxnSpPr>
          <p:spPr>
            <a:xfrm rot="10800000">
              <a:off x="4572000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32" name="Google Shape;232;p17"/>
            <p:cNvSpPr/>
            <p:nvPr/>
          </p:nvSpPr>
          <p:spPr>
            <a:xfrm>
              <a:off x="4163250" y="3729750"/>
              <a:ext cx="817500" cy="817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3730650" y="2028907"/>
              <a:ext cx="1682700" cy="81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3689850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267" dirty="0">
                  <a:latin typeface="Fira Sans Extra Condensed Medium"/>
                  <a:sym typeface="Fira Sans Extra Condensed Medium"/>
                </a:rPr>
                <a:t>অনুশীলনী</a:t>
              </a:r>
              <a:endParaRPr sz="2400" dirty="0"/>
            </a:p>
          </p:txBody>
        </p:sp>
        <p:grpSp>
          <p:nvGrpSpPr>
            <p:cNvPr id="235" name="Google Shape;235;p17"/>
            <p:cNvGrpSpPr/>
            <p:nvPr/>
          </p:nvGrpSpPr>
          <p:grpSpPr>
            <a:xfrm>
              <a:off x="4385582" y="3967214"/>
              <a:ext cx="372835" cy="342573"/>
              <a:chOff x="1952836" y="2774422"/>
              <a:chExt cx="372835" cy="342573"/>
            </a:xfrm>
          </p:grpSpPr>
          <p:sp>
            <p:nvSpPr>
              <p:cNvPr id="236" name="Google Shape;236;p17"/>
              <p:cNvSpPr/>
              <p:nvPr/>
            </p:nvSpPr>
            <p:spPr>
              <a:xfrm>
                <a:off x="2076490" y="3057581"/>
                <a:ext cx="40869" cy="40869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3" y="346"/>
                    </a:moveTo>
                    <a:cubicBezTo>
                      <a:pt x="810" y="346"/>
                      <a:pt x="941" y="477"/>
                      <a:pt x="941" y="644"/>
                    </a:cubicBezTo>
                    <a:cubicBezTo>
                      <a:pt x="941" y="811"/>
                      <a:pt x="810" y="941"/>
                      <a:pt x="643" y="941"/>
                    </a:cubicBezTo>
                    <a:cubicBezTo>
                      <a:pt x="476" y="941"/>
                      <a:pt x="345" y="811"/>
                      <a:pt x="345" y="644"/>
                    </a:cubicBezTo>
                    <a:cubicBezTo>
                      <a:pt x="345" y="477"/>
                      <a:pt x="476" y="346"/>
                      <a:pt x="643" y="346"/>
                    </a:cubicBezTo>
                    <a:close/>
                    <a:moveTo>
                      <a:pt x="643" y="1"/>
                    </a:moveTo>
                    <a:cubicBezTo>
                      <a:pt x="286" y="1"/>
                      <a:pt x="0" y="287"/>
                      <a:pt x="0" y="644"/>
                    </a:cubicBezTo>
                    <a:cubicBezTo>
                      <a:pt x="0" y="1001"/>
                      <a:pt x="286" y="1287"/>
                      <a:pt x="643" y="1287"/>
                    </a:cubicBezTo>
                    <a:cubicBezTo>
                      <a:pt x="1000" y="1287"/>
                      <a:pt x="1286" y="1001"/>
                      <a:pt x="1286" y="644"/>
                    </a:cubicBezTo>
                    <a:cubicBezTo>
                      <a:pt x="1286" y="287"/>
                      <a:pt x="1000" y="1"/>
                      <a:pt x="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2208432" y="3057581"/>
                <a:ext cx="40869" cy="40869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3" y="346"/>
                    </a:moveTo>
                    <a:cubicBezTo>
                      <a:pt x="810" y="346"/>
                      <a:pt x="941" y="477"/>
                      <a:pt x="941" y="644"/>
                    </a:cubicBezTo>
                    <a:cubicBezTo>
                      <a:pt x="941" y="811"/>
                      <a:pt x="810" y="941"/>
                      <a:pt x="643" y="941"/>
                    </a:cubicBezTo>
                    <a:cubicBezTo>
                      <a:pt x="477" y="941"/>
                      <a:pt x="346" y="811"/>
                      <a:pt x="346" y="644"/>
                    </a:cubicBezTo>
                    <a:cubicBezTo>
                      <a:pt x="346" y="477"/>
                      <a:pt x="477" y="346"/>
                      <a:pt x="643" y="346"/>
                    </a:cubicBezTo>
                    <a:close/>
                    <a:moveTo>
                      <a:pt x="643" y="1"/>
                    </a:moveTo>
                    <a:cubicBezTo>
                      <a:pt x="286" y="1"/>
                      <a:pt x="0" y="287"/>
                      <a:pt x="0" y="644"/>
                    </a:cubicBezTo>
                    <a:cubicBezTo>
                      <a:pt x="0" y="1001"/>
                      <a:pt x="286" y="1287"/>
                      <a:pt x="643" y="1287"/>
                    </a:cubicBezTo>
                    <a:cubicBezTo>
                      <a:pt x="1001" y="1287"/>
                      <a:pt x="1286" y="1001"/>
                      <a:pt x="1286" y="644"/>
                    </a:cubicBezTo>
                    <a:cubicBezTo>
                      <a:pt x="1286" y="287"/>
                      <a:pt x="1001" y="1"/>
                      <a:pt x="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1952836" y="2774422"/>
                <a:ext cx="372835" cy="342573"/>
              </a:xfrm>
              <a:custGeom>
                <a:avLst/>
                <a:gdLst/>
                <a:ahLst/>
                <a:cxnLst/>
                <a:rect l="l" t="t" r="r" b="b"/>
                <a:pathLst>
                  <a:path w="11741" h="10788" extrusionOk="0">
                    <a:moveTo>
                      <a:pt x="5382" y="1988"/>
                    </a:moveTo>
                    <a:lnTo>
                      <a:pt x="5382" y="3001"/>
                    </a:lnTo>
                    <a:lnTo>
                      <a:pt x="4359" y="3001"/>
                    </a:lnTo>
                    <a:lnTo>
                      <a:pt x="4359" y="1988"/>
                    </a:lnTo>
                    <a:close/>
                    <a:moveTo>
                      <a:pt x="6752" y="1988"/>
                    </a:moveTo>
                    <a:lnTo>
                      <a:pt x="6752" y="3001"/>
                    </a:lnTo>
                    <a:lnTo>
                      <a:pt x="5728" y="3001"/>
                    </a:lnTo>
                    <a:lnTo>
                      <a:pt x="5728" y="1988"/>
                    </a:lnTo>
                    <a:close/>
                    <a:moveTo>
                      <a:pt x="8121" y="1988"/>
                    </a:moveTo>
                    <a:lnTo>
                      <a:pt x="8121" y="3001"/>
                    </a:lnTo>
                    <a:lnTo>
                      <a:pt x="7097" y="3001"/>
                    </a:lnTo>
                    <a:lnTo>
                      <a:pt x="7097" y="1988"/>
                    </a:lnTo>
                    <a:close/>
                    <a:moveTo>
                      <a:pt x="9490" y="1988"/>
                    </a:moveTo>
                    <a:lnTo>
                      <a:pt x="9490" y="3001"/>
                    </a:lnTo>
                    <a:lnTo>
                      <a:pt x="8466" y="3001"/>
                    </a:lnTo>
                    <a:lnTo>
                      <a:pt x="8466" y="1988"/>
                    </a:lnTo>
                    <a:close/>
                    <a:moveTo>
                      <a:pt x="10324" y="1988"/>
                    </a:moveTo>
                    <a:lnTo>
                      <a:pt x="10085" y="3001"/>
                    </a:lnTo>
                    <a:lnTo>
                      <a:pt x="9847" y="3001"/>
                    </a:lnTo>
                    <a:lnTo>
                      <a:pt x="9847" y="1988"/>
                    </a:lnTo>
                    <a:close/>
                    <a:moveTo>
                      <a:pt x="4001" y="2000"/>
                    </a:moveTo>
                    <a:lnTo>
                      <a:pt x="4001" y="3012"/>
                    </a:lnTo>
                    <a:lnTo>
                      <a:pt x="3311" y="3012"/>
                    </a:lnTo>
                    <a:lnTo>
                      <a:pt x="2965" y="2000"/>
                    </a:lnTo>
                    <a:close/>
                    <a:moveTo>
                      <a:pt x="10014" y="3334"/>
                    </a:moveTo>
                    <a:lnTo>
                      <a:pt x="9847" y="4048"/>
                    </a:lnTo>
                    <a:lnTo>
                      <a:pt x="9847" y="3334"/>
                    </a:lnTo>
                    <a:close/>
                    <a:moveTo>
                      <a:pt x="4013" y="3334"/>
                    </a:moveTo>
                    <a:lnTo>
                      <a:pt x="4013" y="4370"/>
                    </a:lnTo>
                    <a:lnTo>
                      <a:pt x="3823" y="4370"/>
                    </a:lnTo>
                    <a:lnTo>
                      <a:pt x="3454" y="3334"/>
                    </a:lnTo>
                    <a:close/>
                    <a:moveTo>
                      <a:pt x="5371" y="3334"/>
                    </a:moveTo>
                    <a:lnTo>
                      <a:pt x="5371" y="4370"/>
                    </a:lnTo>
                    <a:lnTo>
                      <a:pt x="4347" y="4370"/>
                    </a:lnTo>
                    <a:lnTo>
                      <a:pt x="4347" y="3334"/>
                    </a:lnTo>
                    <a:close/>
                    <a:moveTo>
                      <a:pt x="6752" y="3334"/>
                    </a:moveTo>
                    <a:lnTo>
                      <a:pt x="6752" y="4370"/>
                    </a:lnTo>
                    <a:lnTo>
                      <a:pt x="5728" y="4370"/>
                    </a:lnTo>
                    <a:lnTo>
                      <a:pt x="5728" y="3334"/>
                    </a:lnTo>
                    <a:close/>
                    <a:moveTo>
                      <a:pt x="8121" y="3358"/>
                    </a:moveTo>
                    <a:lnTo>
                      <a:pt x="8121" y="4382"/>
                    </a:lnTo>
                    <a:lnTo>
                      <a:pt x="7097" y="4382"/>
                    </a:lnTo>
                    <a:lnTo>
                      <a:pt x="7097" y="3358"/>
                    </a:lnTo>
                    <a:close/>
                    <a:moveTo>
                      <a:pt x="9514" y="3358"/>
                    </a:moveTo>
                    <a:lnTo>
                      <a:pt x="9514" y="4382"/>
                    </a:lnTo>
                    <a:lnTo>
                      <a:pt x="8478" y="4382"/>
                    </a:lnTo>
                    <a:lnTo>
                      <a:pt x="8478" y="3358"/>
                    </a:lnTo>
                    <a:close/>
                    <a:moveTo>
                      <a:pt x="4001" y="4727"/>
                    </a:moveTo>
                    <a:lnTo>
                      <a:pt x="4001" y="4941"/>
                    </a:lnTo>
                    <a:lnTo>
                      <a:pt x="3930" y="4727"/>
                    </a:lnTo>
                    <a:close/>
                    <a:moveTo>
                      <a:pt x="5371" y="4715"/>
                    </a:moveTo>
                    <a:lnTo>
                      <a:pt x="5371" y="5525"/>
                    </a:lnTo>
                    <a:cubicBezTo>
                      <a:pt x="5297" y="5521"/>
                      <a:pt x="5230" y="5520"/>
                      <a:pt x="5167" y="5520"/>
                    </a:cubicBezTo>
                    <a:cubicBezTo>
                      <a:pt x="5049" y="5520"/>
                      <a:pt x="4947" y="5524"/>
                      <a:pt x="4854" y="5524"/>
                    </a:cubicBezTo>
                    <a:cubicBezTo>
                      <a:pt x="4666" y="5524"/>
                      <a:pt x="4516" y="5507"/>
                      <a:pt x="4347" y="5406"/>
                    </a:cubicBezTo>
                    <a:lnTo>
                      <a:pt x="4347" y="4715"/>
                    </a:lnTo>
                    <a:close/>
                    <a:moveTo>
                      <a:pt x="6752" y="4727"/>
                    </a:moveTo>
                    <a:lnTo>
                      <a:pt x="6752" y="5525"/>
                    </a:lnTo>
                    <a:lnTo>
                      <a:pt x="5728" y="5525"/>
                    </a:lnTo>
                    <a:lnTo>
                      <a:pt x="5728" y="4727"/>
                    </a:lnTo>
                    <a:close/>
                    <a:moveTo>
                      <a:pt x="8121" y="4727"/>
                    </a:moveTo>
                    <a:lnTo>
                      <a:pt x="8121" y="5525"/>
                    </a:lnTo>
                    <a:lnTo>
                      <a:pt x="7097" y="5525"/>
                    </a:lnTo>
                    <a:lnTo>
                      <a:pt x="7097" y="4727"/>
                    </a:lnTo>
                    <a:close/>
                    <a:moveTo>
                      <a:pt x="9490" y="4727"/>
                    </a:moveTo>
                    <a:lnTo>
                      <a:pt x="9490" y="5525"/>
                    </a:lnTo>
                    <a:lnTo>
                      <a:pt x="8466" y="5525"/>
                    </a:lnTo>
                    <a:lnTo>
                      <a:pt x="8466" y="4727"/>
                    </a:lnTo>
                    <a:close/>
                    <a:moveTo>
                      <a:pt x="4537" y="8680"/>
                    </a:moveTo>
                    <a:cubicBezTo>
                      <a:pt x="5025" y="8680"/>
                      <a:pt x="5418" y="9085"/>
                      <a:pt x="5418" y="9561"/>
                    </a:cubicBezTo>
                    <a:cubicBezTo>
                      <a:pt x="5418" y="10037"/>
                      <a:pt x="5025" y="10442"/>
                      <a:pt x="4537" y="10442"/>
                    </a:cubicBezTo>
                    <a:cubicBezTo>
                      <a:pt x="4049" y="10442"/>
                      <a:pt x="3656" y="10049"/>
                      <a:pt x="3656" y="9561"/>
                    </a:cubicBezTo>
                    <a:cubicBezTo>
                      <a:pt x="3656" y="9085"/>
                      <a:pt x="4049" y="8680"/>
                      <a:pt x="4537" y="8680"/>
                    </a:cubicBezTo>
                    <a:close/>
                    <a:moveTo>
                      <a:pt x="8692" y="8680"/>
                    </a:moveTo>
                    <a:cubicBezTo>
                      <a:pt x="9181" y="8680"/>
                      <a:pt x="9573" y="9085"/>
                      <a:pt x="9573" y="9561"/>
                    </a:cubicBezTo>
                    <a:cubicBezTo>
                      <a:pt x="9573" y="10037"/>
                      <a:pt x="9181" y="10442"/>
                      <a:pt x="8692" y="10442"/>
                    </a:cubicBezTo>
                    <a:cubicBezTo>
                      <a:pt x="8204" y="10442"/>
                      <a:pt x="7811" y="10049"/>
                      <a:pt x="7811" y="9561"/>
                    </a:cubicBezTo>
                    <a:cubicBezTo>
                      <a:pt x="7811" y="9085"/>
                      <a:pt x="8204" y="8680"/>
                      <a:pt x="8692" y="8680"/>
                    </a:cubicBezTo>
                    <a:close/>
                    <a:moveTo>
                      <a:pt x="620" y="0"/>
                    </a:moveTo>
                    <a:cubicBezTo>
                      <a:pt x="287" y="0"/>
                      <a:pt x="1" y="286"/>
                      <a:pt x="1" y="631"/>
                    </a:cubicBezTo>
                    <a:cubicBezTo>
                      <a:pt x="1" y="976"/>
                      <a:pt x="287" y="1250"/>
                      <a:pt x="620" y="1250"/>
                    </a:cubicBezTo>
                    <a:lnTo>
                      <a:pt x="1394" y="1250"/>
                    </a:lnTo>
                    <a:lnTo>
                      <a:pt x="2346" y="3965"/>
                    </a:lnTo>
                    <a:cubicBezTo>
                      <a:pt x="2374" y="4029"/>
                      <a:pt x="2444" y="4072"/>
                      <a:pt x="2513" y="4072"/>
                    </a:cubicBezTo>
                    <a:cubicBezTo>
                      <a:pt x="2533" y="4072"/>
                      <a:pt x="2553" y="4068"/>
                      <a:pt x="2573" y="4060"/>
                    </a:cubicBezTo>
                    <a:cubicBezTo>
                      <a:pt x="2668" y="4036"/>
                      <a:pt x="2704" y="3929"/>
                      <a:pt x="2680" y="3846"/>
                    </a:cubicBezTo>
                    <a:cubicBezTo>
                      <a:pt x="1739" y="1191"/>
                      <a:pt x="1692" y="1072"/>
                      <a:pt x="1692" y="1072"/>
                    </a:cubicBezTo>
                    <a:cubicBezTo>
                      <a:pt x="1656" y="965"/>
                      <a:pt x="1561" y="905"/>
                      <a:pt x="1441" y="905"/>
                    </a:cubicBezTo>
                    <a:lnTo>
                      <a:pt x="620" y="905"/>
                    </a:lnTo>
                    <a:cubicBezTo>
                      <a:pt x="465" y="905"/>
                      <a:pt x="346" y="774"/>
                      <a:pt x="346" y="631"/>
                    </a:cubicBezTo>
                    <a:cubicBezTo>
                      <a:pt x="346" y="464"/>
                      <a:pt x="477" y="345"/>
                      <a:pt x="620" y="345"/>
                    </a:cubicBezTo>
                    <a:lnTo>
                      <a:pt x="1441" y="345"/>
                    </a:lnTo>
                    <a:cubicBezTo>
                      <a:pt x="1787" y="345"/>
                      <a:pt x="2084" y="536"/>
                      <a:pt x="2215" y="845"/>
                    </a:cubicBezTo>
                    <a:cubicBezTo>
                      <a:pt x="2418" y="1429"/>
                      <a:pt x="3585" y="4703"/>
                      <a:pt x="3751" y="5191"/>
                    </a:cubicBezTo>
                    <a:cubicBezTo>
                      <a:pt x="3870" y="5548"/>
                      <a:pt x="4287" y="5882"/>
                      <a:pt x="4775" y="5882"/>
                    </a:cubicBezTo>
                    <a:lnTo>
                      <a:pt x="10978" y="5882"/>
                    </a:lnTo>
                    <a:cubicBezTo>
                      <a:pt x="11145" y="5882"/>
                      <a:pt x="11264" y="6013"/>
                      <a:pt x="11264" y="6168"/>
                    </a:cubicBezTo>
                    <a:cubicBezTo>
                      <a:pt x="11264" y="6322"/>
                      <a:pt x="11133" y="6441"/>
                      <a:pt x="10978" y="6441"/>
                    </a:cubicBezTo>
                    <a:lnTo>
                      <a:pt x="4775" y="6441"/>
                    </a:lnTo>
                    <a:cubicBezTo>
                      <a:pt x="4108" y="6441"/>
                      <a:pt x="3489" y="6049"/>
                      <a:pt x="3227" y="5417"/>
                    </a:cubicBezTo>
                    <a:lnTo>
                      <a:pt x="2882" y="4453"/>
                    </a:lnTo>
                    <a:cubicBezTo>
                      <a:pt x="2863" y="4377"/>
                      <a:pt x="2791" y="4339"/>
                      <a:pt x="2720" y="4339"/>
                    </a:cubicBezTo>
                    <a:cubicBezTo>
                      <a:pt x="2702" y="4339"/>
                      <a:pt x="2684" y="4341"/>
                      <a:pt x="2668" y="4346"/>
                    </a:cubicBezTo>
                    <a:cubicBezTo>
                      <a:pt x="2573" y="4382"/>
                      <a:pt x="2525" y="4477"/>
                      <a:pt x="2561" y="4572"/>
                    </a:cubicBezTo>
                    <a:cubicBezTo>
                      <a:pt x="2846" y="5275"/>
                      <a:pt x="2846" y="5596"/>
                      <a:pt x="3180" y="6013"/>
                    </a:cubicBezTo>
                    <a:lnTo>
                      <a:pt x="2799" y="6560"/>
                    </a:lnTo>
                    <a:cubicBezTo>
                      <a:pt x="2215" y="7394"/>
                      <a:pt x="2715" y="8549"/>
                      <a:pt x="3716" y="8680"/>
                    </a:cubicBezTo>
                    <a:cubicBezTo>
                      <a:pt x="2918" y="9418"/>
                      <a:pt x="3442" y="10787"/>
                      <a:pt x="4549" y="10787"/>
                    </a:cubicBezTo>
                    <a:cubicBezTo>
                      <a:pt x="5656" y="10787"/>
                      <a:pt x="6168" y="9454"/>
                      <a:pt x="5394" y="8692"/>
                    </a:cubicBezTo>
                    <a:lnTo>
                      <a:pt x="7871" y="8692"/>
                    </a:lnTo>
                    <a:cubicBezTo>
                      <a:pt x="7085" y="9454"/>
                      <a:pt x="7621" y="10787"/>
                      <a:pt x="8716" y="10787"/>
                    </a:cubicBezTo>
                    <a:cubicBezTo>
                      <a:pt x="9823" y="10787"/>
                      <a:pt x="10335" y="9454"/>
                      <a:pt x="9562" y="8692"/>
                    </a:cubicBezTo>
                    <a:lnTo>
                      <a:pt x="9788" y="8692"/>
                    </a:lnTo>
                    <a:cubicBezTo>
                      <a:pt x="10133" y="8692"/>
                      <a:pt x="10419" y="8406"/>
                      <a:pt x="10419" y="8073"/>
                    </a:cubicBezTo>
                    <a:cubicBezTo>
                      <a:pt x="10419" y="7727"/>
                      <a:pt x="10133" y="7442"/>
                      <a:pt x="9788" y="7442"/>
                    </a:cubicBezTo>
                    <a:lnTo>
                      <a:pt x="8228" y="7442"/>
                    </a:lnTo>
                    <a:cubicBezTo>
                      <a:pt x="8133" y="7442"/>
                      <a:pt x="8061" y="7513"/>
                      <a:pt x="8061" y="7608"/>
                    </a:cubicBezTo>
                    <a:cubicBezTo>
                      <a:pt x="8061" y="7692"/>
                      <a:pt x="8133" y="7775"/>
                      <a:pt x="8228" y="7775"/>
                    </a:cubicBezTo>
                    <a:lnTo>
                      <a:pt x="9788" y="7775"/>
                    </a:lnTo>
                    <a:cubicBezTo>
                      <a:pt x="9954" y="7775"/>
                      <a:pt x="10074" y="7906"/>
                      <a:pt x="10074" y="8049"/>
                    </a:cubicBezTo>
                    <a:cubicBezTo>
                      <a:pt x="10074" y="8215"/>
                      <a:pt x="9943" y="8335"/>
                      <a:pt x="9788" y="8335"/>
                    </a:cubicBezTo>
                    <a:lnTo>
                      <a:pt x="3930" y="8335"/>
                    </a:lnTo>
                    <a:cubicBezTo>
                      <a:pt x="3108" y="8335"/>
                      <a:pt x="2620" y="7418"/>
                      <a:pt x="3096" y="6739"/>
                    </a:cubicBezTo>
                    <a:lnTo>
                      <a:pt x="3442" y="6251"/>
                    </a:lnTo>
                    <a:cubicBezTo>
                      <a:pt x="3573" y="6382"/>
                      <a:pt x="3739" y="6489"/>
                      <a:pt x="3906" y="6560"/>
                    </a:cubicBezTo>
                    <a:lnTo>
                      <a:pt x="3573" y="7072"/>
                    </a:lnTo>
                    <a:cubicBezTo>
                      <a:pt x="3358" y="7370"/>
                      <a:pt x="3573" y="7775"/>
                      <a:pt x="3942" y="7775"/>
                    </a:cubicBezTo>
                    <a:lnTo>
                      <a:pt x="7609" y="7775"/>
                    </a:lnTo>
                    <a:cubicBezTo>
                      <a:pt x="7692" y="7775"/>
                      <a:pt x="7764" y="7692"/>
                      <a:pt x="7764" y="7608"/>
                    </a:cubicBezTo>
                    <a:cubicBezTo>
                      <a:pt x="7764" y="7513"/>
                      <a:pt x="7692" y="7442"/>
                      <a:pt x="7609" y="7442"/>
                    </a:cubicBezTo>
                    <a:lnTo>
                      <a:pt x="3942" y="7442"/>
                    </a:lnTo>
                    <a:cubicBezTo>
                      <a:pt x="3847" y="7442"/>
                      <a:pt x="3811" y="7334"/>
                      <a:pt x="3847" y="7263"/>
                    </a:cubicBezTo>
                    <a:lnTo>
                      <a:pt x="4251" y="6703"/>
                    </a:lnTo>
                    <a:cubicBezTo>
                      <a:pt x="4465" y="6762"/>
                      <a:pt x="4535" y="6775"/>
                      <a:pt x="5134" y="6775"/>
                    </a:cubicBezTo>
                    <a:cubicBezTo>
                      <a:pt x="5630" y="6775"/>
                      <a:pt x="6490" y="6766"/>
                      <a:pt x="8097" y="6766"/>
                    </a:cubicBezTo>
                    <a:cubicBezTo>
                      <a:pt x="8881" y="6766"/>
                      <a:pt x="9842" y="6768"/>
                      <a:pt x="11026" y="6775"/>
                    </a:cubicBezTo>
                    <a:cubicBezTo>
                      <a:pt x="11371" y="6775"/>
                      <a:pt x="11645" y="6489"/>
                      <a:pt x="11645" y="6144"/>
                    </a:cubicBezTo>
                    <a:cubicBezTo>
                      <a:pt x="11598" y="5810"/>
                      <a:pt x="11312" y="5525"/>
                      <a:pt x="10966" y="5525"/>
                    </a:cubicBezTo>
                    <a:lnTo>
                      <a:pt x="10788" y="5525"/>
                    </a:lnTo>
                    <a:lnTo>
                      <a:pt x="11598" y="2048"/>
                    </a:lnTo>
                    <a:cubicBezTo>
                      <a:pt x="11740" y="1393"/>
                      <a:pt x="11252" y="762"/>
                      <a:pt x="10562" y="762"/>
                    </a:cubicBezTo>
                    <a:lnTo>
                      <a:pt x="7252" y="762"/>
                    </a:lnTo>
                    <a:cubicBezTo>
                      <a:pt x="7156" y="762"/>
                      <a:pt x="7085" y="834"/>
                      <a:pt x="7085" y="929"/>
                    </a:cubicBezTo>
                    <a:cubicBezTo>
                      <a:pt x="7085" y="1012"/>
                      <a:pt x="7156" y="1096"/>
                      <a:pt x="7252" y="1096"/>
                    </a:cubicBezTo>
                    <a:lnTo>
                      <a:pt x="10562" y="1096"/>
                    </a:lnTo>
                    <a:cubicBezTo>
                      <a:pt x="11026" y="1096"/>
                      <a:pt x="11359" y="1524"/>
                      <a:pt x="11252" y="1953"/>
                    </a:cubicBezTo>
                    <a:lnTo>
                      <a:pt x="10431" y="5525"/>
                    </a:lnTo>
                    <a:lnTo>
                      <a:pt x="9847" y="5525"/>
                    </a:lnTo>
                    <a:cubicBezTo>
                      <a:pt x="9943" y="5144"/>
                      <a:pt x="10585" y="2369"/>
                      <a:pt x="10705" y="1869"/>
                    </a:cubicBezTo>
                    <a:cubicBezTo>
                      <a:pt x="10728" y="1762"/>
                      <a:pt x="10645" y="1655"/>
                      <a:pt x="10538" y="1655"/>
                    </a:cubicBezTo>
                    <a:lnTo>
                      <a:pt x="2858" y="1655"/>
                    </a:lnTo>
                    <a:lnTo>
                      <a:pt x="2668" y="1096"/>
                    </a:lnTo>
                    <a:lnTo>
                      <a:pt x="6621" y="1096"/>
                    </a:lnTo>
                    <a:cubicBezTo>
                      <a:pt x="6716" y="1096"/>
                      <a:pt x="6787" y="1012"/>
                      <a:pt x="6787" y="929"/>
                    </a:cubicBezTo>
                    <a:cubicBezTo>
                      <a:pt x="6787" y="834"/>
                      <a:pt x="6716" y="762"/>
                      <a:pt x="6621" y="762"/>
                    </a:cubicBezTo>
                    <a:lnTo>
                      <a:pt x="2549" y="762"/>
                    </a:lnTo>
                    <a:cubicBezTo>
                      <a:pt x="2394" y="334"/>
                      <a:pt x="1965" y="0"/>
                      <a:pt x="1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39" name="Google Shape;239;p17"/>
          <p:cNvGrpSpPr/>
          <p:nvPr/>
        </p:nvGrpSpPr>
        <p:grpSpPr>
          <a:xfrm>
            <a:off x="8285792" y="1866173"/>
            <a:ext cx="2352400" cy="4236700"/>
            <a:chOff x="6214344" y="1369725"/>
            <a:chExt cx="1764300" cy="3177525"/>
          </a:xfrm>
        </p:grpSpPr>
        <p:cxnSp>
          <p:nvCxnSpPr>
            <p:cNvPr id="240" name="Google Shape;240;p17"/>
            <p:cNvCxnSpPr/>
            <p:nvPr/>
          </p:nvCxnSpPr>
          <p:spPr>
            <a:xfrm rot="10800000">
              <a:off x="7096494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41" name="Google Shape;241;p17"/>
            <p:cNvSpPr/>
            <p:nvPr/>
          </p:nvSpPr>
          <p:spPr>
            <a:xfrm>
              <a:off x="6687744" y="3729750"/>
              <a:ext cx="817500" cy="817500"/>
            </a:xfrm>
            <a:prstGeom prst="ellipse">
              <a:avLst/>
            </a:prstGeom>
            <a:solidFill>
              <a:srgbClr val="FDCA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6240144" y="2028907"/>
              <a:ext cx="1712700" cy="81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6214344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rgbClr val="FDD0A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267" dirty="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পুনরালোচনা</a:t>
              </a:r>
              <a:endParaRPr sz="2400" dirty="0"/>
            </a:p>
          </p:txBody>
        </p:sp>
        <p:grpSp>
          <p:nvGrpSpPr>
            <p:cNvPr id="244" name="Google Shape;244;p17"/>
            <p:cNvGrpSpPr/>
            <p:nvPr/>
          </p:nvGrpSpPr>
          <p:grpSpPr>
            <a:xfrm>
              <a:off x="6909139" y="3951495"/>
              <a:ext cx="374709" cy="374010"/>
              <a:chOff x="1421638" y="4125629"/>
              <a:chExt cx="374709" cy="374010"/>
            </a:xfrm>
          </p:grpSpPr>
          <p:sp>
            <p:nvSpPr>
              <p:cNvPr id="245" name="Google Shape;245;p17"/>
              <p:cNvSpPr/>
              <p:nvPr/>
            </p:nvSpPr>
            <p:spPr>
              <a:xfrm>
                <a:off x="1421638" y="4265954"/>
                <a:ext cx="374709" cy="233685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7359" extrusionOk="0">
                    <a:moveTo>
                      <a:pt x="3180" y="3298"/>
                    </a:moveTo>
                    <a:lnTo>
                      <a:pt x="3180" y="7001"/>
                    </a:lnTo>
                    <a:lnTo>
                      <a:pt x="1691" y="7001"/>
                    </a:lnTo>
                    <a:lnTo>
                      <a:pt x="1691" y="3298"/>
                    </a:lnTo>
                    <a:close/>
                    <a:moveTo>
                      <a:pt x="6680" y="2370"/>
                    </a:moveTo>
                    <a:lnTo>
                      <a:pt x="6680" y="7001"/>
                    </a:lnTo>
                    <a:lnTo>
                      <a:pt x="5192" y="7001"/>
                    </a:lnTo>
                    <a:lnTo>
                      <a:pt x="5192" y="2370"/>
                    </a:lnTo>
                    <a:close/>
                    <a:moveTo>
                      <a:pt x="10180" y="345"/>
                    </a:moveTo>
                    <a:lnTo>
                      <a:pt x="10180" y="7001"/>
                    </a:lnTo>
                    <a:lnTo>
                      <a:pt x="8692" y="7001"/>
                    </a:lnTo>
                    <a:lnTo>
                      <a:pt x="8692" y="345"/>
                    </a:lnTo>
                    <a:close/>
                    <a:moveTo>
                      <a:pt x="8502" y="0"/>
                    </a:moveTo>
                    <a:cubicBezTo>
                      <a:pt x="8406" y="0"/>
                      <a:pt x="8323" y="84"/>
                      <a:pt x="8323" y="179"/>
                    </a:cubicBezTo>
                    <a:lnTo>
                      <a:pt x="8323" y="7001"/>
                    </a:lnTo>
                    <a:lnTo>
                      <a:pt x="7013" y="7001"/>
                    </a:lnTo>
                    <a:lnTo>
                      <a:pt x="7013" y="2203"/>
                    </a:lnTo>
                    <a:cubicBezTo>
                      <a:pt x="7013" y="2120"/>
                      <a:pt x="6930" y="2024"/>
                      <a:pt x="6835" y="2024"/>
                    </a:cubicBezTo>
                    <a:lnTo>
                      <a:pt x="4989" y="2024"/>
                    </a:lnTo>
                    <a:cubicBezTo>
                      <a:pt x="4894" y="2024"/>
                      <a:pt x="4811" y="2108"/>
                      <a:pt x="4811" y="2203"/>
                    </a:cubicBezTo>
                    <a:lnTo>
                      <a:pt x="4811" y="7001"/>
                    </a:lnTo>
                    <a:lnTo>
                      <a:pt x="3501" y="7001"/>
                    </a:lnTo>
                    <a:lnTo>
                      <a:pt x="3501" y="3132"/>
                    </a:lnTo>
                    <a:cubicBezTo>
                      <a:pt x="3501" y="3036"/>
                      <a:pt x="3418" y="2953"/>
                      <a:pt x="3322" y="2953"/>
                    </a:cubicBezTo>
                    <a:lnTo>
                      <a:pt x="1477" y="2953"/>
                    </a:lnTo>
                    <a:cubicBezTo>
                      <a:pt x="1382" y="2953"/>
                      <a:pt x="1298" y="3024"/>
                      <a:pt x="1298" y="3132"/>
                    </a:cubicBezTo>
                    <a:lnTo>
                      <a:pt x="1298" y="7001"/>
                    </a:lnTo>
                    <a:lnTo>
                      <a:pt x="179" y="7001"/>
                    </a:lnTo>
                    <a:cubicBezTo>
                      <a:pt x="84" y="7001"/>
                      <a:pt x="1" y="7073"/>
                      <a:pt x="1" y="7180"/>
                    </a:cubicBezTo>
                    <a:cubicBezTo>
                      <a:pt x="1" y="7287"/>
                      <a:pt x="72" y="7358"/>
                      <a:pt x="179" y="7358"/>
                    </a:cubicBezTo>
                    <a:lnTo>
                      <a:pt x="11597" y="7358"/>
                    </a:lnTo>
                    <a:cubicBezTo>
                      <a:pt x="11681" y="7358"/>
                      <a:pt x="11776" y="7287"/>
                      <a:pt x="11776" y="7180"/>
                    </a:cubicBezTo>
                    <a:cubicBezTo>
                      <a:pt x="11800" y="7073"/>
                      <a:pt x="11728" y="7001"/>
                      <a:pt x="11633" y="7001"/>
                    </a:cubicBezTo>
                    <a:lnTo>
                      <a:pt x="10526" y="7001"/>
                    </a:lnTo>
                    <a:lnTo>
                      <a:pt x="10526" y="179"/>
                    </a:lnTo>
                    <a:cubicBezTo>
                      <a:pt x="10526" y="95"/>
                      <a:pt x="10442" y="0"/>
                      <a:pt x="10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1428052" y="4125629"/>
                <a:ext cx="356958" cy="215585"/>
              </a:xfrm>
              <a:custGeom>
                <a:avLst/>
                <a:gdLst/>
                <a:ahLst/>
                <a:cxnLst/>
                <a:rect l="l" t="t" r="r" b="b"/>
                <a:pathLst>
                  <a:path w="11241" h="6789" extrusionOk="0">
                    <a:moveTo>
                      <a:pt x="10668" y="0"/>
                    </a:moveTo>
                    <a:cubicBezTo>
                      <a:pt x="10653" y="0"/>
                      <a:pt x="10637" y="1"/>
                      <a:pt x="10621" y="2"/>
                    </a:cubicBezTo>
                    <a:lnTo>
                      <a:pt x="9145" y="181"/>
                    </a:lnTo>
                    <a:cubicBezTo>
                      <a:pt x="8847" y="216"/>
                      <a:pt x="8633" y="490"/>
                      <a:pt x="8669" y="788"/>
                    </a:cubicBezTo>
                    <a:cubicBezTo>
                      <a:pt x="8691" y="1064"/>
                      <a:pt x="8938" y="1268"/>
                      <a:pt x="9211" y="1268"/>
                    </a:cubicBezTo>
                    <a:cubicBezTo>
                      <a:pt x="9232" y="1268"/>
                      <a:pt x="9254" y="1267"/>
                      <a:pt x="9276" y="1264"/>
                    </a:cubicBezTo>
                    <a:lnTo>
                      <a:pt x="9395" y="1252"/>
                    </a:lnTo>
                    <a:lnTo>
                      <a:pt x="9395" y="1252"/>
                    </a:lnTo>
                    <a:cubicBezTo>
                      <a:pt x="7597" y="3348"/>
                      <a:pt x="5442" y="4443"/>
                      <a:pt x="3918" y="4979"/>
                    </a:cubicBezTo>
                    <a:cubicBezTo>
                      <a:pt x="2025" y="5657"/>
                      <a:pt x="561" y="5717"/>
                      <a:pt x="537" y="5717"/>
                    </a:cubicBezTo>
                    <a:cubicBezTo>
                      <a:pt x="239" y="5729"/>
                      <a:pt x="1" y="5967"/>
                      <a:pt x="25" y="6265"/>
                    </a:cubicBezTo>
                    <a:cubicBezTo>
                      <a:pt x="37" y="6562"/>
                      <a:pt x="275" y="6789"/>
                      <a:pt x="561" y="6789"/>
                    </a:cubicBezTo>
                    <a:lnTo>
                      <a:pt x="572" y="6789"/>
                    </a:lnTo>
                    <a:cubicBezTo>
                      <a:pt x="632" y="6789"/>
                      <a:pt x="2192" y="6729"/>
                      <a:pt x="4263" y="6003"/>
                    </a:cubicBezTo>
                    <a:cubicBezTo>
                      <a:pt x="5418" y="5586"/>
                      <a:pt x="6514" y="5050"/>
                      <a:pt x="7490" y="4383"/>
                    </a:cubicBezTo>
                    <a:cubicBezTo>
                      <a:pt x="7561" y="4324"/>
                      <a:pt x="7597" y="4217"/>
                      <a:pt x="7538" y="4145"/>
                    </a:cubicBezTo>
                    <a:cubicBezTo>
                      <a:pt x="7501" y="4093"/>
                      <a:pt x="7445" y="4065"/>
                      <a:pt x="7391" y="4065"/>
                    </a:cubicBezTo>
                    <a:cubicBezTo>
                      <a:pt x="7358" y="4065"/>
                      <a:pt x="7326" y="4075"/>
                      <a:pt x="7299" y="4098"/>
                    </a:cubicBezTo>
                    <a:cubicBezTo>
                      <a:pt x="6335" y="4753"/>
                      <a:pt x="5275" y="5288"/>
                      <a:pt x="4144" y="5693"/>
                    </a:cubicBezTo>
                    <a:cubicBezTo>
                      <a:pt x="2132" y="6408"/>
                      <a:pt x="632" y="6467"/>
                      <a:pt x="561" y="6467"/>
                    </a:cubicBezTo>
                    <a:cubicBezTo>
                      <a:pt x="453" y="6467"/>
                      <a:pt x="358" y="6372"/>
                      <a:pt x="358" y="6265"/>
                    </a:cubicBezTo>
                    <a:cubicBezTo>
                      <a:pt x="358" y="6169"/>
                      <a:pt x="441" y="6074"/>
                      <a:pt x="561" y="6062"/>
                    </a:cubicBezTo>
                    <a:cubicBezTo>
                      <a:pt x="572" y="6062"/>
                      <a:pt x="2085" y="6003"/>
                      <a:pt x="4037" y="5300"/>
                    </a:cubicBezTo>
                    <a:cubicBezTo>
                      <a:pt x="5680" y="4717"/>
                      <a:pt x="8026" y="3514"/>
                      <a:pt x="9943" y="1133"/>
                    </a:cubicBezTo>
                    <a:cubicBezTo>
                      <a:pt x="10035" y="1018"/>
                      <a:pt x="9949" y="847"/>
                      <a:pt x="9813" y="847"/>
                    </a:cubicBezTo>
                    <a:cubicBezTo>
                      <a:pt x="9809" y="847"/>
                      <a:pt x="9804" y="847"/>
                      <a:pt x="9800" y="847"/>
                    </a:cubicBezTo>
                    <a:lnTo>
                      <a:pt x="9252" y="931"/>
                    </a:lnTo>
                    <a:cubicBezTo>
                      <a:pt x="9244" y="932"/>
                      <a:pt x="9236" y="932"/>
                      <a:pt x="9228" y="932"/>
                    </a:cubicBezTo>
                    <a:cubicBezTo>
                      <a:pt x="9139" y="932"/>
                      <a:pt x="9049" y="874"/>
                      <a:pt x="9038" y="776"/>
                    </a:cubicBezTo>
                    <a:cubicBezTo>
                      <a:pt x="9014" y="657"/>
                      <a:pt x="9085" y="550"/>
                      <a:pt x="9204" y="538"/>
                    </a:cubicBezTo>
                    <a:lnTo>
                      <a:pt x="10681" y="359"/>
                    </a:lnTo>
                    <a:cubicBezTo>
                      <a:pt x="10688" y="358"/>
                      <a:pt x="10696" y="358"/>
                      <a:pt x="10703" y="358"/>
                    </a:cubicBezTo>
                    <a:cubicBezTo>
                      <a:pt x="10812" y="358"/>
                      <a:pt x="10895" y="438"/>
                      <a:pt x="10895" y="550"/>
                    </a:cubicBezTo>
                    <a:lnTo>
                      <a:pt x="10895" y="2026"/>
                    </a:lnTo>
                    <a:cubicBezTo>
                      <a:pt x="10895" y="2133"/>
                      <a:pt x="10812" y="2217"/>
                      <a:pt x="10705" y="2217"/>
                    </a:cubicBezTo>
                    <a:cubicBezTo>
                      <a:pt x="10598" y="2217"/>
                      <a:pt x="10514" y="2133"/>
                      <a:pt x="10514" y="2026"/>
                    </a:cubicBezTo>
                    <a:lnTo>
                      <a:pt x="10514" y="1586"/>
                    </a:lnTo>
                    <a:cubicBezTo>
                      <a:pt x="10514" y="1502"/>
                      <a:pt x="10467" y="1443"/>
                      <a:pt x="10407" y="1419"/>
                    </a:cubicBezTo>
                    <a:cubicBezTo>
                      <a:pt x="10387" y="1409"/>
                      <a:pt x="10368" y="1405"/>
                      <a:pt x="10349" y="1405"/>
                    </a:cubicBezTo>
                    <a:cubicBezTo>
                      <a:pt x="10298" y="1405"/>
                      <a:pt x="10251" y="1435"/>
                      <a:pt x="10217" y="1478"/>
                    </a:cubicBezTo>
                    <a:cubicBezTo>
                      <a:pt x="9574" y="2264"/>
                      <a:pt x="8835" y="2979"/>
                      <a:pt x="8026" y="3610"/>
                    </a:cubicBezTo>
                    <a:cubicBezTo>
                      <a:pt x="7954" y="3669"/>
                      <a:pt x="7942" y="3764"/>
                      <a:pt x="8002" y="3848"/>
                    </a:cubicBezTo>
                    <a:cubicBezTo>
                      <a:pt x="8036" y="3888"/>
                      <a:pt x="8081" y="3910"/>
                      <a:pt x="8129" y="3910"/>
                    </a:cubicBezTo>
                    <a:cubicBezTo>
                      <a:pt x="8166" y="3910"/>
                      <a:pt x="8204" y="3897"/>
                      <a:pt x="8240" y="3872"/>
                    </a:cubicBezTo>
                    <a:cubicBezTo>
                      <a:pt x="8931" y="3336"/>
                      <a:pt x="9585" y="2729"/>
                      <a:pt x="10169" y="2062"/>
                    </a:cubicBezTo>
                    <a:cubicBezTo>
                      <a:pt x="10181" y="2336"/>
                      <a:pt x="10419" y="2574"/>
                      <a:pt x="10705" y="2574"/>
                    </a:cubicBezTo>
                    <a:cubicBezTo>
                      <a:pt x="11002" y="2574"/>
                      <a:pt x="11240" y="2336"/>
                      <a:pt x="11240" y="2038"/>
                    </a:cubicBezTo>
                    <a:lnTo>
                      <a:pt x="11240" y="573"/>
                    </a:lnTo>
                    <a:cubicBezTo>
                      <a:pt x="11240" y="395"/>
                      <a:pt x="11169" y="240"/>
                      <a:pt x="11050" y="133"/>
                    </a:cubicBezTo>
                    <a:cubicBezTo>
                      <a:pt x="10943" y="47"/>
                      <a:pt x="10807" y="0"/>
                      <a:pt x="106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47" name="Google Shape;247;p17"/>
          <p:cNvGrpSpPr/>
          <p:nvPr/>
        </p:nvGrpSpPr>
        <p:grpSpPr>
          <a:xfrm>
            <a:off x="1553808" y="1866173"/>
            <a:ext cx="2352400" cy="4236700"/>
            <a:chOff x="1165356" y="1369725"/>
            <a:chExt cx="1764300" cy="3177525"/>
          </a:xfrm>
        </p:grpSpPr>
        <p:cxnSp>
          <p:nvCxnSpPr>
            <p:cNvPr id="248" name="Google Shape;248;p17"/>
            <p:cNvCxnSpPr/>
            <p:nvPr/>
          </p:nvCxnSpPr>
          <p:spPr>
            <a:xfrm rot="10800000">
              <a:off x="2047506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49" name="Google Shape;249;p17"/>
            <p:cNvSpPr/>
            <p:nvPr/>
          </p:nvSpPr>
          <p:spPr>
            <a:xfrm>
              <a:off x="1638756" y="3729750"/>
              <a:ext cx="817500" cy="8175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1165356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400" dirty="0" err="1"/>
                <a:t>ব্যাসিক</a:t>
              </a:r>
              <a:endParaRPr sz="2400" dirty="0"/>
            </a:p>
          </p:txBody>
        </p:sp>
        <p:grpSp>
          <p:nvGrpSpPr>
            <p:cNvPr id="252" name="Google Shape;252;p17"/>
            <p:cNvGrpSpPr/>
            <p:nvPr/>
          </p:nvGrpSpPr>
          <p:grpSpPr>
            <a:xfrm>
              <a:off x="1875474" y="3954178"/>
              <a:ext cx="344065" cy="368644"/>
              <a:chOff x="4149138" y="4121151"/>
              <a:chExt cx="344065" cy="368644"/>
            </a:xfrm>
          </p:grpSpPr>
          <p:sp>
            <p:nvSpPr>
              <p:cNvPr id="253" name="Google Shape;253;p17"/>
              <p:cNvSpPr/>
              <p:nvPr/>
            </p:nvSpPr>
            <p:spPr>
              <a:xfrm>
                <a:off x="4205853" y="4182724"/>
                <a:ext cx="225746" cy="307071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9670" extrusionOk="0">
                    <a:moveTo>
                      <a:pt x="3643" y="359"/>
                    </a:moveTo>
                    <a:cubicBezTo>
                      <a:pt x="4417" y="359"/>
                      <a:pt x="5132" y="645"/>
                      <a:pt x="5703" y="1157"/>
                    </a:cubicBezTo>
                    <a:cubicBezTo>
                      <a:pt x="6358" y="1752"/>
                      <a:pt x="6751" y="2597"/>
                      <a:pt x="6751" y="3478"/>
                    </a:cubicBezTo>
                    <a:cubicBezTo>
                      <a:pt x="6739" y="4074"/>
                      <a:pt x="6572" y="4669"/>
                      <a:pt x="6251" y="5157"/>
                    </a:cubicBezTo>
                    <a:cubicBezTo>
                      <a:pt x="5929" y="5645"/>
                      <a:pt x="5489" y="6038"/>
                      <a:pt x="4953" y="6288"/>
                    </a:cubicBezTo>
                    <a:cubicBezTo>
                      <a:pt x="4620" y="6431"/>
                      <a:pt x="4417" y="6776"/>
                      <a:pt x="4417" y="7146"/>
                    </a:cubicBezTo>
                    <a:lnTo>
                      <a:pt x="4417" y="7360"/>
                    </a:lnTo>
                    <a:lnTo>
                      <a:pt x="2834" y="7360"/>
                    </a:lnTo>
                    <a:lnTo>
                      <a:pt x="2834" y="7146"/>
                    </a:lnTo>
                    <a:cubicBezTo>
                      <a:pt x="2834" y="6776"/>
                      <a:pt x="2631" y="6455"/>
                      <a:pt x="2298" y="6288"/>
                    </a:cubicBezTo>
                    <a:cubicBezTo>
                      <a:pt x="1084" y="5705"/>
                      <a:pt x="381" y="4407"/>
                      <a:pt x="548" y="3074"/>
                    </a:cubicBezTo>
                    <a:cubicBezTo>
                      <a:pt x="726" y="1669"/>
                      <a:pt x="1869" y="526"/>
                      <a:pt x="3286" y="383"/>
                    </a:cubicBezTo>
                    <a:cubicBezTo>
                      <a:pt x="3405" y="359"/>
                      <a:pt x="3524" y="359"/>
                      <a:pt x="3643" y="359"/>
                    </a:cubicBezTo>
                    <a:close/>
                    <a:moveTo>
                      <a:pt x="4417" y="7729"/>
                    </a:moveTo>
                    <a:lnTo>
                      <a:pt x="4417" y="8324"/>
                    </a:lnTo>
                    <a:cubicBezTo>
                      <a:pt x="4417" y="8443"/>
                      <a:pt x="4322" y="8539"/>
                      <a:pt x="4203" y="8539"/>
                    </a:cubicBezTo>
                    <a:lnTo>
                      <a:pt x="3048" y="8539"/>
                    </a:lnTo>
                    <a:cubicBezTo>
                      <a:pt x="2929" y="8539"/>
                      <a:pt x="2834" y="8443"/>
                      <a:pt x="2834" y="8324"/>
                    </a:cubicBezTo>
                    <a:lnTo>
                      <a:pt x="2834" y="7729"/>
                    </a:lnTo>
                    <a:close/>
                    <a:moveTo>
                      <a:pt x="4024" y="8896"/>
                    </a:moveTo>
                    <a:lnTo>
                      <a:pt x="4024" y="9098"/>
                    </a:lnTo>
                    <a:cubicBezTo>
                      <a:pt x="4024" y="9217"/>
                      <a:pt x="3941" y="9313"/>
                      <a:pt x="3822" y="9313"/>
                    </a:cubicBezTo>
                    <a:lnTo>
                      <a:pt x="3429" y="9313"/>
                    </a:lnTo>
                    <a:cubicBezTo>
                      <a:pt x="3310" y="9313"/>
                      <a:pt x="3227" y="9217"/>
                      <a:pt x="3227" y="9098"/>
                    </a:cubicBezTo>
                    <a:lnTo>
                      <a:pt x="3227" y="8896"/>
                    </a:lnTo>
                    <a:close/>
                    <a:moveTo>
                      <a:pt x="3658" y="1"/>
                    </a:moveTo>
                    <a:cubicBezTo>
                      <a:pt x="3519" y="1"/>
                      <a:pt x="3379" y="9"/>
                      <a:pt x="3239" y="26"/>
                    </a:cubicBezTo>
                    <a:cubicBezTo>
                      <a:pt x="1667" y="204"/>
                      <a:pt x="381" y="1466"/>
                      <a:pt x="191" y="3026"/>
                    </a:cubicBezTo>
                    <a:cubicBezTo>
                      <a:pt x="0" y="4526"/>
                      <a:pt x="786" y="5979"/>
                      <a:pt x="2155" y="6610"/>
                    </a:cubicBezTo>
                    <a:cubicBezTo>
                      <a:pt x="2358" y="6705"/>
                      <a:pt x="2477" y="6931"/>
                      <a:pt x="2477" y="7146"/>
                    </a:cubicBezTo>
                    <a:lnTo>
                      <a:pt x="2477" y="8324"/>
                    </a:lnTo>
                    <a:cubicBezTo>
                      <a:pt x="2477" y="8574"/>
                      <a:pt x="2643" y="8789"/>
                      <a:pt x="2870" y="8860"/>
                    </a:cubicBezTo>
                    <a:lnTo>
                      <a:pt x="2870" y="9098"/>
                    </a:lnTo>
                    <a:cubicBezTo>
                      <a:pt x="2870" y="9408"/>
                      <a:pt x="3120" y="9670"/>
                      <a:pt x="3429" y="9670"/>
                    </a:cubicBezTo>
                    <a:lnTo>
                      <a:pt x="3822" y="9670"/>
                    </a:lnTo>
                    <a:cubicBezTo>
                      <a:pt x="4132" y="9670"/>
                      <a:pt x="4382" y="9408"/>
                      <a:pt x="4382" y="9098"/>
                    </a:cubicBezTo>
                    <a:lnTo>
                      <a:pt x="4382" y="8860"/>
                    </a:lnTo>
                    <a:cubicBezTo>
                      <a:pt x="4608" y="8789"/>
                      <a:pt x="4775" y="8574"/>
                      <a:pt x="4775" y="8324"/>
                    </a:cubicBezTo>
                    <a:lnTo>
                      <a:pt x="4775" y="7146"/>
                    </a:lnTo>
                    <a:cubicBezTo>
                      <a:pt x="4775" y="6931"/>
                      <a:pt x="4906" y="6717"/>
                      <a:pt x="5096" y="6610"/>
                    </a:cubicBezTo>
                    <a:cubicBezTo>
                      <a:pt x="5691" y="6336"/>
                      <a:pt x="6191" y="5895"/>
                      <a:pt x="6549" y="5348"/>
                    </a:cubicBezTo>
                    <a:cubicBezTo>
                      <a:pt x="6906" y="4788"/>
                      <a:pt x="7096" y="4133"/>
                      <a:pt x="7096" y="3455"/>
                    </a:cubicBezTo>
                    <a:cubicBezTo>
                      <a:pt x="7108" y="2490"/>
                      <a:pt x="6680" y="1538"/>
                      <a:pt x="5953" y="883"/>
                    </a:cubicBezTo>
                    <a:cubicBezTo>
                      <a:pt x="5309" y="310"/>
                      <a:pt x="4506" y="1"/>
                      <a:pt x="3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4444777" y="4287484"/>
                <a:ext cx="48426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359" extrusionOk="0">
                    <a:moveTo>
                      <a:pt x="180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75"/>
                      <a:pt x="72" y="358"/>
                      <a:pt x="180" y="358"/>
                    </a:cubicBezTo>
                    <a:lnTo>
                      <a:pt x="1346" y="358"/>
                    </a:lnTo>
                    <a:cubicBezTo>
                      <a:pt x="1442" y="358"/>
                      <a:pt x="1525" y="275"/>
                      <a:pt x="1525" y="179"/>
                    </a:cubicBezTo>
                    <a:cubicBezTo>
                      <a:pt x="1525" y="72"/>
                      <a:pt x="1430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4149138" y="4287484"/>
                <a:ext cx="48426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359" extrusionOk="0">
                    <a:moveTo>
                      <a:pt x="179" y="1"/>
                    </a:moveTo>
                    <a:cubicBezTo>
                      <a:pt x="72" y="1"/>
                      <a:pt x="0" y="72"/>
                      <a:pt x="0" y="179"/>
                    </a:cubicBezTo>
                    <a:cubicBezTo>
                      <a:pt x="0" y="275"/>
                      <a:pt x="72" y="358"/>
                      <a:pt x="179" y="358"/>
                    </a:cubicBezTo>
                    <a:lnTo>
                      <a:pt x="1334" y="358"/>
                    </a:lnTo>
                    <a:cubicBezTo>
                      <a:pt x="1441" y="358"/>
                      <a:pt x="1512" y="275"/>
                      <a:pt x="1512" y="179"/>
                    </a:cubicBezTo>
                    <a:cubicBezTo>
                      <a:pt x="1524" y="72"/>
                      <a:pt x="1441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4315471" y="4121151"/>
                <a:ext cx="11400" cy="48045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513" extrusionOk="0">
                    <a:moveTo>
                      <a:pt x="180" y="0"/>
                    </a:moveTo>
                    <a:cubicBezTo>
                      <a:pt x="72" y="0"/>
                      <a:pt x="1" y="72"/>
                      <a:pt x="1" y="179"/>
                    </a:cubicBezTo>
                    <a:lnTo>
                      <a:pt x="1" y="1334"/>
                    </a:lnTo>
                    <a:cubicBezTo>
                      <a:pt x="1" y="1441"/>
                      <a:pt x="72" y="1512"/>
                      <a:pt x="180" y="1512"/>
                    </a:cubicBezTo>
                    <a:cubicBezTo>
                      <a:pt x="275" y="1512"/>
                      <a:pt x="358" y="1441"/>
                      <a:pt x="358" y="1334"/>
                    </a:cubicBezTo>
                    <a:lnTo>
                      <a:pt x="358" y="179"/>
                    </a:lnTo>
                    <a:cubicBezTo>
                      <a:pt x="358" y="72"/>
                      <a:pt x="275" y="0"/>
                      <a:pt x="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4378632" y="4159575"/>
                <a:ext cx="22705" cy="27754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74" extrusionOk="0">
                    <a:moveTo>
                      <a:pt x="513" y="0"/>
                    </a:moveTo>
                    <a:cubicBezTo>
                      <a:pt x="451" y="0"/>
                      <a:pt x="387" y="27"/>
                      <a:pt x="346" y="76"/>
                    </a:cubicBezTo>
                    <a:lnTo>
                      <a:pt x="48" y="588"/>
                    </a:lnTo>
                    <a:cubicBezTo>
                      <a:pt x="0" y="671"/>
                      <a:pt x="24" y="778"/>
                      <a:pt x="107" y="838"/>
                    </a:cubicBezTo>
                    <a:cubicBezTo>
                      <a:pt x="131" y="850"/>
                      <a:pt x="167" y="874"/>
                      <a:pt x="191" y="874"/>
                    </a:cubicBezTo>
                    <a:cubicBezTo>
                      <a:pt x="250" y="874"/>
                      <a:pt x="310" y="838"/>
                      <a:pt x="358" y="778"/>
                    </a:cubicBezTo>
                    <a:lnTo>
                      <a:pt x="655" y="278"/>
                    </a:lnTo>
                    <a:cubicBezTo>
                      <a:pt x="715" y="171"/>
                      <a:pt x="691" y="64"/>
                      <a:pt x="596" y="16"/>
                    </a:cubicBezTo>
                    <a:cubicBezTo>
                      <a:pt x="570" y="5"/>
                      <a:pt x="542" y="0"/>
                      <a:pt x="5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4240243" y="4399103"/>
                <a:ext cx="22705" cy="27563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68" extrusionOk="0">
                    <a:moveTo>
                      <a:pt x="507" y="0"/>
                    </a:moveTo>
                    <a:cubicBezTo>
                      <a:pt x="444" y="0"/>
                      <a:pt x="387" y="33"/>
                      <a:pt x="346" y="82"/>
                    </a:cubicBezTo>
                    <a:lnTo>
                      <a:pt x="48" y="594"/>
                    </a:lnTo>
                    <a:cubicBezTo>
                      <a:pt x="1" y="677"/>
                      <a:pt x="24" y="784"/>
                      <a:pt x="108" y="844"/>
                    </a:cubicBezTo>
                    <a:cubicBezTo>
                      <a:pt x="132" y="855"/>
                      <a:pt x="155" y="867"/>
                      <a:pt x="191" y="867"/>
                    </a:cubicBezTo>
                    <a:cubicBezTo>
                      <a:pt x="251" y="867"/>
                      <a:pt x="310" y="844"/>
                      <a:pt x="358" y="784"/>
                    </a:cubicBezTo>
                    <a:lnTo>
                      <a:pt x="655" y="272"/>
                    </a:lnTo>
                    <a:cubicBezTo>
                      <a:pt x="715" y="189"/>
                      <a:pt x="679" y="82"/>
                      <a:pt x="596" y="22"/>
                    </a:cubicBezTo>
                    <a:cubicBezTo>
                      <a:pt x="566" y="7"/>
                      <a:pt x="536" y="0"/>
                      <a:pt x="5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4240243" y="4159130"/>
                <a:ext cx="22705" cy="28198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88" extrusionOk="0">
                    <a:moveTo>
                      <a:pt x="213" y="1"/>
                    </a:moveTo>
                    <a:cubicBezTo>
                      <a:pt x="181" y="1"/>
                      <a:pt x="148" y="10"/>
                      <a:pt x="120" y="30"/>
                    </a:cubicBezTo>
                    <a:cubicBezTo>
                      <a:pt x="24" y="78"/>
                      <a:pt x="1" y="197"/>
                      <a:pt x="60" y="292"/>
                    </a:cubicBezTo>
                    <a:lnTo>
                      <a:pt x="358" y="792"/>
                    </a:lnTo>
                    <a:cubicBezTo>
                      <a:pt x="382" y="852"/>
                      <a:pt x="441" y="888"/>
                      <a:pt x="525" y="888"/>
                    </a:cubicBezTo>
                    <a:cubicBezTo>
                      <a:pt x="548" y="888"/>
                      <a:pt x="584" y="864"/>
                      <a:pt x="608" y="852"/>
                    </a:cubicBezTo>
                    <a:cubicBezTo>
                      <a:pt x="679" y="792"/>
                      <a:pt x="715" y="685"/>
                      <a:pt x="667" y="602"/>
                    </a:cubicBezTo>
                    <a:lnTo>
                      <a:pt x="370" y="90"/>
                    </a:lnTo>
                    <a:cubicBezTo>
                      <a:pt x="338" y="35"/>
                      <a:pt x="276" y="1"/>
                      <a:pt x="2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0" name="Google Shape;260;p17"/>
              <p:cNvSpPr/>
              <p:nvPr/>
            </p:nvSpPr>
            <p:spPr>
              <a:xfrm>
                <a:off x="4378632" y="4399230"/>
                <a:ext cx="22705" cy="28198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88" extrusionOk="0">
                    <a:moveTo>
                      <a:pt x="221" y="0"/>
                    </a:moveTo>
                    <a:cubicBezTo>
                      <a:pt x="187" y="0"/>
                      <a:pt x="152" y="10"/>
                      <a:pt x="119" y="30"/>
                    </a:cubicBezTo>
                    <a:cubicBezTo>
                      <a:pt x="24" y="78"/>
                      <a:pt x="0" y="197"/>
                      <a:pt x="60" y="292"/>
                    </a:cubicBezTo>
                    <a:lnTo>
                      <a:pt x="358" y="792"/>
                    </a:lnTo>
                    <a:cubicBezTo>
                      <a:pt x="393" y="851"/>
                      <a:pt x="453" y="887"/>
                      <a:pt x="524" y="887"/>
                    </a:cubicBezTo>
                    <a:cubicBezTo>
                      <a:pt x="548" y="887"/>
                      <a:pt x="584" y="863"/>
                      <a:pt x="608" y="851"/>
                    </a:cubicBezTo>
                    <a:cubicBezTo>
                      <a:pt x="691" y="792"/>
                      <a:pt x="715" y="673"/>
                      <a:pt x="667" y="601"/>
                    </a:cubicBezTo>
                    <a:lnTo>
                      <a:pt x="369" y="89"/>
                    </a:lnTo>
                    <a:cubicBezTo>
                      <a:pt x="346" y="35"/>
                      <a:pt x="286" y="0"/>
                      <a:pt x="2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1" name="Google Shape;261;p17"/>
              <p:cNvSpPr/>
              <p:nvPr/>
            </p:nvSpPr>
            <p:spPr>
              <a:xfrm>
                <a:off x="4426264" y="4351851"/>
                <a:ext cx="29532" cy="21117"/>
              </a:xfrm>
              <a:custGeom>
                <a:avLst/>
                <a:gdLst/>
                <a:ahLst/>
                <a:cxnLst/>
                <a:rect l="l" t="t" r="r" b="b"/>
                <a:pathLst>
                  <a:path w="930" h="665" extrusionOk="0">
                    <a:moveTo>
                      <a:pt x="215" y="0"/>
                    </a:moveTo>
                    <a:cubicBezTo>
                      <a:pt x="152" y="0"/>
                      <a:pt x="89" y="32"/>
                      <a:pt x="48" y="81"/>
                    </a:cubicBezTo>
                    <a:cubicBezTo>
                      <a:pt x="1" y="177"/>
                      <a:pt x="36" y="272"/>
                      <a:pt x="108" y="331"/>
                    </a:cubicBezTo>
                    <a:lnTo>
                      <a:pt x="608" y="629"/>
                    </a:lnTo>
                    <a:cubicBezTo>
                      <a:pt x="643" y="653"/>
                      <a:pt x="667" y="665"/>
                      <a:pt x="703" y="665"/>
                    </a:cubicBezTo>
                    <a:cubicBezTo>
                      <a:pt x="763" y="665"/>
                      <a:pt x="822" y="629"/>
                      <a:pt x="870" y="569"/>
                    </a:cubicBezTo>
                    <a:cubicBezTo>
                      <a:pt x="929" y="486"/>
                      <a:pt x="893" y="367"/>
                      <a:pt x="810" y="319"/>
                    </a:cubicBezTo>
                    <a:lnTo>
                      <a:pt x="298" y="22"/>
                    </a:lnTo>
                    <a:cubicBezTo>
                      <a:pt x="272" y="7"/>
                      <a:pt x="244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>
                <a:off x="4186196" y="4213463"/>
                <a:ext cx="29500" cy="21117"/>
              </a:xfrm>
              <a:custGeom>
                <a:avLst/>
                <a:gdLst/>
                <a:ahLst/>
                <a:cxnLst/>
                <a:rect l="l" t="t" r="r" b="b"/>
                <a:pathLst>
                  <a:path w="929" h="665" extrusionOk="0">
                    <a:moveTo>
                      <a:pt x="214" y="0"/>
                    </a:moveTo>
                    <a:cubicBezTo>
                      <a:pt x="152" y="0"/>
                      <a:pt x="89" y="33"/>
                      <a:pt x="48" y="82"/>
                    </a:cubicBezTo>
                    <a:cubicBezTo>
                      <a:pt x="0" y="165"/>
                      <a:pt x="36" y="272"/>
                      <a:pt x="107" y="332"/>
                    </a:cubicBezTo>
                    <a:lnTo>
                      <a:pt x="619" y="629"/>
                    </a:lnTo>
                    <a:cubicBezTo>
                      <a:pt x="643" y="641"/>
                      <a:pt x="667" y="665"/>
                      <a:pt x="703" y="665"/>
                    </a:cubicBezTo>
                    <a:cubicBezTo>
                      <a:pt x="762" y="665"/>
                      <a:pt x="822" y="629"/>
                      <a:pt x="869" y="570"/>
                    </a:cubicBezTo>
                    <a:cubicBezTo>
                      <a:pt x="929" y="463"/>
                      <a:pt x="893" y="367"/>
                      <a:pt x="810" y="320"/>
                    </a:cubicBezTo>
                    <a:lnTo>
                      <a:pt x="298" y="22"/>
                    </a:lnTo>
                    <a:cubicBezTo>
                      <a:pt x="272" y="7"/>
                      <a:pt x="243" y="0"/>
                      <a:pt x="2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4425883" y="4213590"/>
                <a:ext cx="29913" cy="21371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73" extrusionOk="0">
                    <a:moveTo>
                      <a:pt x="725" y="0"/>
                    </a:moveTo>
                    <a:cubicBezTo>
                      <a:pt x="693" y="0"/>
                      <a:pt x="660" y="10"/>
                      <a:pt x="632" y="30"/>
                    </a:cubicBezTo>
                    <a:lnTo>
                      <a:pt x="120" y="328"/>
                    </a:lnTo>
                    <a:cubicBezTo>
                      <a:pt x="36" y="375"/>
                      <a:pt x="1" y="494"/>
                      <a:pt x="60" y="578"/>
                    </a:cubicBezTo>
                    <a:cubicBezTo>
                      <a:pt x="96" y="637"/>
                      <a:pt x="155" y="673"/>
                      <a:pt x="227" y="673"/>
                    </a:cubicBezTo>
                    <a:cubicBezTo>
                      <a:pt x="251" y="673"/>
                      <a:pt x="286" y="661"/>
                      <a:pt x="310" y="637"/>
                    </a:cubicBezTo>
                    <a:lnTo>
                      <a:pt x="822" y="340"/>
                    </a:lnTo>
                    <a:cubicBezTo>
                      <a:pt x="905" y="280"/>
                      <a:pt x="941" y="161"/>
                      <a:pt x="882" y="89"/>
                    </a:cubicBezTo>
                    <a:cubicBezTo>
                      <a:pt x="850" y="35"/>
                      <a:pt x="788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4" name="Google Shape;264;p17"/>
              <p:cNvSpPr/>
              <p:nvPr/>
            </p:nvSpPr>
            <p:spPr>
              <a:xfrm>
                <a:off x="4186196" y="4351978"/>
                <a:ext cx="29500" cy="21371"/>
              </a:xfrm>
              <a:custGeom>
                <a:avLst/>
                <a:gdLst/>
                <a:ahLst/>
                <a:cxnLst/>
                <a:rect l="l" t="t" r="r" b="b"/>
                <a:pathLst>
                  <a:path w="929" h="673" extrusionOk="0">
                    <a:moveTo>
                      <a:pt x="725" y="0"/>
                    </a:moveTo>
                    <a:cubicBezTo>
                      <a:pt x="692" y="0"/>
                      <a:pt x="660" y="9"/>
                      <a:pt x="631" y="30"/>
                    </a:cubicBezTo>
                    <a:lnTo>
                      <a:pt x="119" y="327"/>
                    </a:lnTo>
                    <a:cubicBezTo>
                      <a:pt x="36" y="375"/>
                      <a:pt x="0" y="494"/>
                      <a:pt x="60" y="589"/>
                    </a:cubicBezTo>
                    <a:cubicBezTo>
                      <a:pt x="95" y="649"/>
                      <a:pt x="155" y="673"/>
                      <a:pt x="226" y="673"/>
                    </a:cubicBezTo>
                    <a:cubicBezTo>
                      <a:pt x="262" y="673"/>
                      <a:pt x="286" y="661"/>
                      <a:pt x="322" y="649"/>
                    </a:cubicBezTo>
                    <a:lnTo>
                      <a:pt x="822" y="351"/>
                    </a:lnTo>
                    <a:cubicBezTo>
                      <a:pt x="893" y="292"/>
                      <a:pt x="929" y="173"/>
                      <a:pt x="881" y="89"/>
                    </a:cubicBezTo>
                    <a:cubicBezTo>
                      <a:pt x="850" y="34"/>
                      <a:pt x="787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>
        <p15:prstTrans prst="curtains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9DCB07-56B7-C8BE-AC57-751FFFA8079F}"/>
              </a:ext>
            </a:extLst>
          </p:cNvPr>
          <p:cNvGrpSpPr/>
          <p:nvPr/>
        </p:nvGrpSpPr>
        <p:grpSpPr>
          <a:xfrm>
            <a:off x="2545278" y="742369"/>
            <a:ext cx="6687212" cy="4724366"/>
            <a:chOff x="5504788" y="427737"/>
            <a:chExt cx="6687212" cy="47243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869B5C-5535-7633-7C8C-6BEBD078D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504788" y="427737"/>
              <a:ext cx="6687212" cy="472436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FF9665-8142-BB21-B931-1BC7840CEE5D}"/>
                </a:ext>
              </a:extLst>
            </p:cNvPr>
            <p:cNvSpPr txBox="1"/>
            <p:nvPr/>
          </p:nvSpPr>
          <p:spPr>
            <a:xfrm>
              <a:off x="6383724" y="2325919"/>
              <a:ext cx="52059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 err="1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37000">
                        <a:srgbClr val="FF0000"/>
                      </a:gs>
                      <a:gs pos="66000">
                        <a:schemeClr val="accent6"/>
                      </a:gs>
                      <a:gs pos="100000">
                        <a:srgbClr val="FFC000"/>
                      </a:gs>
                    </a:gsLst>
                    <a:path path="circle">
                      <a:fillToRect l="100000" t="100000"/>
                    </a:path>
                  </a:gradFill>
                </a:rPr>
                <a:t>লসাগু</a:t>
              </a:r>
              <a:endParaRPr lang="en-US" sz="8000" dirty="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7000">
                      <a:srgbClr val="FF0000"/>
                    </a:gs>
                    <a:gs pos="66000">
                      <a:schemeClr val="accent6"/>
                    </a:gs>
                    <a:gs pos="100000">
                      <a:srgbClr val="FFC000"/>
                    </a:gs>
                  </a:gsLst>
                  <a:path path="circle">
                    <a:fillToRect l="100000" t="100000"/>
                  </a:path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3753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ত্রিভুজ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ও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ত্রিভুজের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ক্ষেত্রফল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4498E-E66F-F9DD-877A-31B8A6B87C1E}"/>
              </a:ext>
            </a:extLst>
          </p:cNvPr>
          <p:cNvSpPr txBox="1"/>
          <p:nvPr/>
        </p:nvSpPr>
        <p:spPr>
          <a:xfrm>
            <a:off x="232419" y="1386234"/>
            <a:ext cx="11714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/>
              <a:t>তিন</a:t>
            </a:r>
            <a:r>
              <a:rPr lang="en-US" sz="2800" dirty="0"/>
              <a:t> </a:t>
            </a:r>
            <a:r>
              <a:rPr lang="en-US" sz="2800" dirty="0" err="1"/>
              <a:t>বাহু</a:t>
            </a:r>
            <a:r>
              <a:rPr lang="en-US" sz="2800" dirty="0"/>
              <a:t> </a:t>
            </a:r>
            <a:r>
              <a:rPr lang="en-US" sz="2800" dirty="0" err="1"/>
              <a:t>দ্বারা</a:t>
            </a:r>
            <a:r>
              <a:rPr lang="en-US" sz="2800" dirty="0"/>
              <a:t> </a:t>
            </a:r>
            <a:r>
              <a:rPr lang="en-US" sz="2800" dirty="0" err="1"/>
              <a:t>আবদ্ধ</a:t>
            </a:r>
            <a:r>
              <a:rPr lang="en-US" sz="2800" dirty="0"/>
              <a:t> </a:t>
            </a:r>
            <a:r>
              <a:rPr lang="en-US" sz="2800" dirty="0" err="1"/>
              <a:t>ক্ষেত্রকে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ABC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r>
              <a:rPr lang="en-US" sz="2800" dirty="0"/>
              <a:t> </a:t>
            </a:r>
            <a:r>
              <a:rPr lang="en-US" sz="2800" dirty="0" err="1"/>
              <a:t>এবং</a:t>
            </a:r>
            <a:r>
              <a:rPr lang="en-US" sz="2800" dirty="0"/>
              <a:t> DEF ও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D1E486-DC0B-529C-B09D-9659E97FA737}"/>
              </a:ext>
            </a:extLst>
          </p:cNvPr>
          <p:cNvSpPr txBox="1"/>
          <p:nvPr/>
        </p:nvSpPr>
        <p:spPr>
          <a:xfrm>
            <a:off x="301265" y="2744190"/>
            <a:ext cx="509451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ত্রিভুজের</a:t>
            </a:r>
            <a:r>
              <a:rPr lang="en-US" sz="2400" b="1" u="sng" dirty="0"/>
              <a:t> </a:t>
            </a:r>
            <a:r>
              <a:rPr lang="en-US" sz="2400" b="1" u="sng" dirty="0" err="1"/>
              <a:t>ক্ষেত্রফলঃ</a:t>
            </a:r>
            <a:endParaRPr lang="en-US" sz="2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003E56-63B3-01BF-0BE6-87C3BA969D52}"/>
                  </a:ext>
                </a:extLst>
              </p:cNvPr>
              <p:cNvSpPr txBox="1"/>
              <p:nvPr/>
            </p:nvSpPr>
            <p:spPr>
              <a:xfrm>
                <a:off x="301265" y="3324814"/>
                <a:ext cx="5794735" cy="714876"/>
              </a:xfrm>
              <a:prstGeom prst="rect">
                <a:avLst/>
              </a:prstGeom>
              <a:solidFill>
                <a:srgbClr val="66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১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২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ভূমি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উচ্চতা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003E56-63B3-01BF-0BE6-87C3BA96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65" y="3324814"/>
                <a:ext cx="5794735" cy="714876"/>
              </a:xfrm>
              <a:prstGeom prst="rect">
                <a:avLst/>
              </a:prstGeom>
              <a:blipFill>
                <a:blip r:embed="rId2"/>
                <a:stretch>
                  <a:fillRect l="-1577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5CBED-04B5-FF82-1C3E-C33F9A3718F3}"/>
                  </a:ext>
                </a:extLst>
              </p:cNvPr>
              <p:cNvSpPr txBox="1"/>
              <p:nvPr/>
            </p:nvSpPr>
            <p:spPr>
              <a:xfrm>
                <a:off x="345483" y="4158649"/>
                <a:ext cx="5750518" cy="71487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ABC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১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২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5CBED-04B5-FF82-1C3E-C33F9A371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3" y="4158649"/>
                <a:ext cx="5750518" cy="714876"/>
              </a:xfrm>
              <a:prstGeom prst="rect">
                <a:avLst/>
              </a:prstGeom>
              <a:blipFill>
                <a:blip r:embed="rId3"/>
                <a:stretch>
                  <a:fillRect l="-1697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141AAD-54DB-8FE8-8C91-3DBAE77A6E3B}"/>
                  </a:ext>
                </a:extLst>
              </p:cNvPr>
              <p:cNvSpPr txBox="1"/>
              <p:nvPr/>
            </p:nvSpPr>
            <p:spPr>
              <a:xfrm>
                <a:off x="345483" y="5072226"/>
                <a:ext cx="5750518" cy="71487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DEF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১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২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141AAD-54DB-8FE8-8C91-3DBAE77A6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3" y="5072226"/>
                <a:ext cx="5750518" cy="714876"/>
              </a:xfrm>
              <a:prstGeom prst="rect">
                <a:avLst/>
              </a:prstGeom>
              <a:blipFill>
                <a:blip r:embed="rId4"/>
                <a:stretch>
                  <a:fillRect l="-1697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6ED8FAC-7E8A-F21C-220F-DB57F1B5426A}"/>
              </a:ext>
            </a:extLst>
          </p:cNvPr>
          <p:cNvGrpSpPr/>
          <p:nvPr/>
        </p:nvGrpSpPr>
        <p:grpSpPr>
          <a:xfrm>
            <a:off x="9684147" y="3489565"/>
            <a:ext cx="2263020" cy="1873892"/>
            <a:chOff x="8818735" y="2222248"/>
            <a:chExt cx="2263020" cy="18738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96A357A-C3F3-C34A-6D4E-91FE2A13C3D0}"/>
                </a:ext>
              </a:extLst>
            </p:cNvPr>
            <p:cNvGrpSpPr/>
            <p:nvPr/>
          </p:nvGrpSpPr>
          <p:grpSpPr>
            <a:xfrm>
              <a:off x="8818735" y="2222248"/>
              <a:ext cx="2263020" cy="1873892"/>
              <a:chOff x="9180822" y="2322938"/>
              <a:chExt cx="2263020" cy="1873892"/>
            </a:xfrm>
          </p:grpSpPr>
          <p:sp>
            <p:nvSpPr>
              <p:cNvPr id="4" name="Right Triangle 3">
                <a:extLst>
                  <a:ext uri="{FF2B5EF4-FFF2-40B4-BE49-F238E27FC236}">
                    <a16:creationId xmlns:a16="http://schemas.microsoft.com/office/drawing/2014/main" id="{7EC6C0CA-B669-D72A-E101-03FD3AA1E46F}"/>
                  </a:ext>
                </a:extLst>
              </p:cNvPr>
              <p:cNvSpPr/>
              <p:nvPr/>
            </p:nvSpPr>
            <p:spPr>
              <a:xfrm>
                <a:off x="9507394" y="2507604"/>
                <a:ext cx="1610376" cy="1588536"/>
              </a:xfrm>
              <a:prstGeom prst="rtTriangl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9660D3-4528-D7DF-E03E-0D963072587E}"/>
                  </a:ext>
                </a:extLst>
              </p:cNvPr>
              <p:cNvSpPr txBox="1"/>
              <p:nvPr/>
            </p:nvSpPr>
            <p:spPr>
              <a:xfrm>
                <a:off x="9180822" y="2322938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85591-9857-207C-D6F9-1F9E0BBE969F}"/>
                  </a:ext>
                </a:extLst>
              </p:cNvPr>
              <p:cNvSpPr txBox="1"/>
              <p:nvPr/>
            </p:nvSpPr>
            <p:spPr>
              <a:xfrm>
                <a:off x="9180822" y="3827498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C2B4AF-26E7-25CE-0E1E-1C2BA9395E1A}"/>
                  </a:ext>
                </a:extLst>
              </p:cNvPr>
              <p:cNvSpPr txBox="1"/>
              <p:nvPr/>
            </p:nvSpPr>
            <p:spPr>
              <a:xfrm>
                <a:off x="11117270" y="3777153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9C6559-F231-034A-C1D9-302B3B405175}"/>
                </a:ext>
              </a:extLst>
            </p:cNvPr>
            <p:cNvSpPr txBox="1"/>
            <p:nvPr/>
          </p:nvSpPr>
          <p:spPr>
            <a:xfrm>
              <a:off x="9623923" y="3656096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87208E-6B64-F1A7-34C5-057C3FD4EAF0}"/>
                </a:ext>
              </a:extLst>
            </p:cNvPr>
            <p:cNvSpPr txBox="1"/>
            <p:nvPr/>
          </p:nvSpPr>
          <p:spPr>
            <a:xfrm>
              <a:off x="8845420" y="3122260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63B977-93FD-65B4-2E29-0AD1E29D944F}"/>
                </a:ext>
              </a:extLst>
            </p:cNvPr>
            <p:cNvSpPr txBox="1"/>
            <p:nvPr/>
          </p:nvSpPr>
          <p:spPr>
            <a:xfrm>
              <a:off x="9950495" y="2875740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D1B3086-8A19-EBA9-C44A-D254094E128C}"/>
              </a:ext>
            </a:extLst>
          </p:cNvPr>
          <p:cNvGrpSpPr/>
          <p:nvPr/>
        </p:nvGrpSpPr>
        <p:grpSpPr>
          <a:xfrm>
            <a:off x="6280353" y="3489565"/>
            <a:ext cx="3127358" cy="2132786"/>
            <a:chOff x="6280353" y="3489565"/>
            <a:chExt cx="3127358" cy="213278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EEDCD69-D9B1-38A3-D6ED-17EA6D767481}"/>
                </a:ext>
              </a:extLst>
            </p:cNvPr>
            <p:cNvGrpSpPr/>
            <p:nvPr/>
          </p:nvGrpSpPr>
          <p:grpSpPr>
            <a:xfrm>
              <a:off x="6280353" y="3489565"/>
              <a:ext cx="3127358" cy="2132786"/>
              <a:chOff x="8519348" y="4296172"/>
              <a:chExt cx="3127358" cy="2132786"/>
            </a:xfrm>
          </p:grpSpPr>
          <p:sp>
            <p:nvSpPr>
              <p:cNvPr id="10" name="Right Triangle 9">
                <a:extLst>
                  <a:ext uri="{FF2B5EF4-FFF2-40B4-BE49-F238E27FC236}">
                    <a16:creationId xmlns:a16="http://schemas.microsoft.com/office/drawing/2014/main" id="{5B38A7CD-416E-D61A-9D43-C69548CA5F36}"/>
                  </a:ext>
                </a:extLst>
              </p:cNvPr>
              <p:cNvSpPr/>
              <p:nvPr/>
            </p:nvSpPr>
            <p:spPr>
              <a:xfrm>
                <a:off x="9710258" y="4480838"/>
                <a:ext cx="1610376" cy="1588536"/>
              </a:xfrm>
              <a:prstGeom prst="rtTriangle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336390-94F5-F544-F171-B81F3F8665D1}"/>
                  </a:ext>
                </a:extLst>
              </p:cNvPr>
              <p:cNvSpPr txBox="1"/>
              <p:nvPr/>
            </p:nvSpPr>
            <p:spPr>
              <a:xfrm>
                <a:off x="9383686" y="4296172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9B0653-2C81-5E8E-9CBA-64440746C817}"/>
                  </a:ext>
                </a:extLst>
              </p:cNvPr>
              <p:cNvSpPr txBox="1"/>
              <p:nvPr/>
            </p:nvSpPr>
            <p:spPr>
              <a:xfrm>
                <a:off x="9401263" y="5759233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H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9B8160-CF8C-60E5-9F64-11B921DE4157}"/>
                  </a:ext>
                </a:extLst>
              </p:cNvPr>
              <p:cNvSpPr txBox="1"/>
              <p:nvPr/>
            </p:nvSpPr>
            <p:spPr>
              <a:xfrm>
                <a:off x="11320134" y="5750387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164DF08-7B11-0AFF-5C79-70D3231E2AA9}"/>
                  </a:ext>
                </a:extLst>
              </p:cNvPr>
              <p:cNvCxnSpPr/>
              <p:nvPr/>
            </p:nvCxnSpPr>
            <p:spPr>
              <a:xfrm flipH="1">
                <a:off x="8845420" y="6069374"/>
                <a:ext cx="864838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1C331D-958C-A602-FBEA-E63F74CDBE48}"/>
                  </a:ext>
                </a:extLst>
              </p:cNvPr>
              <p:cNvCxnSpPr>
                <a:endCxn id="11" idx="3"/>
              </p:cNvCxnSpPr>
              <p:nvPr/>
            </p:nvCxnSpPr>
            <p:spPr>
              <a:xfrm flipV="1">
                <a:off x="8845420" y="4480838"/>
                <a:ext cx="864838" cy="1588536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569BD-4D26-F3C3-2CD3-D6BDE13C4417}"/>
                  </a:ext>
                </a:extLst>
              </p:cNvPr>
              <p:cNvSpPr txBox="1"/>
              <p:nvPr/>
            </p:nvSpPr>
            <p:spPr>
              <a:xfrm>
                <a:off x="8519348" y="5884708"/>
                <a:ext cx="4035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E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24392A-0E1B-5C5B-3E96-8EACB682DFCB}"/>
                  </a:ext>
                </a:extLst>
              </p:cNvPr>
              <p:cNvCxnSpPr>
                <a:stCxn id="10" idx="2"/>
                <a:endCxn id="10" idx="0"/>
              </p:cNvCxnSpPr>
              <p:nvPr/>
            </p:nvCxnSpPr>
            <p:spPr>
              <a:xfrm flipV="1">
                <a:off x="9710258" y="4480838"/>
                <a:ext cx="0" cy="1588536"/>
              </a:xfrm>
              <a:prstGeom prst="lin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B039AC-EBA0-C334-CCCB-B33045A92457}"/>
                  </a:ext>
                </a:extLst>
              </p:cNvPr>
              <p:cNvSpPr txBox="1"/>
              <p:nvPr/>
            </p:nvSpPr>
            <p:spPr>
              <a:xfrm>
                <a:off x="9707924" y="5291917"/>
                <a:ext cx="326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E7FCC8-A508-23BB-44AC-5B756902F6CC}"/>
                  </a:ext>
                </a:extLst>
              </p:cNvPr>
              <p:cNvSpPr txBox="1"/>
              <p:nvPr/>
            </p:nvSpPr>
            <p:spPr>
              <a:xfrm>
                <a:off x="9855967" y="6059626"/>
                <a:ext cx="326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CE1C0FE-4068-FD96-9C4B-B56E8F7BBB7A}"/>
                </a:ext>
              </a:extLst>
            </p:cNvPr>
            <p:cNvSpPr txBox="1"/>
            <p:nvPr/>
          </p:nvSpPr>
          <p:spPr>
            <a:xfrm>
              <a:off x="6699215" y="4306295"/>
              <a:ext cx="4936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D19D4A7-8151-C319-C209-0DE59E1ED1B7}"/>
                </a:ext>
              </a:extLst>
            </p:cNvPr>
            <p:cNvSpPr txBox="1"/>
            <p:nvPr/>
          </p:nvSpPr>
          <p:spPr>
            <a:xfrm>
              <a:off x="8269434" y="4189982"/>
              <a:ext cx="4936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4068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crush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 err="1"/>
              <a:t>ত্রিভুজের</a:t>
            </a:r>
            <a:r>
              <a:rPr lang="en-US" dirty="0"/>
              <a:t> </a:t>
            </a:r>
            <a:r>
              <a:rPr lang="en-US" dirty="0" err="1"/>
              <a:t>পরিসীমা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4498E-E66F-F9DD-877A-31B8A6B87C1E}"/>
              </a:ext>
            </a:extLst>
          </p:cNvPr>
          <p:cNvSpPr txBox="1"/>
          <p:nvPr/>
        </p:nvSpPr>
        <p:spPr>
          <a:xfrm>
            <a:off x="232419" y="1386234"/>
            <a:ext cx="96454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তিন</a:t>
            </a:r>
            <a:r>
              <a:rPr lang="en-US" sz="2800" dirty="0"/>
              <a:t> </a:t>
            </a:r>
            <a:r>
              <a:rPr lang="en-US" sz="2800" dirty="0" err="1"/>
              <a:t>বাহু</a:t>
            </a:r>
            <a:r>
              <a:rPr lang="en-US" sz="2800" dirty="0"/>
              <a:t> </a:t>
            </a:r>
            <a:r>
              <a:rPr lang="en-US" sz="2800" dirty="0" err="1"/>
              <a:t>দ্বারা</a:t>
            </a:r>
            <a:r>
              <a:rPr lang="en-US" sz="2800" dirty="0"/>
              <a:t> </a:t>
            </a:r>
            <a:r>
              <a:rPr lang="en-US" sz="2800" dirty="0" err="1"/>
              <a:t>আবদ্ধ</a:t>
            </a:r>
            <a:r>
              <a:rPr lang="en-US" sz="2800" dirty="0"/>
              <a:t> </a:t>
            </a:r>
            <a:r>
              <a:rPr lang="en-US" sz="2800" dirty="0" err="1"/>
              <a:t>ক্ষেত্রকে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ABC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r>
              <a:rPr lang="en-US" sz="2800" dirty="0"/>
              <a:t> </a:t>
            </a:r>
            <a:r>
              <a:rPr lang="en-US" sz="2800" dirty="0" err="1"/>
              <a:t>এবং</a:t>
            </a:r>
            <a:r>
              <a:rPr lang="en-US" sz="2800" dirty="0"/>
              <a:t> DEF ও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D1E486-DC0B-529C-B09D-9659E97FA737}"/>
              </a:ext>
            </a:extLst>
          </p:cNvPr>
          <p:cNvSpPr txBox="1"/>
          <p:nvPr/>
        </p:nvSpPr>
        <p:spPr>
          <a:xfrm>
            <a:off x="301265" y="2744190"/>
            <a:ext cx="509451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ত্রিভুজের</a:t>
            </a:r>
            <a:r>
              <a:rPr lang="en-US" sz="2400" b="1" u="sng" dirty="0"/>
              <a:t> </a:t>
            </a:r>
            <a:r>
              <a:rPr lang="en-US" sz="2400" b="1" u="sng" dirty="0" err="1"/>
              <a:t>পরিসীমাঃ</a:t>
            </a:r>
            <a:endParaRPr lang="en-US" sz="2400" b="1" u="sng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6ED8FAC-7E8A-F21C-220F-DB57F1B5426A}"/>
              </a:ext>
            </a:extLst>
          </p:cNvPr>
          <p:cNvGrpSpPr/>
          <p:nvPr/>
        </p:nvGrpSpPr>
        <p:grpSpPr>
          <a:xfrm>
            <a:off x="9855721" y="3498186"/>
            <a:ext cx="2263020" cy="1873892"/>
            <a:chOff x="8818735" y="2222248"/>
            <a:chExt cx="2263020" cy="18738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96A357A-C3F3-C34A-6D4E-91FE2A13C3D0}"/>
                </a:ext>
              </a:extLst>
            </p:cNvPr>
            <p:cNvGrpSpPr/>
            <p:nvPr/>
          </p:nvGrpSpPr>
          <p:grpSpPr>
            <a:xfrm>
              <a:off x="8818735" y="2222248"/>
              <a:ext cx="2263020" cy="1873892"/>
              <a:chOff x="9180822" y="2322938"/>
              <a:chExt cx="2263020" cy="1873892"/>
            </a:xfrm>
          </p:grpSpPr>
          <p:sp>
            <p:nvSpPr>
              <p:cNvPr id="4" name="Right Triangle 3">
                <a:extLst>
                  <a:ext uri="{FF2B5EF4-FFF2-40B4-BE49-F238E27FC236}">
                    <a16:creationId xmlns:a16="http://schemas.microsoft.com/office/drawing/2014/main" id="{7EC6C0CA-B669-D72A-E101-03FD3AA1E46F}"/>
                  </a:ext>
                </a:extLst>
              </p:cNvPr>
              <p:cNvSpPr/>
              <p:nvPr/>
            </p:nvSpPr>
            <p:spPr>
              <a:xfrm>
                <a:off x="9507394" y="2507604"/>
                <a:ext cx="1610376" cy="1588536"/>
              </a:xfrm>
              <a:prstGeom prst="rtTriangl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9660D3-4528-D7DF-E03E-0D963072587E}"/>
                  </a:ext>
                </a:extLst>
              </p:cNvPr>
              <p:cNvSpPr txBox="1"/>
              <p:nvPr/>
            </p:nvSpPr>
            <p:spPr>
              <a:xfrm>
                <a:off x="9180822" y="2322938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85591-9857-207C-D6F9-1F9E0BBE969F}"/>
                  </a:ext>
                </a:extLst>
              </p:cNvPr>
              <p:cNvSpPr txBox="1"/>
              <p:nvPr/>
            </p:nvSpPr>
            <p:spPr>
              <a:xfrm>
                <a:off x="9180822" y="3827498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C2B4AF-26E7-25CE-0E1E-1C2BA9395E1A}"/>
                  </a:ext>
                </a:extLst>
              </p:cNvPr>
              <p:cNvSpPr txBox="1"/>
              <p:nvPr/>
            </p:nvSpPr>
            <p:spPr>
              <a:xfrm>
                <a:off x="11117270" y="3777153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9C6559-F231-034A-C1D9-302B3B405175}"/>
                </a:ext>
              </a:extLst>
            </p:cNvPr>
            <p:cNvSpPr txBox="1"/>
            <p:nvPr/>
          </p:nvSpPr>
          <p:spPr>
            <a:xfrm>
              <a:off x="9623923" y="3656096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87208E-6B64-F1A7-34C5-057C3FD4EAF0}"/>
                </a:ext>
              </a:extLst>
            </p:cNvPr>
            <p:cNvSpPr txBox="1"/>
            <p:nvPr/>
          </p:nvSpPr>
          <p:spPr>
            <a:xfrm>
              <a:off x="8845420" y="3122260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63B977-93FD-65B4-2E29-0AD1E29D944F}"/>
                </a:ext>
              </a:extLst>
            </p:cNvPr>
            <p:cNvSpPr txBox="1"/>
            <p:nvPr/>
          </p:nvSpPr>
          <p:spPr>
            <a:xfrm>
              <a:off x="9950495" y="2875740"/>
              <a:ext cx="326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519950-0E61-B374-91A3-DE4F651DC488}"/>
              </a:ext>
            </a:extLst>
          </p:cNvPr>
          <p:cNvGrpSpPr/>
          <p:nvPr/>
        </p:nvGrpSpPr>
        <p:grpSpPr>
          <a:xfrm>
            <a:off x="6451927" y="3498186"/>
            <a:ext cx="3127358" cy="2132786"/>
            <a:chOff x="6280353" y="3489565"/>
            <a:chExt cx="3127358" cy="213278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EEDCD69-D9B1-38A3-D6ED-17EA6D767481}"/>
                </a:ext>
              </a:extLst>
            </p:cNvPr>
            <p:cNvGrpSpPr/>
            <p:nvPr/>
          </p:nvGrpSpPr>
          <p:grpSpPr>
            <a:xfrm>
              <a:off x="6280353" y="3489565"/>
              <a:ext cx="3127358" cy="2132786"/>
              <a:chOff x="8519348" y="4296172"/>
              <a:chExt cx="3127358" cy="2132786"/>
            </a:xfrm>
          </p:grpSpPr>
          <p:sp>
            <p:nvSpPr>
              <p:cNvPr id="10" name="Right Triangle 9">
                <a:extLst>
                  <a:ext uri="{FF2B5EF4-FFF2-40B4-BE49-F238E27FC236}">
                    <a16:creationId xmlns:a16="http://schemas.microsoft.com/office/drawing/2014/main" id="{5B38A7CD-416E-D61A-9D43-C69548CA5F36}"/>
                  </a:ext>
                </a:extLst>
              </p:cNvPr>
              <p:cNvSpPr/>
              <p:nvPr/>
            </p:nvSpPr>
            <p:spPr>
              <a:xfrm>
                <a:off x="9710258" y="4480838"/>
                <a:ext cx="1610376" cy="1588536"/>
              </a:xfrm>
              <a:prstGeom prst="rtTriangle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336390-94F5-F544-F171-B81F3F8665D1}"/>
                  </a:ext>
                </a:extLst>
              </p:cNvPr>
              <p:cNvSpPr txBox="1"/>
              <p:nvPr/>
            </p:nvSpPr>
            <p:spPr>
              <a:xfrm>
                <a:off x="9383686" y="4296172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9B0653-2C81-5E8E-9CBA-64440746C817}"/>
                  </a:ext>
                </a:extLst>
              </p:cNvPr>
              <p:cNvSpPr txBox="1"/>
              <p:nvPr/>
            </p:nvSpPr>
            <p:spPr>
              <a:xfrm>
                <a:off x="9401263" y="5759233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H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9B8160-CF8C-60E5-9F64-11B921DE4157}"/>
                  </a:ext>
                </a:extLst>
              </p:cNvPr>
              <p:cNvSpPr txBox="1"/>
              <p:nvPr/>
            </p:nvSpPr>
            <p:spPr>
              <a:xfrm>
                <a:off x="11320134" y="5750387"/>
                <a:ext cx="326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164DF08-7B11-0AFF-5C79-70D3231E2AA9}"/>
                  </a:ext>
                </a:extLst>
              </p:cNvPr>
              <p:cNvCxnSpPr/>
              <p:nvPr/>
            </p:nvCxnSpPr>
            <p:spPr>
              <a:xfrm flipH="1">
                <a:off x="8845420" y="6069374"/>
                <a:ext cx="864838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1C331D-958C-A602-FBEA-E63F74CDBE48}"/>
                  </a:ext>
                </a:extLst>
              </p:cNvPr>
              <p:cNvCxnSpPr>
                <a:endCxn id="11" idx="3"/>
              </p:cNvCxnSpPr>
              <p:nvPr/>
            </p:nvCxnSpPr>
            <p:spPr>
              <a:xfrm flipV="1">
                <a:off x="8845420" y="4480838"/>
                <a:ext cx="864838" cy="1588536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569BD-4D26-F3C3-2CD3-D6BDE13C4417}"/>
                  </a:ext>
                </a:extLst>
              </p:cNvPr>
              <p:cNvSpPr txBox="1"/>
              <p:nvPr/>
            </p:nvSpPr>
            <p:spPr>
              <a:xfrm>
                <a:off x="8519348" y="5884708"/>
                <a:ext cx="4035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E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24392A-0E1B-5C5B-3E96-8EACB682DFCB}"/>
                  </a:ext>
                </a:extLst>
              </p:cNvPr>
              <p:cNvCxnSpPr>
                <a:stCxn id="10" idx="2"/>
                <a:endCxn id="10" idx="0"/>
              </p:cNvCxnSpPr>
              <p:nvPr/>
            </p:nvCxnSpPr>
            <p:spPr>
              <a:xfrm flipV="1">
                <a:off x="9710258" y="4480838"/>
                <a:ext cx="0" cy="1588536"/>
              </a:xfrm>
              <a:prstGeom prst="lin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B039AC-EBA0-C334-CCCB-B33045A92457}"/>
                  </a:ext>
                </a:extLst>
              </p:cNvPr>
              <p:cNvSpPr txBox="1"/>
              <p:nvPr/>
            </p:nvSpPr>
            <p:spPr>
              <a:xfrm>
                <a:off x="9707924" y="5291917"/>
                <a:ext cx="326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E7FCC8-A508-23BB-44AC-5B756902F6CC}"/>
                  </a:ext>
                </a:extLst>
              </p:cNvPr>
              <p:cNvSpPr txBox="1"/>
              <p:nvPr/>
            </p:nvSpPr>
            <p:spPr>
              <a:xfrm>
                <a:off x="9855967" y="6059626"/>
                <a:ext cx="326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CE1C0FE-4068-FD96-9C4B-B56E8F7BBB7A}"/>
                </a:ext>
              </a:extLst>
            </p:cNvPr>
            <p:cNvSpPr txBox="1"/>
            <p:nvPr/>
          </p:nvSpPr>
          <p:spPr>
            <a:xfrm>
              <a:off x="6699215" y="4306295"/>
              <a:ext cx="4936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D19D4A7-8151-C319-C209-0DE59E1ED1B7}"/>
                </a:ext>
              </a:extLst>
            </p:cNvPr>
            <p:cNvSpPr txBox="1"/>
            <p:nvPr/>
          </p:nvSpPr>
          <p:spPr>
            <a:xfrm>
              <a:off x="8269434" y="4189982"/>
              <a:ext cx="4936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FF1D75-948F-F95A-E9A7-353CF62D053C}"/>
              </a:ext>
            </a:extLst>
          </p:cNvPr>
          <p:cNvGrpSpPr/>
          <p:nvPr/>
        </p:nvGrpSpPr>
        <p:grpSpPr>
          <a:xfrm>
            <a:off x="301265" y="3257642"/>
            <a:ext cx="6857516" cy="1161735"/>
            <a:chOff x="301265" y="3257642"/>
            <a:chExt cx="6857516" cy="116173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629E2A-C467-8952-1176-E842960EA82C}"/>
                </a:ext>
              </a:extLst>
            </p:cNvPr>
            <p:cNvSpPr/>
            <p:nvPr/>
          </p:nvSpPr>
          <p:spPr>
            <a:xfrm>
              <a:off x="301265" y="3257642"/>
              <a:ext cx="6565057" cy="11319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003E56-63B3-01BF-0BE6-87C3BA969D52}"/>
                </a:ext>
              </a:extLst>
            </p:cNvPr>
            <p:cNvSpPr txBox="1"/>
            <p:nvPr/>
          </p:nvSpPr>
          <p:spPr>
            <a:xfrm>
              <a:off x="301265" y="3324814"/>
              <a:ext cx="65173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 err="1"/>
                <a:t>ত্রিভুজের</a:t>
              </a:r>
              <a:r>
                <a:rPr lang="en-US" sz="2200" dirty="0"/>
                <a:t> </a:t>
              </a:r>
              <a:r>
                <a:rPr lang="en-US" sz="2200" dirty="0" err="1"/>
                <a:t>পরিসীমা</a:t>
              </a:r>
              <a:r>
                <a:rPr lang="en-US" sz="2200" dirty="0"/>
                <a:t> 2s = </a:t>
              </a:r>
              <a:r>
                <a:rPr lang="en-US" sz="2200" dirty="0" err="1"/>
                <a:t>ত্রিভূজের</a:t>
              </a:r>
              <a:r>
                <a:rPr lang="en-US" sz="2200" dirty="0"/>
                <a:t> </a:t>
              </a:r>
              <a:r>
                <a:rPr lang="en-US" sz="2200" dirty="0" err="1"/>
                <a:t>তিন</a:t>
              </a:r>
              <a:r>
                <a:rPr lang="en-US" sz="2200" dirty="0"/>
                <a:t> </a:t>
              </a:r>
              <a:r>
                <a:rPr lang="en-US" sz="2200" dirty="0" err="1"/>
                <a:t>বাহুর</a:t>
              </a:r>
              <a:r>
                <a:rPr lang="en-US" sz="2200" dirty="0"/>
                <a:t> </a:t>
              </a:r>
              <a:r>
                <a:rPr lang="en-US" sz="2200" dirty="0" err="1"/>
                <a:t>যোগফল</a:t>
              </a:r>
              <a:endParaRPr lang="en-US" sz="2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848B1C6-25D4-7741-DC18-DEF11EF22BC3}"/>
                    </a:ext>
                  </a:extLst>
                </p:cNvPr>
                <p:cNvSpPr txBox="1"/>
                <p:nvPr/>
              </p:nvSpPr>
              <p:spPr>
                <a:xfrm>
                  <a:off x="305044" y="3666286"/>
                  <a:ext cx="6853737" cy="7530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 err="1"/>
                    <a:t>ত্রিভুজের</a:t>
                  </a:r>
                  <a:r>
                    <a:rPr lang="en-US" sz="2200" dirty="0"/>
                    <a:t> </a:t>
                  </a:r>
                  <a:r>
                    <a:rPr lang="en-US" sz="2200" dirty="0" err="1"/>
                    <a:t>অর্ধ-পরিসীমা</a:t>
                  </a:r>
                  <a:r>
                    <a:rPr lang="en-US" sz="2200" dirty="0"/>
                    <a:t> s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ত্রিভূজের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তিন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বাহুর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যোগফল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২</m:t>
                          </m:r>
                        </m:den>
                      </m:f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848B1C6-25D4-7741-DC18-DEF11EF22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044" y="3666286"/>
                  <a:ext cx="6853737" cy="753091"/>
                </a:xfrm>
                <a:prstGeom prst="rect">
                  <a:avLst/>
                </a:prstGeom>
                <a:blipFill>
                  <a:blip r:embed="rId2"/>
                  <a:stretch>
                    <a:fillRect l="-1157" b="-40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4F86B2-1D8B-AE9E-FA33-BF803D6AE225}"/>
              </a:ext>
            </a:extLst>
          </p:cNvPr>
          <p:cNvGrpSpPr/>
          <p:nvPr/>
        </p:nvGrpSpPr>
        <p:grpSpPr>
          <a:xfrm>
            <a:off x="301265" y="4685612"/>
            <a:ext cx="6154935" cy="1173480"/>
            <a:chOff x="301265" y="4685612"/>
            <a:chExt cx="6154935" cy="11734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8CBF7C1-7EBD-520A-D1F1-FFF0F08C3A82}"/>
                </a:ext>
              </a:extLst>
            </p:cNvPr>
            <p:cNvSpPr/>
            <p:nvPr/>
          </p:nvSpPr>
          <p:spPr>
            <a:xfrm>
              <a:off x="301265" y="4685612"/>
              <a:ext cx="5610383" cy="11319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DD5CBED-04B5-FF82-1C3E-C33F9A3718F3}"/>
                </a:ext>
              </a:extLst>
            </p:cNvPr>
            <p:cNvSpPr txBox="1"/>
            <p:nvPr/>
          </p:nvSpPr>
          <p:spPr>
            <a:xfrm>
              <a:off x="396360" y="4712947"/>
              <a:ext cx="6055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ABC </a:t>
              </a:r>
              <a:r>
                <a:rPr lang="en-US" sz="2400" dirty="0" err="1"/>
                <a:t>ত্রিভুজের</a:t>
              </a:r>
              <a:r>
                <a:rPr lang="en-US" sz="2400" dirty="0"/>
                <a:t> </a:t>
              </a:r>
              <a:r>
                <a:rPr lang="en-US" sz="2400" dirty="0" err="1"/>
                <a:t>পরিসীমা</a:t>
              </a:r>
              <a:r>
                <a:rPr lang="en-US" sz="2400" dirty="0"/>
                <a:t> 2s = a + b + 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59FAD0-C2FD-9665-5AC9-265E89D95041}"/>
                    </a:ext>
                  </a:extLst>
                </p:cNvPr>
                <p:cNvSpPr txBox="1"/>
                <p:nvPr/>
              </p:nvSpPr>
              <p:spPr>
                <a:xfrm>
                  <a:off x="400633" y="5157553"/>
                  <a:ext cx="6055567" cy="7015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ABC </a:t>
                  </a:r>
                  <a:r>
                    <a:rPr lang="en-US" sz="2400" dirty="0" err="1"/>
                    <a:t>ত্রিভুজের</a:t>
                  </a:r>
                  <a:r>
                    <a:rPr lang="en-US" sz="2400" dirty="0"/>
                    <a:t> অর্ধ-পরিসীমা s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dirty="0"/>
                            <m:t>a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b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c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559FAD0-C2FD-9665-5AC9-265E89D95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33" y="5157553"/>
                  <a:ext cx="6055567" cy="701539"/>
                </a:xfrm>
                <a:prstGeom prst="rect">
                  <a:avLst/>
                </a:prstGeom>
                <a:blipFill>
                  <a:blip r:embed="rId3"/>
                  <a:stretch>
                    <a:fillRect l="-1611" b="-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8D2847-2CDF-E41F-E4DD-E7D538F69E91}"/>
              </a:ext>
            </a:extLst>
          </p:cNvPr>
          <p:cNvGrpSpPr/>
          <p:nvPr/>
        </p:nvGrpSpPr>
        <p:grpSpPr>
          <a:xfrm>
            <a:off x="301265" y="5963085"/>
            <a:ext cx="11322689" cy="707446"/>
            <a:chOff x="301265" y="5963085"/>
            <a:chExt cx="11322689" cy="70744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C709CE-E9FC-51FB-3BBA-782C78A71E0A}"/>
                </a:ext>
              </a:extLst>
            </p:cNvPr>
            <p:cNvSpPr/>
            <p:nvPr/>
          </p:nvSpPr>
          <p:spPr>
            <a:xfrm>
              <a:off x="301265" y="6008640"/>
              <a:ext cx="10924454" cy="6618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141AAD-54DB-8FE8-8C91-3DBAE77A6E3B}"/>
                </a:ext>
              </a:extLst>
            </p:cNvPr>
            <p:cNvSpPr txBox="1"/>
            <p:nvPr/>
          </p:nvSpPr>
          <p:spPr>
            <a:xfrm>
              <a:off x="391860" y="6086464"/>
              <a:ext cx="51237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DEF </a:t>
              </a:r>
              <a:r>
                <a:rPr lang="en-US" sz="2400" dirty="0" err="1"/>
                <a:t>ত্রিভুজের</a:t>
              </a:r>
              <a:r>
                <a:rPr lang="en-US" sz="2400" dirty="0"/>
                <a:t> </a:t>
              </a:r>
              <a:r>
                <a:rPr lang="en-US" sz="2400" dirty="0" err="1"/>
                <a:t>পরিসীমা</a:t>
              </a:r>
              <a:r>
                <a:rPr lang="en-US" sz="2400" dirty="0"/>
                <a:t> 2s = a + c + 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18B2A14-DBBA-0B26-5996-E2BD99757593}"/>
                    </a:ext>
                  </a:extLst>
                </p:cNvPr>
                <p:cNvSpPr txBox="1"/>
                <p:nvPr/>
              </p:nvSpPr>
              <p:spPr>
                <a:xfrm>
                  <a:off x="5568387" y="5963085"/>
                  <a:ext cx="6055567" cy="68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DEF </a:t>
                  </a:r>
                  <a:r>
                    <a:rPr lang="en-US" sz="2400" dirty="0" err="1"/>
                    <a:t>ত্রিভুজের</a:t>
                  </a:r>
                  <a:r>
                    <a:rPr lang="en-US" sz="2400" dirty="0"/>
                    <a:t> অর্ধ-পরিসীমা s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dirty="0"/>
                            <m:t>a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+ </m:t>
                          </m:r>
                          <m:r>
                            <m:rPr>
                              <m:nor/>
                            </m:rPr>
                            <a:rPr lang="en-US" sz="2400" b="0" i="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US" sz="2400" b="0" i="0" dirty="0" smtClean="0"/>
                            <m:t>d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18B2A14-DBBA-0B26-5996-E2BD997575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8387" y="5963085"/>
                  <a:ext cx="6055567" cy="681277"/>
                </a:xfrm>
                <a:prstGeom prst="rect">
                  <a:avLst/>
                </a:prstGeom>
                <a:blipFill>
                  <a:blip r:embed="rId4"/>
                  <a:stretch>
                    <a:fillRect l="-1509" b="-89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5271262"/>
      </p:ext>
    </p:extLst>
  </p:cSld>
  <p:clrMapOvr>
    <a:masterClrMapping/>
  </p:clrMapOvr>
  <p:transition spd="slow" advClick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 err="1"/>
              <a:t>সমকোণী</a:t>
            </a:r>
            <a:r>
              <a:rPr lang="en-US" dirty="0"/>
              <a:t> </a:t>
            </a:r>
            <a:r>
              <a:rPr lang="en-US" dirty="0" err="1"/>
              <a:t>ত্রিভুজ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0741F8-875A-A47A-316D-1ABCFBBD8387}"/>
              </a:ext>
            </a:extLst>
          </p:cNvPr>
          <p:cNvSpPr txBox="1"/>
          <p:nvPr/>
        </p:nvSpPr>
        <p:spPr>
          <a:xfrm>
            <a:off x="232419" y="1386234"/>
            <a:ext cx="117760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যে</a:t>
            </a:r>
            <a:r>
              <a:rPr lang="en-US" sz="2800" dirty="0"/>
              <a:t> </a:t>
            </a:r>
            <a:r>
              <a:rPr lang="en-US" sz="2800" dirty="0" err="1"/>
              <a:t>ত্রিভুজের</a:t>
            </a:r>
            <a:r>
              <a:rPr lang="en-US" sz="2800" dirty="0"/>
              <a:t>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কোনের</a:t>
            </a:r>
            <a:r>
              <a:rPr lang="en-US" sz="2800" dirty="0"/>
              <a:t> </a:t>
            </a:r>
            <a:r>
              <a:rPr lang="en-US" sz="2800" dirty="0" err="1"/>
              <a:t>মান</a:t>
            </a:r>
            <a:r>
              <a:rPr lang="en-US" sz="2800" dirty="0"/>
              <a:t> ৯০ </a:t>
            </a:r>
            <a:r>
              <a:rPr lang="en-US" sz="2800" dirty="0" err="1"/>
              <a:t>ডিগ্রি</a:t>
            </a:r>
            <a:r>
              <a:rPr lang="en-US" sz="2800" dirty="0"/>
              <a:t>, </a:t>
            </a:r>
            <a:r>
              <a:rPr lang="en-US" sz="2800" dirty="0" err="1"/>
              <a:t>তাকে</a:t>
            </a:r>
            <a:r>
              <a:rPr lang="en-US" sz="2800" dirty="0"/>
              <a:t> </a:t>
            </a:r>
            <a:r>
              <a:rPr lang="en-US" sz="2800" dirty="0" err="1"/>
              <a:t>সমকোণী</a:t>
            </a:r>
            <a:r>
              <a:rPr lang="en-US" sz="2800" dirty="0"/>
              <a:t> </a:t>
            </a:r>
            <a:r>
              <a:rPr lang="en-US" sz="2800" dirty="0" err="1"/>
              <a:t>ত্রিভুজ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</a:t>
            </a:r>
          </a:p>
          <a:p>
            <a:r>
              <a:rPr lang="en-US" sz="2800" dirty="0"/>
              <a:t>ABC </a:t>
            </a:r>
            <a:r>
              <a:rPr lang="en-US" sz="2800" dirty="0" err="1"/>
              <a:t>সমকোণী</a:t>
            </a:r>
            <a:r>
              <a:rPr lang="en-US" sz="2800" dirty="0"/>
              <a:t> </a:t>
            </a:r>
            <a:r>
              <a:rPr lang="en-US" sz="2800" dirty="0" err="1"/>
              <a:t>ত্রিভূজ</a:t>
            </a:r>
            <a:r>
              <a:rPr lang="en-US" sz="2800" dirty="0"/>
              <a:t>। </a:t>
            </a:r>
            <a:r>
              <a:rPr lang="en-US" sz="2800" dirty="0" err="1"/>
              <a:t>কারন</a:t>
            </a:r>
            <a:r>
              <a:rPr lang="en-US" sz="2800" dirty="0"/>
              <a:t> B </a:t>
            </a:r>
            <a:r>
              <a:rPr lang="en-US" sz="2800" dirty="0" err="1"/>
              <a:t>কোনের</a:t>
            </a:r>
            <a:r>
              <a:rPr lang="en-US" sz="2800" dirty="0"/>
              <a:t> </a:t>
            </a:r>
            <a:r>
              <a:rPr lang="en-US" sz="2800" dirty="0" err="1"/>
              <a:t>মান</a:t>
            </a:r>
            <a:r>
              <a:rPr lang="en-US" sz="2800" dirty="0"/>
              <a:t> ৯০ </a:t>
            </a:r>
            <a:r>
              <a:rPr lang="en-US" sz="2800" dirty="0" err="1"/>
              <a:t>ডিগ্রি</a:t>
            </a:r>
            <a:r>
              <a:rPr lang="en-US" sz="2800" dirty="0"/>
              <a:t>।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69FFBA-CACC-F1BC-A98E-4BACDD3086E7}"/>
              </a:ext>
            </a:extLst>
          </p:cNvPr>
          <p:cNvSpPr txBox="1"/>
          <p:nvPr/>
        </p:nvSpPr>
        <p:spPr>
          <a:xfrm>
            <a:off x="301265" y="2744190"/>
            <a:ext cx="509451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সমকোণী</a:t>
            </a:r>
            <a:r>
              <a:rPr lang="en-US" sz="2400" b="1" u="sng" dirty="0"/>
              <a:t> </a:t>
            </a:r>
            <a:r>
              <a:rPr lang="en-US" sz="2400" b="1" u="sng" dirty="0" err="1"/>
              <a:t>ত্রিভুজের</a:t>
            </a:r>
            <a:r>
              <a:rPr lang="en-US" sz="2400" b="1" u="sng" dirty="0"/>
              <a:t> </a:t>
            </a:r>
            <a:r>
              <a:rPr lang="en-US" sz="2400" b="1" u="sng" dirty="0" err="1"/>
              <a:t>ক্ষেত্রফলঃ</a:t>
            </a:r>
            <a:endParaRPr lang="en-US" sz="2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7E7B53-798A-6204-198E-E07A3B699656}"/>
                  </a:ext>
                </a:extLst>
              </p:cNvPr>
              <p:cNvSpPr txBox="1"/>
              <p:nvPr/>
            </p:nvSpPr>
            <p:spPr>
              <a:xfrm>
                <a:off x="301265" y="3324814"/>
                <a:ext cx="7545780" cy="63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সমকোণী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ভূমি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উচ্চতা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7E7B53-798A-6204-198E-E07A3B699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65" y="3324814"/>
                <a:ext cx="7545780" cy="633507"/>
              </a:xfrm>
              <a:prstGeom prst="rect">
                <a:avLst/>
              </a:prstGeom>
              <a:blipFill>
                <a:blip r:embed="rId2"/>
                <a:stretch>
                  <a:fillRect l="-1212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49D2BE1-E571-68B3-1342-C770719AD716}"/>
                  </a:ext>
                </a:extLst>
              </p:cNvPr>
              <p:cNvSpPr txBox="1"/>
              <p:nvPr/>
            </p:nvSpPr>
            <p:spPr>
              <a:xfrm>
                <a:off x="298725" y="3927816"/>
                <a:ext cx="6055567" cy="63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ABC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49D2BE1-E571-68B3-1342-C770719AD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25" y="3927816"/>
                <a:ext cx="6055567" cy="633507"/>
              </a:xfrm>
              <a:prstGeom prst="rect">
                <a:avLst/>
              </a:prstGeom>
              <a:blipFill>
                <a:blip r:embed="rId3"/>
                <a:stretch>
                  <a:fillRect l="-1511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87600F14-C06A-377F-9DE3-EBF99322E0B7}"/>
              </a:ext>
            </a:extLst>
          </p:cNvPr>
          <p:cNvGrpSpPr/>
          <p:nvPr/>
        </p:nvGrpSpPr>
        <p:grpSpPr>
          <a:xfrm>
            <a:off x="360571" y="5082529"/>
            <a:ext cx="7427167" cy="1434148"/>
            <a:chOff x="298725" y="4793330"/>
            <a:chExt cx="7427167" cy="143414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4EF684-224F-467B-DA93-C0E1D0A16C0B}"/>
                </a:ext>
              </a:extLst>
            </p:cNvPr>
            <p:cNvSpPr txBox="1"/>
            <p:nvPr/>
          </p:nvSpPr>
          <p:spPr>
            <a:xfrm>
              <a:off x="300822" y="4793330"/>
              <a:ext cx="5094514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u="sng" dirty="0" err="1"/>
                <a:t>পিথাগোরাসের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উপপাদ্যঃ</a:t>
              </a:r>
              <a:endParaRPr lang="en-US" sz="2400" b="1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/>
                <p:nvPr/>
              </p:nvSpPr>
              <p:spPr>
                <a:xfrm>
                  <a:off x="298725" y="5337811"/>
                  <a:ext cx="7427167" cy="8896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/>
                            <m:t>অতিভূজ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400" dirty="0"/>
                    <a:t>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লম্ব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400" dirty="0"/>
                    <a:t> 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ভূমি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400" dirty="0"/>
                    <a:t> </a:t>
                  </a:r>
                </a:p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400" dirty="0"/>
                    <a:t>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400" dirty="0"/>
                    <a:t> 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BC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25" y="5337811"/>
                  <a:ext cx="7427167" cy="889667"/>
                </a:xfrm>
                <a:prstGeom prst="rect">
                  <a:avLst/>
                </a:prstGeom>
                <a:blipFill>
                  <a:blip r:embed="rId4"/>
                  <a:stretch>
                    <a:fillRect l="-164" b="-150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C4A438B-EF30-2740-588F-FD1452E16305}"/>
              </a:ext>
            </a:extLst>
          </p:cNvPr>
          <p:cNvGrpSpPr/>
          <p:nvPr/>
        </p:nvGrpSpPr>
        <p:grpSpPr>
          <a:xfrm>
            <a:off x="8638523" y="2633970"/>
            <a:ext cx="2504610" cy="2594025"/>
            <a:chOff x="8638523" y="2633970"/>
            <a:chExt cx="2504610" cy="2594025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08EBF74-9377-AC5B-3CE8-DE61A37251ED}"/>
                </a:ext>
              </a:extLst>
            </p:cNvPr>
            <p:cNvGrpSpPr/>
            <p:nvPr/>
          </p:nvGrpSpPr>
          <p:grpSpPr>
            <a:xfrm>
              <a:off x="8638523" y="2633970"/>
              <a:ext cx="2504610" cy="2317847"/>
              <a:chOff x="8983756" y="2270076"/>
              <a:chExt cx="2504610" cy="231784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E8926DA-4514-8D39-6EAA-6898FD3864AA}"/>
                  </a:ext>
                </a:extLst>
              </p:cNvPr>
              <p:cNvGrpSpPr/>
              <p:nvPr/>
            </p:nvGrpSpPr>
            <p:grpSpPr>
              <a:xfrm>
                <a:off x="8983756" y="2270076"/>
                <a:ext cx="2504610" cy="2317847"/>
                <a:chOff x="8818735" y="2222248"/>
                <a:chExt cx="2263020" cy="1873892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191CF0D-6336-D60C-B7A2-F912E4850BB4}"/>
                    </a:ext>
                  </a:extLst>
                </p:cNvPr>
                <p:cNvGrpSpPr/>
                <p:nvPr/>
              </p:nvGrpSpPr>
              <p:grpSpPr>
                <a:xfrm>
                  <a:off x="8818735" y="2222248"/>
                  <a:ext cx="2263020" cy="1873892"/>
                  <a:chOff x="9180822" y="2322938"/>
                  <a:chExt cx="2263020" cy="1873892"/>
                </a:xfrm>
              </p:grpSpPr>
              <p:sp>
                <p:nvSpPr>
                  <p:cNvPr id="44" name="Right Triangle 43">
                    <a:extLst>
                      <a:ext uri="{FF2B5EF4-FFF2-40B4-BE49-F238E27FC236}">
                        <a16:creationId xmlns:a16="http://schemas.microsoft.com/office/drawing/2014/main" id="{8A270E7A-8E48-F024-E43C-9D370A924509}"/>
                      </a:ext>
                    </a:extLst>
                  </p:cNvPr>
                  <p:cNvSpPr/>
                  <p:nvPr/>
                </p:nvSpPr>
                <p:spPr>
                  <a:xfrm>
                    <a:off x="9507394" y="2507604"/>
                    <a:ext cx="1610376" cy="1588536"/>
                  </a:xfrm>
                  <a:prstGeom prst="rtTriangl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43DF237-BB58-11DE-DAA1-B8556466304C}"/>
                      </a:ext>
                    </a:extLst>
                  </p:cNvPr>
                  <p:cNvSpPr txBox="1"/>
                  <p:nvPr/>
                </p:nvSpPr>
                <p:spPr>
                  <a:xfrm>
                    <a:off x="9180822" y="2322938"/>
                    <a:ext cx="3265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A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7647A52B-BF79-FAA9-670E-2B750817755D}"/>
                      </a:ext>
                    </a:extLst>
                  </p:cNvPr>
                  <p:cNvSpPr txBox="1"/>
                  <p:nvPr/>
                </p:nvSpPr>
                <p:spPr>
                  <a:xfrm>
                    <a:off x="9180822" y="3827498"/>
                    <a:ext cx="3265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B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384D1CF0-65A9-41CC-FDFB-59920DDBA5F9}"/>
                      </a:ext>
                    </a:extLst>
                  </p:cNvPr>
                  <p:cNvSpPr txBox="1"/>
                  <p:nvPr/>
                </p:nvSpPr>
                <p:spPr>
                  <a:xfrm>
                    <a:off x="11117270" y="3777153"/>
                    <a:ext cx="3265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C</a:t>
                    </a:r>
                  </a:p>
                </p:txBody>
              </p: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D8D9BD4-2B11-9ECC-A67D-4457F1046BC5}"/>
                    </a:ext>
                  </a:extLst>
                </p:cNvPr>
                <p:cNvSpPr txBox="1"/>
                <p:nvPr/>
              </p:nvSpPr>
              <p:spPr>
                <a:xfrm>
                  <a:off x="9623923" y="3703286"/>
                  <a:ext cx="3265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a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1164E15-F753-4BF8-FCC3-6D152F31E6DE}"/>
                    </a:ext>
                  </a:extLst>
                </p:cNvPr>
                <p:cNvSpPr txBox="1"/>
                <p:nvPr/>
              </p:nvSpPr>
              <p:spPr>
                <a:xfrm>
                  <a:off x="8845420" y="3122260"/>
                  <a:ext cx="3265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b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6ABDBB3-14D2-766C-B903-D41BD167CD71}"/>
                    </a:ext>
                  </a:extLst>
                </p:cNvPr>
                <p:cNvSpPr txBox="1"/>
                <p:nvPr/>
              </p:nvSpPr>
              <p:spPr>
                <a:xfrm>
                  <a:off x="9959285" y="2970119"/>
                  <a:ext cx="3265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c</a:t>
                  </a:r>
                </a:p>
              </p:txBody>
            </p: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429237A-E60E-CCCE-6A7F-ADC6F9252B20}"/>
                  </a:ext>
                </a:extLst>
              </p:cNvPr>
              <p:cNvCxnSpPr/>
              <p:nvPr/>
            </p:nvCxnSpPr>
            <p:spPr>
              <a:xfrm>
                <a:off x="9345191" y="4157980"/>
                <a:ext cx="228069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634C34D-ABAC-4AE6-ECEA-528A372DE3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5800" y="4157980"/>
                <a:ext cx="0" cy="28702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9E2CCCB-7B3F-AB3F-D71A-8064FFDE90B0}"/>
                </a:ext>
              </a:extLst>
            </p:cNvPr>
            <p:cNvSpPr txBox="1"/>
            <p:nvPr/>
          </p:nvSpPr>
          <p:spPr>
            <a:xfrm>
              <a:off x="8998598" y="4858663"/>
              <a:ext cx="17822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/>
                <a:t>সমকোণী</a:t>
              </a:r>
              <a:r>
                <a:rPr lang="en-US" dirty="0"/>
                <a:t> </a:t>
              </a:r>
              <a:r>
                <a:rPr lang="en-US" dirty="0" err="1"/>
                <a:t>ত্রিভুজ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856863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restige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 err="1"/>
              <a:t>সমবাহু</a:t>
            </a:r>
            <a:r>
              <a:rPr lang="en-US" dirty="0"/>
              <a:t> ও </a:t>
            </a:r>
            <a:r>
              <a:rPr lang="en-US" dirty="0" err="1"/>
              <a:t>সমদ্বিবাহু</a:t>
            </a:r>
            <a:r>
              <a:rPr lang="en-US" dirty="0"/>
              <a:t> </a:t>
            </a:r>
            <a:r>
              <a:rPr lang="en-US" dirty="0" err="1"/>
              <a:t>ত্রিভুজ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0741F8-875A-A47A-316D-1ABCFBBD8387}"/>
              </a:ext>
            </a:extLst>
          </p:cNvPr>
          <p:cNvSpPr txBox="1"/>
          <p:nvPr/>
        </p:nvSpPr>
        <p:spPr>
          <a:xfrm>
            <a:off x="214009" y="1386234"/>
            <a:ext cx="11634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600" dirty="0" err="1"/>
              <a:t>যে</a:t>
            </a:r>
            <a:r>
              <a:rPr lang="en-US" sz="2600" dirty="0"/>
              <a:t> </a:t>
            </a:r>
            <a:r>
              <a:rPr lang="en-US" sz="2600" dirty="0" err="1"/>
              <a:t>ত্রিভুজের</a:t>
            </a:r>
            <a:r>
              <a:rPr lang="en-US" sz="2600" dirty="0"/>
              <a:t> </a:t>
            </a:r>
            <a:r>
              <a:rPr lang="en-US" sz="2600" dirty="0" err="1"/>
              <a:t>তিনটি</a:t>
            </a:r>
            <a:r>
              <a:rPr lang="en-US" sz="2600" dirty="0"/>
              <a:t> </a:t>
            </a:r>
            <a:r>
              <a:rPr lang="en-US" sz="2600" dirty="0" err="1"/>
              <a:t>বাহুই</a:t>
            </a:r>
            <a:r>
              <a:rPr lang="en-US" sz="2600" dirty="0"/>
              <a:t> </a:t>
            </a:r>
            <a:r>
              <a:rPr lang="en-US" sz="2600" dirty="0" err="1"/>
              <a:t>সমান</a:t>
            </a:r>
            <a:r>
              <a:rPr lang="en-US" sz="2600" dirty="0"/>
              <a:t> </a:t>
            </a:r>
            <a:r>
              <a:rPr lang="en-US" sz="2600" dirty="0" err="1"/>
              <a:t>তাকে</a:t>
            </a:r>
            <a:r>
              <a:rPr lang="en-US" sz="2600" dirty="0"/>
              <a:t> </a:t>
            </a:r>
            <a:r>
              <a:rPr lang="en-US" sz="2600" dirty="0" err="1"/>
              <a:t>সমবাহু</a:t>
            </a:r>
            <a:r>
              <a:rPr lang="en-US" sz="2600" dirty="0"/>
              <a:t> </a:t>
            </a:r>
            <a:r>
              <a:rPr lang="en-US" sz="2600" dirty="0" err="1"/>
              <a:t>ত্রিভুজ</a:t>
            </a:r>
            <a:r>
              <a:rPr lang="en-US" sz="2600" dirty="0"/>
              <a:t> </a:t>
            </a:r>
            <a:r>
              <a:rPr lang="en-US" sz="2600" dirty="0" err="1"/>
              <a:t>বলে</a:t>
            </a:r>
            <a:r>
              <a:rPr lang="en-US" sz="2600" dirty="0"/>
              <a:t>। ABC </a:t>
            </a:r>
            <a:r>
              <a:rPr lang="en-US" sz="2600" dirty="0" err="1"/>
              <a:t>সমবাহু</a:t>
            </a:r>
            <a:r>
              <a:rPr lang="en-US" sz="2600" dirty="0"/>
              <a:t> </a:t>
            </a:r>
            <a:r>
              <a:rPr lang="en-US" sz="2600" dirty="0" err="1"/>
              <a:t>ত্রিভূজ</a:t>
            </a:r>
            <a:r>
              <a:rPr lang="en-US" sz="2600" dirty="0"/>
              <a:t>।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69FFBA-CACC-F1BC-A98E-4BACDD3086E7}"/>
              </a:ext>
            </a:extLst>
          </p:cNvPr>
          <p:cNvSpPr txBox="1"/>
          <p:nvPr/>
        </p:nvSpPr>
        <p:spPr>
          <a:xfrm>
            <a:off x="301265" y="2744190"/>
            <a:ext cx="509451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সমবাহু</a:t>
            </a:r>
            <a:r>
              <a:rPr lang="en-US" sz="2400" b="1" u="sng" dirty="0"/>
              <a:t> </a:t>
            </a:r>
            <a:r>
              <a:rPr lang="en-US" sz="2400" b="1" u="sng" dirty="0" err="1"/>
              <a:t>ত্রিভুজের</a:t>
            </a:r>
            <a:r>
              <a:rPr lang="en-US" sz="2400" b="1" u="sng" dirty="0"/>
              <a:t> </a:t>
            </a:r>
            <a:r>
              <a:rPr lang="en-US" sz="2400" b="1" u="sng" dirty="0" err="1"/>
              <a:t>ক্ষেত্রফলঃ</a:t>
            </a:r>
            <a:endParaRPr lang="en-US" sz="2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7E7B53-798A-6204-198E-E07A3B699656}"/>
                  </a:ext>
                </a:extLst>
              </p:cNvPr>
              <p:cNvSpPr txBox="1"/>
              <p:nvPr/>
            </p:nvSpPr>
            <p:spPr>
              <a:xfrm>
                <a:off x="301265" y="3324814"/>
                <a:ext cx="7545780" cy="69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সমবাহু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বাহু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7E7B53-798A-6204-198E-E07A3B699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65" y="3324814"/>
                <a:ext cx="7545780" cy="699102"/>
              </a:xfrm>
              <a:prstGeom prst="rect">
                <a:avLst/>
              </a:prstGeom>
              <a:blipFill>
                <a:blip r:embed="rId2"/>
                <a:stretch>
                  <a:fillRect l="-1212" b="-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49D2BE1-E571-68B3-1342-C770719AD716}"/>
                  </a:ext>
                </a:extLst>
              </p:cNvPr>
              <p:cNvSpPr txBox="1"/>
              <p:nvPr/>
            </p:nvSpPr>
            <p:spPr>
              <a:xfrm>
                <a:off x="298725" y="3927816"/>
                <a:ext cx="6055567" cy="679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ABC </a:t>
                </a:r>
                <a:r>
                  <a:rPr lang="en-US" sz="2400" dirty="0" err="1"/>
                  <a:t>সমবাহু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49D2BE1-E571-68B3-1342-C770719AD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25" y="3927816"/>
                <a:ext cx="6055567" cy="679481"/>
              </a:xfrm>
              <a:prstGeom prst="rect">
                <a:avLst/>
              </a:prstGeom>
              <a:blipFill>
                <a:blip r:embed="rId3"/>
                <a:stretch>
                  <a:fillRect l="-1511" b="-8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87600F14-C06A-377F-9DE3-EBF99322E0B7}"/>
              </a:ext>
            </a:extLst>
          </p:cNvPr>
          <p:cNvGrpSpPr/>
          <p:nvPr/>
        </p:nvGrpSpPr>
        <p:grpSpPr>
          <a:xfrm>
            <a:off x="360571" y="4897697"/>
            <a:ext cx="11634280" cy="1828587"/>
            <a:chOff x="298725" y="4696050"/>
            <a:chExt cx="11634280" cy="182858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4EF684-224F-467B-DA93-C0E1D0A16C0B}"/>
                </a:ext>
              </a:extLst>
            </p:cNvPr>
            <p:cNvSpPr txBox="1"/>
            <p:nvPr/>
          </p:nvSpPr>
          <p:spPr>
            <a:xfrm>
              <a:off x="300822" y="4696050"/>
              <a:ext cx="5094514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u="sng" dirty="0" err="1"/>
                <a:t>সমদ্বিবাহু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ত্রিভুজের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ক্ষেত্রফলঃ</a:t>
              </a:r>
              <a:endParaRPr lang="en-US" sz="2400" b="1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/>
                <p:nvPr/>
              </p:nvSpPr>
              <p:spPr>
                <a:xfrm>
                  <a:off x="298725" y="5221075"/>
                  <a:ext cx="11634280" cy="13035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সমদ্বিবাহু </a:t>
                  </a:r>
                  <a:r>
                    <a:rPr lang="en-US" sz="2400" dirty="0" err="1"/>
                    <a:t>ত্রিভুজের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ক্ষেত্রফল</a:t>
                  </a:r>
                  <a:r>
                    <a:rPr lang="en-US" sz="24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অসমান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বাহু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সমান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বাহু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অসমান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বাহু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DEF </a:t>
                  </a:r>
                  <a:r>
                    <a:rPr lang="en-US" sz="2400" dirty="0" err="1"/>
                    <a:t>সমদ্বিবাহু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ত্রিভুজের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ক্ষেত্রফল</a:t>
                  </a:r>
                  <a:r>
                    <a:rPr lang="en-US" sz="24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25" y="5221075"/>
                  <a:ext cx="11634280" cy="1303562"/>
                </a:xfrm>
                <a:prstGeom prst="rect">
                  <a:avLst/>
                </a:prstGeom>
                <a:blipFill>
                  <a:blip r:embed="rId4"/>
                  <a:stretch>
                    <a:fillRect l="-786" b="-4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F6B46D-C1C5-CAD1-3ECA-BED425B1F3ED}"/>
              </a:ext>
            </a:extLst>
          </p:cNvPr>
          <p:cNvGrpSpPr/>
          <p:nvPr/>
        </p:nvGrpSpPr>
        <p:grpSpPr>
          <a:xfrm>
            <a:off x="6096000" y="2415005"/>
            <a:ext cx="2690982" cy="2939278"/>
            <a:chOff x="6096000" y="2898373"/>
            <a:chExt cx="2690982" cy="293927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64AFC3-CC78-00E0-A6D0-AD43F1A786FF}"/>
                </a:ext>
              </a:extLst>
            </p:cNvPr>
            <p:cNvGrpSpPr/>
            <p:nvPr/>
          </p:nvGrpSpPr>
          <p:grpSpPr>
            <a:xfrm>
              <a:off x="6096000" y="2898373"/>
              <a:ext cx="2690982" cy="2573393"/>
              <a:chOff x="8328325" y="2626895"/>
              <a:chExt cx="2690982" cy="2573393"/>
            </a:xfrm>
          </p:grpSpPr>
          <p:sp>
            <p:nvSpPr>
              <p:cNvPr id="2" name="Isosceles Triangle 1">
                <a:extLst>
                  <a:ext uri="{FF2B5EF4-FFF2-40B4-BE49-F238E27FC236}">
                    <a16:creationId xmlns:a16="http://schemas.microsoft.com/office/drawing/2014/main" id="{33FBA69D-50AA-3A82-A2AA-1C200EF7D590}"/>
                  </a:ext>
                </a:extLst>
              </p:cNvPr>
              <p:cNvSpPr/>
              <p:nvPr/>
            </p:nvSpPr>
            <p:spPr>
              <a:xfrm>
                <a:off x="8602824" y="3027005"/>
                <a:ext cx="2106076" cy="1815583"/>
              </a:xfrm>
              <a:prstGeom prst="triangl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2E1AE7-BC01-7F4D-E4F2-2DC21E97B0DE}"/>
                  </a:ext>
                </a:extLst>
              </p:cNvPr>
              <p:cNvSpPr txBox="1"/>
              <p:nvPr/>
            </p:nvSpPr>
            <p:spPr>
              <a:xfrm>
                <a:off x="9487911" y="2626895"/>
                <a:ext cx="3359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6C7E87-0572-77A8-A378-E3CE94E9B00F}"/>
                  </a:ext>
                </a:extLst>
              </p:cNvPr>
              <p:cNvSpPr txBox="1"/>
              <p:nvPr/>
            </p:nvSpPr>
            <p:spPr>
              <a:xfrm>
                <a:off x="8328325" y="4796731"/>
                <a:ext cx="3359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B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0678E6-8196-A462-D527-80FB000EB3B9}"/>
                  </a:ext>
                </a:extLst>
              </p:cNvPr>
              <p:cNvSpPr txBox="1"/>
              <p:nvPr/>
            </p:nvSpPr>
            <p:spPr>
              <a:xfrm>
                <a:off x="10683405" y="4750873"/>
                <a:ext cx="3359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C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69916D-50AB-FF61-455B-2D5C1608F8FA}"/>
                  </a:ext>
                </a:extLst>
              </p:cNvPr>
              <p:cNvSpPr txBox="1"/>
              <p:nvPr/>
            </p:nvSpPr>
            <p:spPr>
              <a:xfrm>
                <a:off x="8742784" y="3855024"/>
                <a:ext cx="4758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CF468F-CACE-1C05-E7D9-BFF56079D459}"/>
                  </a:ext>
                </a:extLst>
              </p:cNvPr>
              <p:cNvSpPr txBox="1"/>
              <p:nvPr/>
            </p:nvSpPr>
            <p:spPr>
              <a:xfrm>
                <a:off x="9487911" y="4830956"/>
                <a:ext cx="3359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C6E007-EB56-37A3-00BF-DE838F383FFE}"/>
                  </a:ext>
                </a:extLst>
              </p:cNvPr>
              <p:cNvSpPr txBox="1"/>
              <p:nvPr/>
            </p:nvSpPr>
            <p:spPr>
              <a:xfrm>
                <a:off x="10382286" y="3855024"/>
                <a:ext cx="3359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6AE95F-21D5-5912-1E32-B69AC7699D25}"/>
                </a:ext>
              </a:extLst>
            </p:cNvPr>
            <p:cNvSpPr txBox="1"/>
            <p:nvPr/>
          </p:nvSpPr>
          <p:spPr>
            <a:xfrm>
              <a:off x="6605658" y="5468319"/>
              <a:ext cx="1795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সমবাহু</a:t>
              </a:r>
              <a:r>
                <a:rPr lang="en-US" dirty="0"/>
                <a:t> </a:t>
              </a:r>
              <a:r>
                <a:rPr lang="en-US" dirty="0" err="1"/>
                <a:t>ত্রিভুজ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4B466-01C2-1A57-EC10-A9B8D9965D32}"/>
              </a:ext>
            </a:extLst>
          </p:cNvPr>
          <p:cNvGrpSpPr/>
          <p:nvPr/>
        </p:nvGrpSpPr>
        <p:grpSpPr>
          <a:xfrm>
            <a:off x="9389892" y="2365700"/>
            <a:ext cx="2072300" cy="2988583"/>
            <a:chOff x="9389892" y="2849068"/>
            <a:chExt cx="2072300" cy="2988583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EB558155-5B15-90A3-39DD-9D99DFCD3DAC}"/>
                </a:ext>
              </a:extLst>
            </p:cNvPr>
            <p:cNvSpPr/>
            <p:nvPr/>
          </p:nvSpPr>
          <p:spPr>
            <a:xfrm>
              <a:off x="9821205" y="3254038"/>
              <a:ext cx="1289363" cy="1815583"/>
            </a:xfrm>
            <a:prstGeom prst="triangle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539DE2-415B-6FBE-2C6A-5B6D807C821E}"/>
                </a:ext>
              </a:extLst>
            </p:cNvPr>
            <p:cNvSpPr txBox="1"/>
            <p:nvPr/>
          </p:nvSpPr>
          <p:spPr>
            <a:xfrm>
              <a:off x="10297936" y="2849068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1880CC-70D7-B0C0-A9A1-69149D35327F}"/>
                </a:ext>
              </a:extLst>
            </p:cNvPr>
            <p:cNvSpPr txBox="1"/>
            <p:nvPr/>
          </p:nvSpPr>
          <p:spPr>
            <a:xfrm>
              <a:off x="9519056" y="4915733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A9463A-D8E2-63A5-244C-AA5BA59AE2B2}"/>
                </a:ext>
              </a:extLst>
            </p:cNvPr>
            <p:cNvSpPr txBox="1"/>
            <p:nvPr/>
          </p:nvSpPr>
          <p:spPr>
            <a:xfrm>
              <a:off x="11076816" y="4882474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F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3014E1-220A-8446-87BC-42172E50C549}"/>
                </a:ext>
              </a:extLst>
            </p:cNvPr>
            <p:cNvSpPr txBox="1"/>
            <p:nvPr/>
          </p:nvSpPr>
          <p:spPr>
            <a:xfrm>
              <a:off x="9720760" y="4077197"/>
              <a:ext cx="268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858356-C8FB-AE92-1C08-0CF4D417C582}"/>
                </a:ext>
              </a:extLst>
            </p:cNvPr>
            <p:cNvSpPr txBox="1"/>
            <p:nvPr/>
          </p:nvSpPr>
          <p:spPr>
            <a:xfrm>
              <a:off x="10297936" y="5053129"/>
              <a:ext cx="335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9564BD-CEEC-92F7-CA5D-3E681DF865B9}"/>
                </a:ext>
              </a:extLst>
            </p:cNvPr>
            <p:cNvSpPr txBox="1"/>
            <p:nvPr/>
          </p:nvSpPr>
          <p:spPr>
            <a:xfrm>
              <a:off x="10925741" y="4077197"/>
              <a:ext cx="335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C143C4-C189-ED1B-3F02-B61082CE9769}"/>
                </a:ext>
              </a:extLst>
            </p:cNvPr>
            <p:cNvSpPr txBox="1"/>
            <p:nvPr/>
          </p:nvSpPr>
          <p:spPr>
            <a:xfrm>
              <a:off x="9389892" y="5468319"/>
              <a:ext cx="2072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/>
                <a:t>সমদ্বিবাহু</a:t>
              </a:r>
              <a:r>
                <a:rPr lang="en-US" dirty="0"/>
                <a:t> </a:t>
              </a:r>
              <a:r>
                <a:rPr lang="en-US" dirty="0" err="1"/>
                <a:t>ত্রিভুজ</a:t>
              </a:r>
              <a:endParaRPr lang="en-US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575CBFB-B3D0-225A-0264-6DF1F43A2B5B}"/>
              </a:ext>
            </a:extLst>
          </p:cNvPr>
          <p:cNvSpPr txBox="1"/>
          <p:nvPr/>
        </p:nvSpPr>
        <p:spPr>
          <a:xfrm>
            <a:off x="298724" y="1978079"/>
            <a:ext cx="114360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600" dirty="0" err="1"/>
              <a:t>যে</a:t>
            </a:r>
            <a:r>
              <a:rPr lang="en-US" sz="2600" dirty="0"/>
              <a:t> </a:t>
            </a:r>
            <a:r>
              <a:rPr lang="en-US" sz="2600" dirty="0" err="1"/>
              <a:t>ত্রিভুজের</a:t>
            </a:r>
            <a:r>
              <a:rPr lang="en-US" sz="2600" dirty="0"/>
              <a:t> </a:t>
            </a:r>
            <a:r>
              <a:rPr lang="en-US" sz="2600" dirty="0" err="1"/>
              <a:t>দুইটি</a:t>
            </a:r>
            <a:r>
              <a:rPr lang="en-US" sz="2600" dirty="0"/>
              <a:t> </a:t>
            </a:r>
            <a:r>
              <a:rPr lang="en-US" sz="2600" dirty="0" err="1"/>
              <a:t>বাহু</a:t>
            </a:r>
            <a:r>
              <a:rPr lang="en-US" sz="2600" dirty="0"/>
              <a:t> </a:t>
            </a:r>
            <a:r>
              <a:rPr lang="en-US" sz="2600" dirty="0" err="1"/>
              <a:t>সমান</a:t>
            </a:r>
            <a:r>
              <a:rPr lang="en-US" sz="2600" dirty="0"/>
              <a:t> </a:t>
            </a:r>
            <a:r>
              <a:rPr lang="en-US" sz="2600" dirty="0" err="1"/>
              <a:t>তাকে</a:t>
            </a:r>
            <a:r>
              <a:rPr lang="en-US" sz="2600" dirty="0"/>
              <a:t> </a:t>
            </a:r>
            <a:r>
              <a:rPr lang="en-US" sz="2600" dirty="0" err="1"/>
              <a:t>সমদ্বিবাহু</a:t>
            </a:r>
            <a:r>
              <a:rPr lang="en-US" sz="2600" dirty="0"/>
              <a:t> </a:t>
            </a:r>
            <a:r>
              <a:rPr lang="en-US" sz="2600" dirty="0" err="1"/>
              <a:t>ত্রিভুজ</a:t>
            </a:r>
            <a:r>
              <a:rPr lang="en-US" sz="2600" dirty="0"/>
              <a:t> </a:t>
            </a:r>
            <a:r>
              <a:rPr lang="en-US" sz="2600" dirty="0" err="1"/>
              <a:t>বলে</a:t>
            </a:r>
            <a:r>
              <a:rPr lang="en-US" sz="2600" dirty="0"/>
              <a:t>। DEF </a:t>
            </a:r>
            <a:r>
              <a:rPr lang="en-US" sz="2600" dirty="0" err="1"/>
              <a:t>সমদ্বিবাহু</a:t>
            </a:r>
            <a:r>
              <a:rPr lang="en-US" sz="2600" dirty="0"/>
              <a:t> </a:t>
            </a:r>
            <a:r>
              <a:rPr lang="en-US" sz="2600" dirty="0" err="1"/>
              <a:t>ত্রিভূজ</a:t>
            </a:r>
            <a:r>
              <a:rPr lang="en-US" sz="2600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4224054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win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 err="1"/>
              <a:t>ত্রিভুজের</a:t>
            </a:r>
            <a:r>
              <a:rPr lang="en-US" dirty="0"/>
              <a:t> </a:t>
            </a:r>
            <a:r>
              <a:rPr lang="en-US" dirty="0" err="1"/>
              <a:t>তিন</a:t>
            </a:r>
            <a:r>
              <a:rPr lang="en-US" dirty="0"/>
              <a:t> </a:t>
            </a:r>
            <a:r>
              <a:rPr lang="en-US" dirty="0" err="1"/>
              <a:t>বাহু</a:t>
            </a:r>
            <a:r>
              <a:rPr lang="en-US" dirty="0"/>
              <a:t> </a:t>
            </a:r>
            <a:r>
              <a:rPr lang="en-US" dirty="0" err="1"/>
              <a:t>দেওয়া</a:t>
            </a:r>
            <a:r>
              <a:rPr lang="en-US" dirty="0"/>
              <a:t> </a:t>
            </a:r>
            <a:r>
              <a:rPr lang="en-US" dirty="0" err="1"/>
              <a:t>থাকলে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69FFBA-CACC-F1BC-A98E-4BACDD3086E7}"/>
              </a:ext>
            </a:extLst>
          </p:cNvPr>
          <p:cNvSpPr txBox="1"/>
          <p:nvPr/>
        </p:nvSpPr>
        <p:spPr>
          <a:xfrm>
            <a:off x="298725" y="1638507"/>
            <a:ext cx="509451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 err="1"/>
              <a:t>এরূপ</a:t>
            </a:r>
            <a:r>
              <a:rPr lang="en-US" sz="2400" b="1" u="sng" dirty="0"/>
              <a:t> </a:t>
            </a:r>
            <a:r>
              <a:rPr lang="en-US" sz="2400" b="1" u="sng" dirty="0" err="1"/>
              <a:t>ত্রিভুজের</a:t>
            </a:r>
            <a:r>
              <a:rPr lang="en-US" sz="2400" b="1" u="sng" dirty="0"/>
              <a:t> </a:t>
            </a:r>
            <a:r>
              <a:rPr lang="en-US" sz="2400" b="1" u="sng" dirty="0" err="1"/>
              <a:t>পরিসীমাঃ</a:t>
            </a:r>
            <a:endParaRPr lang="en-US" sz="2400" b="1" u="sn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7E7B53-798A-6204-198E-E07A3B699656}"/>
              </a:ext>
            </a:extLst>
          </p:cNvPr>
          <p:cNvSpPr txBox="1"/>
          <p:nvPr/>
        </p:nvSpPr>
        <p:spPr>
          <a:xfrm>
            <a:off x="217289" y="2137393"/>
            <a:ext cx="5289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ABC </a:t>
            </a:r>
            <a:r>
              <a:rPr lang="en-US" sz="2400" dirty="0" err="1"/>
              <a:t>ত্রিভুজের</a:t>
            </a:r>
            <a:r>
              <a:rPr lang="en-US" sz="2400" dirty="0"/>
              <a:t> </a:t>
            </a:r>
            <a:r>
              <a:rPr lang="en-US" sz="2400" dirty="0" err="1"/>
              <a:t>পরিসীমা</a:t>
            </a:r>
            <a:r>
              <a:rPr lang="en-US" sz="2400" dirty="0"/>
              <a:t> 2s = a + b + c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7600F14-C06A-377F-9DE3-EBF99322E0B7}"/>
              </a:ext>
            </a:extLst>
          </p:cNvPr>
          <p:cNvGrpSpPr/>
          <p:nvPr/>
        </p:nvGrpSpPr>
        <p:grpSpPr>
          <a:xfrm>
            <a:off x="261401" y="4260557"/>
            <a:ext cx="11634280" cy="1083258"/>
            <a:chOff x="261401" y="4696050"/>
            <a:chExt cx="11634280" cy="108325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4EF684-224F-467B-DA93-C0E1D0A16C0B}"/>
                </a:ext>
              </a:extLst>
            </p:cNvPr>
            <p:cNvSpPr txBox="1"/>
            <p:nvPr/>
          </p:nvSpPr>
          <p:spPr>
            <a:xfrm>
              <a:off x="300822" y="4696050"/>
              <a:ext cx="5094514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u="sng" dirty="0" err="1"/>
                <a:t>এরূপ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ত্রিভুজের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ক্ষেত্রফলঃ</a:t>
              </a:r>
              <a:endParaRPr lang="en-US" sz="2400" b="1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/>
                <p:nvPr/>
              </p:nvSpPr>
              <p:spPr>
                <a:xfrm>
                  <a:off x="261401" y="5239737"/>
                  <a:ext cx="11634280" cy="5395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ত্রিভুজের </a:t>
                  </a:r>
                  <a:r>
                    <a:rPr lang="en-US" sz="2400" dirty="0" err="1"/>
                    <a:t>ক্ষেত্রফল</a:t>
                  </a:r>
                  <a:r>
                    <a:rPr lang="en-US" sz="2400" dirty="0"/>
                    <a:t> =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401" y="5239737"/>
                  <a:ext cx="11634280" cy="539571"/>
                </a:xfrm>
                <a:prstGeom prst="rect">
                  <a:avLst/>
                </a:prstGeom>
                <a:blipFill>
                  <a:blip r:embed="rId2"/>
                  <a:stretch>
                    <a:fillRect l="-839" b="-21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40C843-C524-4B91-DC02-AE44613086FE}"/>
              </a:ext>
            </a:extLst>
          </p:cNvPr>
          <p:cNvGrpSpPr/>
          <p:nvPr/>
        </p:nvGrpSpPr>
        <p:grpSpPr>
          <a:xfrm>
            <a:off x="7670234" y="2218629"/>
            <a:ext cx="2451266" cy="2581432"/>
            <a:chOff x="8602699" y="2402906"/>
            <a:chExt cx="2451266" cy="2581432"/>
          </a:xfrm>
        </p:grpSpPr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33FBA69D-50AA-3A82-A2AA-1C200EF7D590}"/>
                </a:ext>
              </a:extLst>
            </p:cNvPr>
            <p:cNvSpPr/>
            <p:nvPr/>
          </p:nvSpPr>
          <p:spPr>
            <a:xfrm>
              <a:off x="8938601" y="2755840"/>
              <a:ext cx="1779462" cy="2141857"/>
            </a:xfrm>
            <a:prstGeom prst="triangle">
              <a:avLst>
                <a:gd name="adj" fmla="val 25947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2E1AE7-BC01-7F4D-E4F2-2DC21E97B0DE}"/>
                </a:ext>
              </a:extLst>
            </p:cNvPr>
            <p:cNvSpPr txBox="1"/>
            <p:nvPr/>
          </p:nvSpPr>
          <p:spPr>
            <a:xfrm>
              <a:off x="9209251" y="2402906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6C7E87-0572-77A8-A378-E3CE94E9B00F}"/>
                </a:ext>
              </a:extLst>
            </p:cNvPr>
            <p:cNvSpPr txBox="1"/>
            <p:nvPr/>
          </p:nvSpPr>
          <p:spPr>
            <a:xfrm>
              <a:off x="8602699" y="4584228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0678E6-8196-A462-D527-80FB000EB3B9}"/>
                </a:ext>
              </a:extLst>
            </p:cNvPr>
            <p:cNvSpPr txBox="1"/>
            <p:nvPr/>
          </p:nvSpPr>
          <p:spPr>
            <a:xfrm>
              <a:off x="10718063" y="4556700"/>
              <a:ext cx="335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69916D-50AB-FF61-455B-2D5C1608F8FA}"/>
                </a:ext>
              </a:extLst>
            </p:cNvPr>
            <p:cNvSpPr txBox="1"/>
            <p:nvPr/>
          </p:nvSpPr>
          <p:spPr>
            <a:xfrm>
              <a:off x="8762074" y="3583859"/>
              <a:ext cx="475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CF468F-CACE-1C05-E7D9-BFF56079D459}"/>
                </a:ext>
              </a:extLst>
            </p:cNvPr>
            <p:cNvSpPr txBox="1"/>
            <p:nvPr/>
          </p:nvSpPr>
          <p:spPr>
            <a:xfrm>
              <a:off x="9561212" y="4558928"/>
              <a:ext cx="335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C6E007-EB56-37A3-00BF-DE838F383FFE}"/>
                </a:ext>
              </a:extLst>
            </p:cNvPr>
            <p:cNvSpPr txBox="1"/>
            <p:nvPr/>
          </p:nvSpPr>
          <p:spPr>
            <a:xfrm>
              <a:off x="10103362" y="3701870"/>
              <a:ext cx="335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5762B1-91B7-0DC5-4F62-C63AF1664257}"/>
                  </a:ext>
                </a:extLst>
              </p:cNvPr>
              <p:cNvSpPr txBox="1"/>
              <p:nvPr/>
            </p:nvSpPr>
            <p:spPr>
              <a:xfrm>
                <a:off x="287387" y="2718014"/>
                <a:ext cx="6097554" cy="70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ABC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অর্ধপরিসীমা</a:t>
                </a:r>
                <a:r>
                  <a:rPr lang="en-US" sz="2400" dirty="0"/>
                  <a:t> 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c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5762B1-91B7-0DC5-4F62-C63AF166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87" y="2718014"/>
                <a:ext cx="6097554" cy="701539"/>
              </a:xfrm>
              <a:prstGeom prst="rect">
                <a:avLst/>
              </a:prstGeom>
              <a:blipFill>
                <a:blip r:embed="rId3"/>
                <a:stretch>
                  <a:fillRect l="-1500" b="-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524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allOver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3600" dirty="0" err="1"/>
              <a:t>ত্রিভুজের</a:t>
            </a:r>
            <a:r>
              <a:rPr lang="en-US" sz="3600" dirty="0"/>
              <a:t> </a:t>
            </a:r>
            <a:r>
              <a:rPr lang="en-US" sz="3600" dirty="0" err="1"/>
              <a:t>দুই</a:t>
            </a:r>
            <a:r>
              <a:rPr lang="en-US" sz="3600" dirty="0"/>
              <a:t> </a:t>
            </a:r>
            <a:r>
              <a:rPr lang="en-US" sz="3600" dirty="0" err="1"/>
              <a:t>বাহু</a:t>
            </a:r>
            <a:r>
              <a:rPr lang="en-US" sz="3600" dirty="0"/>
              <a:t> ও </a:t>
            </a:r>
            <a:r>
              <a:rPr lang="en-US" sz="3600" dirty="0" err="1"/>
              <a:t>এদের</a:t>
            </a:r>
            <a:r>
              <a:rPr lang="en-US" sz="3600" dirty="0"/>
              <a:t> </a:t>
            </a:r>
            <a:r>
              <a:rPr lang="en-US" sz="3600" dirty="0" err="1"/>
              <a:t>অন্তর্ভূক্ত</a:t>
            </a:r>
            <a:r>
              <a:rPr lang="en-US" sz="3600" dirty="0"/>
              <a:t> </a:t>
            </a:r>
            <a:r>
              <a:rPr lang="en-US" sz="3600" dirty="0" err="1"/>
              <a:t>কোণ</a:t>
            </a:r>
            <a:r>
              <a:rPr lang="en-US" sz="3600" dirty="0"/>
              <a:t> </a:t>
            </a:r>
            <a:r>
              <a:rPr lang="en-US" sz="3600" dirty="0" err="1"/>
              <a:t>দেওয়া</a:t>
            </a:r>
            <a:r>
              <a:rPr lang="en-US" sz="3600" dirty="0"/>
              <a:t> </a:t>
            </a:r>
            <a:r>
              <a:rPr lang="en-US" sz="3600" dirty="0" err="1"/>
              <a:t>থাকলে</a:t>
            </a:r>
            <a:endParaRPr sz="36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7600F14-C06A-377F-9DE3-EBF99322E0B7}"/>
              </a:ext>
            </a:extLst>
          </p:cNvPr>
          <p:cNvGrpSpPr/>
          <p:nvPr/>
        </p:nvGrpSpPr>
        <p:grpSpPr>
          <a:xfrm>
            <a:off x="269311" y="1854333"/>
            <a:ext cx="9480313" cy="2186195"/>
            <a:chOff x="300822" y="4540405"/>
            <a:chExt cx="9480313" cy="2186195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4EF684-224F-467B-DA93-C0E1D0A16C0B}"/>
                </a:ext>
              </a:extLst>
            </p:cNvPr>
            <p:cNvSpPr txBox="1"/>
            <p:nvPr/>
          </p:nvSpPr>
          <p:spPr>
            <a:xfrm>
              <a:off x="300822" y="4540405"/>
              <a:ext cx="5094514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u="sng" dirty="0" err="1"/>
                <a:t>এরূপ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ত্রিভুজের</a:t>
              </a:r>
              <a:r>
                <a:rPr lang="en-US" sz="2400" b="1" u="sng" dirty="0"/>
                <a:t> </a:t>
              </a:r>
              <a:r>
                <a:rPr lang="en-US" sz="2400" b="1" u="sng" dirty="0" err="1"/>
                <a:t>ক্ষেত্রফলঃ</a:t>
              </a:r>
              <a:endParaRPr lang="en-US" sz="2400" b="1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/>
                <p:nvPr/>
              </p:nvSpPr>
              <p:spPr>
                <a:xfrm>
                  <a:off x="300822" y="5239737"/>
                  <a:ext cx="9460194" cy="61388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ত্রিভুজের </a:t>
                  </a:r>
                  <a:r>
                    <a:rPr lang="en-US" sz="2400" dirty="0" err="1"/>
                    <a:t>ক্ষেত্রফল</a:t>
                  </a:r>
                  <a:r>
                    <a:rPr lang="en-US" sz="2400" dirty="0"/>
                    <a:t>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dirty="0"/>
                    <a:t> </a:t>
                  </a:r>
                  <a:r>
                    <a:rPr lang="en-US" sz="2400" dirty="0" err="1"/>
                    <a:t>দুই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বাহুর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গুনফল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dirty="0"/>
                    <a:t> </a:t>
                  </a:r>
                  <a:r>
                    <a:rPr lang="en-US" sz="2400" dirty="0" err="1"/>
                    <a:t>sinঅন্তর্ভূক্ত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কোন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57379FB-D878-B12B-D3A0-A77E7EDB9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22" y="5239737"/>
                  <a:ext cx="9460194" cy="613886"/>
                </a:xfrm>
                <a:prstGeom prst="rect">
                  <a:avLst/>
                </a:prstGeom>
                <a:blipFill>
                  <a:blip r:embed="rId2"/>
                  <a:stretch>
                    <a:fillRect l="-966" b="-9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052C87-E8BA-B108-C346-59A7E3C33805}"/>
                    </a:ext>
                  </a:extLst>
                </p:cNvPr>
                <p:cNvSpPr txBox="1"/>
                <p:nvPr/>
              </p:nvSpPr>
              <p:spPr>
                <a:xfrm>
                  <a:off x="300822" y="6112714"/>
                  <a:ext cx="9480313" cy="61388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ABC </a:t>
                  </a:r>
                  <a:r>
                    <a:rPr lang="en-US" sz="2400" dirty="0" err="1"/>
                    <a:t>ত্রিভুজের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ক্ষেত্রফল</a:t>
                  </a:r>
                  <a:r>
                    <a:rPr lang="en-US" sz="2400" dirty="0"/>
                    <a:t>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dirty="0"/>
                    <a:t> a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dirty="0"/>
                    <a:t> sin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বাহু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দেওয়া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থাকলে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052C87-E8BA-B108-C346-59A7E3C33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22" y="6112714"/>
                  <a:ext cx="9480313" cy="613886"/>
                </a:xfrm>
                <a:prstGeom prst="rect">
                  <a:avLst/>
                </a:prstGeom>
                <a:blipFill>
                  <a:blip r:embed="rId3"/>
                  <a:stretch>
                    <a:fillRect l="-965" b="-9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FE02B-3D8C-8460-4065-826FE4DC6C00}"/>
                  </a:ext>
                </a:extLst>
              </p:cNvPr>
              <p:cNvSpPr txBox="1"/>
              <p:nvPr/>
            </p:nvSpPr>
            <p:spPr>
              <a:xfrm>
                <a:off x="279371" y="4362220"/>
                <a:ext cx="9460194" cy="6138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ABC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sin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   [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বাহু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দেওয়া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থাকলে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FE02B-3D8C-8460-4065-826FE4DC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71" y="4362220"/>
                <a:ext cx="9460194" cy="613886"/>
              </a:xfrm>
              <a:prstGeom prst="rect">
                <a:avLst/>
              </a:prstGeom>
              <a:blipFill>
                <a:blip r:embed="rId4"/>
                <a:stretch>
                  <a:fillRect l="-1031" b="-1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5C0F3-3CA3-44B2-A4B8-5032EF603A2C}"/>
                  </a:ext>
                </a:extLst>
              </p:cNvPr>
              <p:cNvSpPr txBox="1"/>
              <p:nvPr/>
            </p:nvSpPr>
            <p:spPr>
              <a:xfrm>
                <a:off x="279371" y="5329919"/>
                <a:ext cx="9480313" cy="61388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ABC </a:t>
                </a:r>
                <a:r>
                  <a:rPr lang="en-US" sz="2400" dirty="0" err="1"/>
                  <a:t>ত্রিভুজের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ক্ষেত্রফল</a:t>
                </a:r>
                <a:r>
                  <a:rPr lang="en-US" sz="24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sin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বাহু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দেওয়া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থাকলে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5C0F3-3CA3-44B2-A4B8-5032EF603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71" y="5329919"/>
                <a:ext cx="9480313" cy="613886"/>
              </a:xfrm>
              <a:prstGeom prst="rect">
                <a:avLst/>
              </a:prstGeom>
              <a:blipFill>
                <a:blip r:embed="rId5"/>
                <a:stretch>
                  <a:fillRect l="-1029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42D51E0-58B4-FF57-43A0-522DC9F17135}"/>
              </a:ext>
            </a:extLst>
          </p:cNvPr>
          <p:cNvGrpSpPr/>
          <p:nvPr/>
        </p:nvGrpSpPr>
        <p:grpSpPr>
          <a:xfrm>
            <a:off x="9740734" y="2796250"/>
            <a:ext cx="2451266" cy="2710955"/>
            <a:chOff x="9422453" y="2870335"/>
            <a:chExt cx="2451266" cy="27109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9B5ADB-9204-CCD2-7AEC-58625DA658F8}"/>
                </a:ext>
              </a:extLst>
            </p:cNvPr>
            <p:cNvGrpSpPr/>
            <p:nvPr/>
          </p:nvGrpSpPr>
          <p:grpSpPr>
            <a:xfrm>
              <a:off x="9422453" y="2870335"/>
              <a:ext cx="2451266" cy="2710955"/>
              <a:chOff x="7045083" y="1294162"/>
              <a:chExt cx="2451266" cy="271095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440C843-C524-4B91-DC02-AE44613086FE}"/>
                  </a:ext>
                </a:extLst>
              </p:cNvPr>
              <p:cNvGrpSpPr/>
              <p:nvPr/>
            </p:nvGrpSpPr>
            <p:grpSpPr>
              <a:xfrm>
                <a:off x="7045083" y="1294162"/>
                <a:ext cx="2451266" cy="2581432"/>
                <a:chOff x="8602699" y="2402906"/>
                <a:chExt cx="2451266" cy="2581432"/>
              </a:xfrm>
            </p:grpSpPr>
            <p:sp>
              <p:nvSpPr>
                <p:cNvPr id="2" name="Isosceles Triangle 1">
                  <a:extLst>
                    <a:ext uri="{FF2B5EF4-FFF2-40B4-BE49-F238E27FC236}">
                      <a16:creationId xmlns:a16="http://schemas.microsoft.com/office/drawing/2014/main" id="{33FBA69D-50AA-3A82-A2AA-1C200EF7D590}"/>
                    </a:ext>
                  </a:extLst>
                </p:cNvPr>
                <p:cNvSpPr/>
                <p:nvPr/>
              </p:nvSpPr>
              <p:spPr>
                <a:xfrm>
                  <a:off x="8938601" y="2755840"/>
                  <a:ext cx="1779462" cy="2141857"/>
                </a:xfrm>
                <a:prstGeom prst="triangle">
                  <a:avLst>
                    <a:gd name="adj" fmla="val 25947"/>
                  </a:avLst>
                </a:prstGeom>
                <a:noFill/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52E1AE7-BC01-7F4D-E4F2-2DC21E97B0DE}"/>
                    </a:ext>
                  </a:extLst>
                </p:cNvPr>
                <p:cNvSpPr txBox="1"/>
                <p:nvPr/>
              </p:nvSpPr>
              <p:spPr>
                <a:xfrm>
                  <a:off x="9209251" y="2402906"/>
                  <a:ext cx="33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A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D6C7E87-0572-77A8-A378-E3CE94E9B00F}"/>
                    </a:ext>
                  </a:extLst>
                </p:cNvPr>
                <p:cNvSpPr txBox="1"/>
                <p:nvPr/>
              </p:nvSpPr>
              <p:spPr>
                <a:xfrm>
                  <a:off x="8602699" y="4584228"/>
                  <a:ext cx="33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B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30678E6-8196-A462-D527-80FB000EB3B9}"/>
                    </a:ext>
                  </a:extLst>
                </p:cNvPr>
                <p:cNvSpPr txBox="1"/>
                <p:nvPr/>
              </p:nvSpPr>
              <p:spPr>
                <a:xfrm>
                  <a:off x="10718063" y="4556700"/>
                  <a:ext cx="33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C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A69916D-50AB-FF61-455B-2D5C1608F8FA}"/>
                    </a:ext>
                  </a:extLst>
                </p:cNvPr>
                <p:cNvSpPr txBox="1"/>
                <p:nvPr/>
              </p:nvSpPr>
              <p:spPr>
                <a:xfrm>
                  <a:off x="8854712" y="3623793"/>
                  <a:ext cx="4758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ECF468F-CACE-1C05-E7D9-BFF56079D459}"/>
                    </a:ext>
                  </a:extLst>
                </p:cNvPr>
                <p:cNvSpPr txBox="1"/>
                <p:nvPr/>
              </p:nvSpPr>
              <p:spPr>
                <a:xfrm>
                  <a:off x="9561212" y="4558928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b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5C6E007-EB56-37A3-00BF-DE838F383FFE}"/>
                    </a:ext>
                  </a:extLst>
                </p:cNvPr>
                <p:cNvSpPr txBox="1"/>
                <p:nvPr/>
              </p:nvSpPr>
              <p:spPr>
                <a:xfrm>
                  <a:off x="10103362" y="3701870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67569938-7A72-97B1-0094-9155290D4903}"/>
                  </a:ext>
                </a:extLst>
              </p:cNvPr>
              <p:cNvSpPr/>
              <p:nvPr/>
            </p:nvSpPr>
            <p:spPr>
              <a:xfrm rot="610217">
                <a:off x="7124226" y="3465546"/>
                <a:ext cx="568960" cy="539571"/>
              </a:xfrm>
              <a:prstGeom prst="arc">
                <a:avLst/>
              </a:prstGeom>
              <a:ln w="19050">
                <a:solidFill>
                  <a:srgbClr val="FF5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C654014-68BD-69F7-F0E3-127585F40BFE}"/>
                      </a:ext>
                    </a:extLst>
                  </p:cNvPr>
                  <p:cNvSpPr txBox="1"/>
                  <p:nvPr/>
                </p:nvSpPr>
                <p:spPr>
                  <a:xfrm>
                    <a:off x="7664157" y="3429000"/>
                    <a:ext cx="18947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C654014-68BD-69F7-F0E3-127585F40B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4157" y="3429000"/>
                    <a:ext cx="18947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8125" r="-2187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6ED8E0-331C-A70D-D454-F3A6C42452E0}"/>
                  </a:ext>
                </a:extLst>
              </p:cNvPr>
              <p:cNvSpPr txBox="1"/>
              <p:nvPr/>
            </p:nvSpPr>
            <p:spPr>
              <a:xfrm>
                <a:off x="8517195" y="2527081"/>
                <a:ext cx="3359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E41AE360-2C05-E95D-8FEA-3C8A6C996E4B}"/>
                  </a:ext>
                </a:extLst>
              </p:cNvPr>
              <p:cNvSpPr/>
              <p:nvPr/>
            </p:nvSpPr>
            <p:spPr>
              <a:xfrm rot="14517546">
                <a:off x="8761951" y="3394933"/>
                <a:ext cx="568960" cy="539571"/>
              </a:xfrm>
              <a:prstGeom prst="arc">
                <a:avLst/>
              </a:prstGeom>
              <a:ln w="19050">
                <a:solidFill>
                  <a:srgbClr val="FF5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95D44294-42FB-25BB-B44B-FC2371498BA0}"/>
                  </a:ext>
                </a:extLst>
              </p:cNvPr>
              <p:cNvSpPr/>
              <p:nvPr/>
            </p:nvSpPr>
            <p:spPr>
              <a:xfrm rot="7685132">
                <a:off x="7638370" y="1680994"/>
                <a:ext cx="568960" cy="539571"/>
              </a:xfrm>
              <a:prstGeom prst="arc">
                <a:avLst/>
              </a:prstGeom>
              <a:ln w="19050">
                <a:solidFill>
                  <a:srgbClr val="FF5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92A865-16B2-45CC-410D-049B88A382FB}"/>
                    </a:ext>
                  </a:extLst>
                </p:cNvPr>
                <p:cNvSpPr txBox="1"/>
                <p:nvPr/>
              </p:nvSpPr>
              <p:spPr>
                <a:xfrm>
                  <a:off x="10894565" y="4963892"/>
                  <a:ext cx="1977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92A865-16B2-45CC-410D-049B88A38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4565" y="4963892"/>
                  <a:ext cx="19774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8182" r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17A057B-EBFE-8428-048A-530A33D32974}"/>
                    </a:ext>
                  </a:extLst>
                </p:cNvPr>
                <p:cNvSpPr txBox="1"/>
                <p:nvPr/>
              </p:nvSpPr>
              <p:spPr>
                <a:xfrm>
                  <a:off x="10231002" y="3826255"/>
                  <a:ext cx="1993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17A057B-EBFE-8428-048A-530A33D32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1002" y="3826255"/>
                  <a:ext cx="19934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3750" t="-4444" r="-40625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43040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drap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9A4DF0F-14DF-8B2F-5845-F0097F1A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Dance Time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5895FE-79BC-82ED-DCE3-78496751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570" y="2237740"/>
            <a:ext cx="2847340" cy="28473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59CB01-9367-092B-CE8A-635733680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70" y="2237740"/>
            <a:ext cx="3040380" cy="30403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B67EF0-6C95-DB64-7E33-AF7F32A51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796" y="2237740"/>
            <a:ext cx="3030113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9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0" repeatCount="indefinite" accel="12000" decel="37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3600" dirty="0" err="1"/>
              <a:t>অনুশীলনী</a:t>
            </a:r>
            <a:endParaRPr sz="3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159416-F9A9-E0A3-CBA3-A3950F7ABE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t="16731" r="6939"/>
          <a:stretch/>
        </p:blipFill>
        <p:spPr>
          <a:xfrm>
            <a:off x="2011170" y="1554480"/>
            <a:ext cx="9266430" cy="44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97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drape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3600" dirty="0" err="1"/>
              <a:t>অনুশীলনী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782CE3-A726-8E26-E091-F043DA57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50" y="1165200"/>
            <a:ext cx="10630821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64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drape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3600" dirty="0" err="1"/>
              <a:t>অনুশীলনী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D3EE7A-AB46-7955-D456-1ED3F11B8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18" y="1810119"/>
            <a:ext cx="10874682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263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drape"/>
      </p:transition>
    </mc:Choice>
    <mc:Fallback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616" y="3429000"/>
            <a:ext cx="4926584" cy="1133856"/>
          </a:xfrm>
        </p:spPr>
        <p:txBody>
          <a:bodyPr/>
          <a:lstStyle/>
          <a:p>
            <a:pPr algn="l"/>
            <a:r>
              <a:rPr lang="en-US" dirty="0"/>
              <a:t>Habib Ullah​</a:t>
            </a:r>
          </a:p>
          <a:p>
            <a:pPr algn="l"/>
            <a:r>
              <a:rPr lang="en-US" sz="2000" i="1" dirty="0"/>
              <a:t>Instructor, Technique Easy Education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01151-95C3-BE0A-9F3C-20356AEE02F1}"/>
              </a:ext>
            </a:extLst>
          </p:cNvPr>
          <p:cNvSpPr txBox="1"/>
          <p:nvPr/>
        </p:nvSpPr>
        <p:spPr>
          <a:xfrm>
            <a:off x="792480" y="2505670"/>
            <a:ext cx="589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slow" advClick="0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hT4qWUsE"/>
  <p:tag name="ARTICULATE_SLIDE_COUNT" val="1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594_win32_fixed.potx" id="{0C51A9EB-CDEC-48F6-A376-88D302110632}" vid="{47BB5F18-ECD4-4193-97D9-4AF031561E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দুই চলকবিশিষ্ট সরল সহসমীকরণ4</Template>
  <TotalTime>220</TotalTime>
  <Words>451</Words>
  <Application>Microsoft Office PowerPoint</Application>
  <PresentationFormat>Widescreen</PresentationFormat>
  <Paragraphs>130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Cambria Math</vt:lpstr>
      <vt:lpstr>Fira Sans Extra Condensed Medium</vt:lpstr>
      <vt:lpstr>Raleway</vt:lpstr>
      <vt:lpstr>Roboto</vt:lpstr>
      <vt:lpstr>Office Theme</vt:lpstr>
      <vt:lpstr>Slide 1</vt:lpstr>
      <vt:lpstr>আলোচ্যসূচি</vt:lpstr>
      <vt:lpstr>PowerPoint Presentation</vt:lpstr>
      <vt:lpstr>ত্রিভুজ ও ত্রিভুজের ক্ষেত্রফল</vt:lpstr>
      <vt:lpstr>ত্রিভুজের পরিসীমা</vt:lpstr>
      <vt:lpstr>সমকোণী ত্রিভুজ</vt:lpstr>
      <vt:lpstr>সমবাহু ও সমদ্বিবাহু ত্রিভুজ</vt:lpstr>
      <vt:lpstr>ত্রিভুজের তিন বাহু দেওয়া থাকলে</vt:lpstr>
      <vt:lpstr>ত্রিভুজের দুই বাহু ও এদের অন্তর্ভূক্ত কোণ দেওয়া থাকলে</vt:lpstr>
      <vt:lpstr>Dance Time</vt:lpstr>
      <vt:lpstr>অনুশীলনী</vt:lpstr>
      <vt:lpstr>অনুশীলনী</vt:lpstr>
      <vt:lpstr>অনুশীলনী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 Ullah</dc:creator>
  <cp:lastModifiedBy>Habib Ullah</cp:lastModifiedBy>
  <cp:revision>2</cp:revision>
  <dcterms:created xsi:type="dcterms:W3CDTF">2023-08-04T12:45:35Z</dcterms:created>
  <dcterms:modified xsi:type="dcterms:W3CDTF">2023-08-05T08:14:45Z</dcterms:modified>
</cp:coreProperties>
</file>